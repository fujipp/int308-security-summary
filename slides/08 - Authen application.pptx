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presentation.xml" ContentType="application/vnd.openxmlformats-officedocument.presentationml.presentation.main+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15.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38.xml" ContentType="application/vnd.openxmlformats-officedocument.presentationml.notesSlide+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theme/theme2.xml" ContentType="application/vnd.openxmlformats-officedocument.theme+xml"/>
  <Override PartName="/ppt/theme/theme1.xml" ContentType="application/vnd.openxmlformats-officedocument.theme+xml"/>
  <Override PartName="/ppt/notesMasters/notesMaster1.xml" ContentType="application/vnd.openxmlformats-officedocument.presentationml.notesMaster+xml"/>
  <Override PartName="/ppt/tableStyles.xml" ContentType="application/vnd.openxmlformats-officedocument.presentationml.tableStyles+xml"/>
  <Override PartName="/ppt/viewProps.xml" ContentType="application/vnd.openxmlformats-officedocument.presentationml.viewProps+xml"/>
  <Override PartName="/ppt/presProps.xml" ContentType="application/vnd.openxmlformats-officedocument.presentationml.presProp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Lst>
  <p:notesMasterIdLst>
    <p:notesMasterId r:id="rId43"/>
  </p:notesMasterIdLst>
  <p:sldIdLst>
    <p:sldId id="295" r:id="rId2"/>
    <p:sldId id="275" r:id="rId3"/>
    <p:sldId id="276" r:id="rId4"/>
    <p:sldId id="277" r:id="rId5"/>
    <p:sldId id="279" r:id="rId6"/>
    <p:sldId id="296" r:id="rId7"/>
    <p:sldId id="278" r:id="rId8"/>
    <p:sldId id="297" r:id="rId9"/>
    <p:sldId id="280" r:id="rId10"/>
    <p:sldId id="281" r:id="rId11"/>
    <p:sldId id="282" r:id="rId12"/>
    <p:sldId id="283" r:id="rId13"/>
    <p:sldId id="284" r:id="rId14"/>
    <p:sldId id="285" r:id="rId15"/>
    <p:sldId id="286" r:id="rId16"/>
    <p:sldId id="287" r:id="rId17"/>
    <p:sldId id="288" r:id="rId18"/>
    <p:sldId id="289" r:id="rId19"/>
    <p:sldId id="290" r:id="rId20"/>
    <p:sldId id="291" r:id="rId21"/>
    <p:sldId id="292" r:id="rId22"/>
    <p:sldId id="293" r:id="rId23"/>
    <p:sldId id="294" r:id="rId24"/>
    <p:sldId id="298" r:id="rId25"/>
    <p:sldId id="299" r:id="rId26"/>
    <p:sldId id="300" r:id="rId27"/>
    <p:sldId id="301" r:id="rId28"/>
    <p:sldId id="302" r:id="rId29"/>
    <p:sldId id="303" r:id="rId30"/>
    <p:sldId id="304" r:id="rId31"/>
    <p:sldId id="305" r:id="rId32"/>
    <p:sldId id="306" r:id="rId33"/>
    <p:sldId id="307" r:id="rId34"/>
    <p:sldId id="308" r:id="rId35"/>
    <p:sldId id="309" r:id="rId36"/>
    <p:sldId id="310" r:id="rId37"/>
    <p:sldId id="316" r:id="rId38"/>
    <p:sldId id="317" r:id="rId39"/>
    <p:sldId id="318" r:id="rId40"/>
    <p:sldId id="319" r:id="rId41"/>
    <p:sldId id="320" r:id="rId42"/>
  </p:sldIdLst>
  <p:sldSz cx="9144000" cy="6858000" type="screen4x3"/>
  <p:notesSz cx="6858000" cy="9144000"/>
  <p:defaultTextStyle>
    <a:defPPr>
      <a:defRPr lang="en-AU"/>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1553" autoAdjust="0"/>
  </p:normalViewPr>
  <p:slideViewPr>
    <p:cSldViewPr>
      <p:cViewPr varScale="1">
        <p:scale>
          <a:sx n="83" d="100"/>
          <a:sy n="83" d="100"/>
        </p:scale>
        <p:origin x="1353" y="45"/>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50" Type="http://schemas.openxmlformats.org/officeDocument/2006/relationships/customXml" Target="../customXml/item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customXml" Target="../customXml/item2.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48" Type="http://schemas.openxmlformats.org/officeDocument/2006/relationships/customXml" Target="../customXml/item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530" name="Rectangle 1026">
            <a:extLst>
              <a:ext uri="{FF2B5EF4-FFF2-40B4-BE49-F238E27FC236}">
                <a16:creationId xmlns:a16="http://schemas.microsoft.com/office/drawing/2014/main" id="{594DD9DD-E74F-4545-BBCE-D0786C363F1F}"/>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smtClean="0"/>
            </a:lvl1pPr>
          </a:lstStyle>
          <a:p>
            <a:pPr>
              <a:defRPr/>
            </a:pPr>
            <a:endParaRPr lang="en-AU"/>
          </a:p>
        </p:txBody>
      </p:sp>
      <p:sp>
        <p:nvSpPr>
          <p:cNvPr id="22531" name="Rectangle 1027">
            <a:extLst>
              <a:ext uri="{FF2B5EF4-FFF2-40B4-BE49-F238E27FC236}">
                <a16:creationId xmlns:a16="http://schemas.microsoft.com/office/drawing/2014/main" id="{5575DA7D-2517-422D-8912-BCB4A122FF30}"/>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smtClean="0"/>
            </a:lvl1pPr>
          </a:lstStyle>
          <a:p>
            <a:pPr>
              <a:defRPr/>
            </a:pPr>
            <a:endParaRPr lang="en-AU"/>
          </a:p>
        </p:txBody>
      </p:sp>
      <p:sp>
        <p:nvSpPr>
          <p:cNvPr id="28676" name="Rectangle 1028">
            <a:extLst>
              <a:ext uri="{FF2B5EF4-FFF2-40B4-BE49-F238E27FC236}">
                <a16:creationId xmlns:a16="http://schemas.microsoft.com/office/drawing/2014/main" id="{224A3F38-BD7B-4921-BFEB-97510C201389}"/>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3" name="Rectangle 1029">
            <a:extLst>
              <a:ext uri="{FF2B5EF4-FFF2-40B4-BE49-F238E27FC236}">
                <a16:creationId xmlns:a16="http://schemas.microsoft.com/office/drawing/2014/main" id="{980B4EA4-11E0-4AAC-B8BB-1DAC28CF7CB7}"/>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AU" noProof="0"/>
              <a:t>Click to edit Master text styles</a:t>
            </a:r>
          </a:p>
          <a:p>
            <a:pPr lvl="1"/>
            <a:r>
              <a:rPr lang="en-AU" noProof="0"/>
              <a:t>Second level</a:t>
            </a:r>
          </a:p>
          <a:p>
            <a:pPr lvl="2"/>
            <a:r>
              <a:rPr lang="en-AU" noProof="0"/>
              <a:t>Third level</a:t>
            </a:r>
          </a:p>
          <a:p>
            <a:pPr lvl="3"/>
            <a:r>
              <a:rPr lang="en-AU" noProof="0"/>
              <a:t>Fourth level</a:t>
            </a:r>
          </a:p>
          <a:p>
            <a:pPr lvl="4"/>
            <a:r>
              <a:rPr lang="en-AU" noProof="0"/>
              <a:t>Fifth level</a:t>
            </a:r>
          </a:p>
        </p:txBody>
      </p:sp>
      <p:sp>
        <p:nvSpPr>
          <p:cNvPr id="22534" name="Rectangle 1030">
            <a:extLst>
              <a:ext uri="{FF2B5EF4-FFF2-40B4-BE49-F238E27FC236}">
                <a16:creationId xmlns:a16="http://schemas.microsoft.com/office/drawing/2014/main" id="{E37EE0D5-E23B-4D61-8DA6-E799D67129EB}"/>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smtClean="0"/>
            </a:lvl1pPr>
          </a:lstStyle>
          <a:p>
            <a:pPr>
              <a:defRPr/>
            </a:pPr>
            <a:endParaRPr lang="en-AU"/>
          </a:p>
        </p:txBody>
      </p:sp>
      <p:sp>
        <p:nvSpPr>
          <p:cNvPr id="22535" name="Rectangle 1031">
            <a:extLst>
              <a:ext uri="{FF2B5EF4-FFF2-40B4-BE49-F238E27FC236}">
                <a16:creationId xmlns:a16="http://schemas.microsoft.com/office/drawing/2014/main" id="{B4E59120-33CF-4A20-86BD-172F4A62AEFD}"/>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fld id="{5C12591B-3D54-4431-B407-091A26F7244A}" type="slidenum">
              <a:rPr lang="en-AU" altLang="en-US"/>
              <a:pPr/>
              <a:t>‹#›</a:t>
            </a:fld>
            <a:endParaRPr lang="en-AU"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itchFamily="34" charset="0"/>
        <a:ea typeface="+mn-ea"/>
        <a:cs typeface="+mn-cs"/>
      </a:defRPr>
    </a:lvl1pPr>
    <a:lvl2pPr marL="457200" algn="l" rtl="0" eaLnBrk="0" fontAlgn="base" hangingPunct="0">
      <a:spcBef>
        <a:spcPct val="30000"/>
      </a:spcBef>
      <a:spcAft>
        <a:spcPct val="0"/>
      </a:spcAft>
      <a:defRPr sz="1200" kern="1200">
        <a:solidFill>
          <a:schemeClr val="tx1"/>
        </a:solidFill>
        <a:latin typeface="Arial" pitchFamily="34" charset="0"/>
        <a:ea typeface="+mn-ea"/>
        <a:cs typeface="+mn-cs"/>
      </a:defRPr>
    </a:lvl2pPr>
    <a:lvl3pPr marL="914400" algn="l" rtl="0" eaLnBrk="0" fontAlgn="base" hangingPunct="0">
      <a:spcBef>
        <a:spcPct val="30000"/>
      </a:spcBef>
      <a:spcAft>
        <a:spcPct val="0"/>
      </a:spcAft>
      <a:defRPr sz="1200" kern="1200">
        <a:solidFill>
          <a:schemeClr val="tx1"/>
        </a:solidFill>
        <a:latin typeface="Arial" pitchFamily="34" charset="0"/>
        <a:ea typeface="+mn-ea"/>
        <a:cs typeface="+mn-cs"/>
      </a:defRPr>
    </a:lvl3pPr>
    <a:lvl4pPr marL="1371600" algn="l" rtl="0" eaLnBrk="0" fontAlgn="base" hangingPunct="0">
      <a:spcBef>
        <a:spcPct val="30000"/>
      </a:spcBef>
      <a:spcAft>
        <a:spcPct val="0"/>
      </a:spcAft>
      <a:defRPr sz="1200" kern="1200">
        <a:solidFill>
          <a:schemeClr val="tx1"/>
        </a:solidFill>
        <a:latin typeface="Arial" pitchFamily="34" charset="0"/>
        <a:ea typeface="+mn-ea"/>
        <a:cs typeface="+mn-cs"/>
      </a:defRPr>
    </a:lvl4pPr>
    <a:lvl5pPr marL="1828800" algn="l" rtl="0" eaLnBrk="0" fontAlgn="base" hangingPunct="0">
      <a:spcBef>
        <a:spcPct val="30000"/>
      </a:spcBef>
      <a:spcAft>
        <a:spcPct val="0"/>
      </a:spcAft>
      <a:defRPr sz="1200" kern="1200">
        <a:solidFill>
          <a:schemeClr val="tx1"/>
        </a:solidFill>
        <a:latin typeface="Arial" pitchFamily="34" charset="0"/>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1031">
            <a:extLst>
              <a:ext uri="{FF2B5EF4-FFF2-40B4-BE49-F238E27FC236}">
                <a16:creationId xmlns:a16="http://schemas.microsoft.com/office/drawing/2014/main" id="{CC711C24-0A47-4120-A9C1-569339FBF3E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C2748532-8E53-4CB2-9582-946C1DE36544}" type="slidenum">
              <a:rPr lang="en-AU" altLang="en-US" sz="1200"/>
              <a:pPr eaLnBrk="1" hangingPunct="1"/>
              <a:t>1</a:t>
            </a:fld>
            <a:endParaRPr lang="en-AU" altLang="en-US" sz="1200"/>
          </a:p>
        </p:txBody>
      </p:sp>
      <p:sp>
        <p:nvSpPr>
          <p:cNvPr id="29699" name="Rectangle 2">
            <a:extLst>
              <a:ext uri="{FF2B5EF4-FFF2-40B4-BE49-F238E27FC236}">
                <a16:creationId xmlns:a16="http://schemas.microsoft.com/office/drawing/2014/main" id="{ECE18B36-9007-4D18-9137-5A5ED9DCBD91}"/>
              </a:ext>
            </a:extLst>
          </p:cNvPr>
          <p:cNvSpPr>
            <a:spLocks noGrp="1" noRot="1" noChangeAspect="1" noChangeArrowheads="1" noTextEdit="1"/>
          </p:cNvSpPr>
          <p:nvPr>
            <p:ph type="sldImg"/>
          </p:nvPr>
        </p:nvSpPr>
        <p:spPr>
          <a:solidFill>
            <a:srgbClr val="FFFFFF"/>
          </a:solidFill>
          <a:ln/>
        </p:spPr>
      </p:sp>
      <p:sp>
        <p:nvSpPr>
          <p:cNvPr id="29700" name="Rectangle 3">
            <a:extLst>
              <a:ext uri="{FF2B5EF4-FFF2-40B4-BE49-F238E27FC236}">
                <a16:creationId xmlns:a16="http://schemas.microsoft.com/office/drawing/2014/main" id="{EF51461E-28D9-4FFB-AC2C-DA4D243033C8}"/>
              </a:ext>
            </a:extLst>
          </p:cNvPr>
          <p:cNvSpPr>
            <a:spLocks noGrp="1" noChangeArrowheads="1"/>
          </p:cNvSpPr>
          <p:nvPr>
            <p:ph type="body" idx="1"/>
          </p:nvPr>
        </p:nvSpPr>
        <p:spPr>
          <a:solidFill>
            <a:srgbClr val="FFFFFF"/>
          </a:solidFill>
          <a:ln>
            <a:solidFill>
              <a:srgbClr val="000000"/>
            </a:solidFill>
          </a:ln>
        </p:spPr>
        <p:txBody>
          <a:bodyPr/>
          <a:lstStyle/>
          <a:p>
            <a:pPr eaLnBrk="1" hangingPunct="1"/>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031">
            <a:extLst>
              <a:ext uri="{FF2B5EF4-FFF2-40B4-BE49-F238E27FC236}">
                <a16:creationId xmlns:a16="http://schemas.microsoft.com/office/drawing/2014/main" id="{C824F473-89BD-42C4-A0A9-6EEE3016C4B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D906B6AE-0A9F-490B-B0DF-DDF981598617}" type="slidenum">
              <a:rPr lang="en-AU" altLang="en-US" sz="1200"/>
              <a:pPr eaLnBrk="1" hangingPunct="1"/>
              <a:t>2</a:t>
            </a:fld>
            <a:endParaRPr lang="en-AU" altLang="en-US" sz="1200"/>
          </a:p>
        </p:txBody>
      </p:sp>
      <p:sp>
        <p:nvSpPr>
          <p:cNvPr id="30723" name="Rectangle 2">
            <a:extLst>
              <a:ext uri="{FF2B5EF4-FFF2-40B4-BE49-F238E27FC236}">
                <a16:creationId xmlns:a16="http://schemas.microsoft.com/office/drawing/2014/main" id="{D54224FA-8D03-4293-9244-50642B9E0F6F}"/>
              </a:ext>
            </a:extLst>
          </p:cNvPr>
          <p:cNvSpPr>
            <a:spLocks noGrp="1" noRot="1" noChangeAspect="1" noChangeArrowheads="1" noTextEdit="1"/>
          </p:cNvSpPr>
          <p:nvPr>
            <p:ph type="sldImg"/>
          </p:nvPr>
        </p:nvSpPr>
        <p:spPr>
          <a:ln/>
        </p:spPr>
      </p:sp>
      <p:sp>
        <p:nvSpPr>
          <p:cNvPr id="30724" name="Rectangle 3">
            <a:extLst>
              <a:ext uri="{FF2B5EF4-FFF2-40B4-BE49-F238E27FC236}">
                <a16:creationId xmlns:a16="http://schemas.microsoft.com/office/drawing/2014/main" id="{742571B5-4807-4E59-B996-D56BE2B4590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Times-Roman" charset="0"/>
              </a:rPr>
              <a:t>This chapter examines some of the authentication functions that have been developed to support application-level authentication and digital signatures. </a:t>
            </a:r>
          </a:p>
          <a:p>
            <a:pPr eaLnBrk="1" hangingPunct="1"/>
            <a:r>
              <a:rPr lang="en-US" altLang="en-US">
                <a:latin typeface="Times-Roman" charset="0"/>
              </a:rPr>
              <a:t>Will first look at one of the earliest and most widely used services: Kerberos. Then examine the X.509 directory authentication service.</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31">
            <a:extLst>
              <a:ext uri="{FF2B5EF4-FFF2-40B4-BE49-F238E27FC236}">
                <a16:creationId xmlns:a16="http://schemas.microsoft.com/office/drawing/2014/main" id="{DBD2A19E-D1B2-4760-9AD8-9682477D3D6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B9EF705A-D633-4466-8660-84E827F53D67}" type="slidenum">
              <a:rPr lang="en-AU" altLang="en-US" sz="1200"/>
              <a:pPr eaLnBrk="1" hangingPunct="1"/>
              <a:t>3</a:t>
            </a:fld>
            <a:endParaRPr lang="en-AU" altLang="en-US" sz="1200"/>
          </a:p>
        </p:txBody>
      </p:sp>
      <p:sp>
        <p:nvSpPr>
          <p:cNvPr id="31747" name="Rectangle 2">
            <a:extLst>
              <a:ext uri="{FF2B5EF4-FFF2-40B4-BE49-F238E27FC236}">
                <a16:creationId xmlns:a16="http://schemas.microsoft.com/office/drawing/2014/main" id="{4E90BA2F-862F-4AE9-8DD1-380B236B7513}"/>
              </a:ext>
            </a:extLst>
          </p:cNvPr>
          <p:cNvSpPr>
            <a:spLocks noGrp="1" noRot="1" noChangeAspect="1" noChangeArrowheads="1" noTextEdit="1"/>
          </p:cNvSpPr>
          <p:nvPr>
            <p:ph type="sldImg"/>
          </p:nvPr>
        </p:nvSpPr>
        <p:spPr>
          <a:ln/>
        </p:spPr>
      </p:sp>
      <p:sp>
        <p:nvSpPr>
          <p:cNvPr id="31748" name="Rectangle 3">
            <a:extLst>
              <a:ext uri="{FF2B5EF4-FFF2-40B4-BE49-F238E27FC236}">
                <a16:creationId xmlns:a16="http://schemas.microsoft.com/office/drawing/2014/main" id="{3A802578-AD0B-4B02-A01E-6E2BC7E8748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Times-Roman" charset="0"/>
              </a:rPr>
              <a:t>Kerberos is an authentication service developed as part of Project Athena at MIT, and is </a:t>
            </a:r>
            <a:r>
              <a:rPr lang="en-AU" altLang="en-US"/>
              <a:t>one of the best known and most widely implemented </a:t>
            </a:r>
            <a:r>
              <a:rPr lang="en-AU" altLang="en-US" b="1"/>
              <a:t>trusted third party</a:t>
            </a:r>
            <a:r>
              <a:rPr lang="en-AU" altLang="en-US"/>
              <a:t> key distribution systems.</a:t>
            </a:r>
          </a:p>
          <a:p>
            <a:pPr eaLnBrk="1" hangingPunct="1"/>
            <a:r>
              <a:rPr lang="en-US" altLang="en-US">
                <a:latin typeface="Times-Roman" charset="0"/>
              </a:rPr>
              <a:t>Kerberos provides a centralized authentication server whose function is to authenticate users to servers and servers to users. Unlike most other authentication schemes, Kerberos relies exclusively on symmetric encryption, making no use of public-key encryption. Two versions of Kerberos are in common use: v4 &amp; v5.</a:t>
            </a:r>
            <a:endParaRPr lang="en-AU" altLang="en-US">
              <a:latin typeface="Times-Roman"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1031">
            <a:extLst>
              <a:ext uri="{FF2B5EF4-FFF2-40B4-BE49-F238E27FC236}">
                <a16:creationId xmlns:a16="http://schemas.microsoft.com/office/drawing/2014/main" id="{680B7F0A-5788-4593-903A-CB6D64E022D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9A9369BF-F897-4FA1-A8B8-18955D8D9C19}" type="slidenum">
              <a:rPr lang="en-AU" altLang="en-US" sz="1200"/>
              <a:pPr eaLnBrk="1" hangingPunct="1"/>
              <a:t>4</a:t>
            </a:fld>
            <a:endParaRPr lang="en-AU" altLang="en-US" sz="1200"/>
          </a:p>
        </p:txBody>
      </p:sp>
      <p:sp>
        <p:nvSpPr>
          <p:cNvPr id="32771" name="Rectangle 2">
            <a:extLst>
              <a:ext uri="{FF2B5EF4-FFF2-40B4-BE49-F238E27FC236}">
                <a16:creationId xmlns:a16="http://schemas.microsoft.com/office/drawing/2014/main" id="{D05FFD16-6847-41A4-8D70-089F79D363A8}"/>
              </a:ext>
            </a:extLst>
          </p:cNvPr>
          <p:cNvSpPr>
            <a:spLocks noGrp="1" noRot="1" noChangeAspect="1" noChangeArrowheads="1" noTextEdit="1"/>
          </p:cNvSpPr>
          <p:nvPr>
            <p:ph type="sldImg"/>
          </p:nvPr>
        </p:nvSpPr>
        <p:spPr>
          <a:ln/>
        </p:spPr>
      </p:sp>
      <p:sp>
        <p:nvSpPr>
          <p:cNvPr id="32772" name="Rectangle 3">
            <a:extLst>
              <a:ext uri="{FF2B5EF4-FFF2-40B4-BE49-F238E27FC236}">
                <a16:creationId xmlns:a16="http://schemas.microsoft.com/office/drawing/2014/main" id="{BBDBAEEC-E1F8-43DE-A4FC-677CAAEB8D4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Times-Roman" charset="0"/>
              </a:rPr>
              <a:t>The first published report on Kerberos [STEI88] listed the requirements shown above. To support these requirements, Kerberos is a trusted third-party authentication service that uses a protocol based on that proposed by Needham and Schroeder [NEED78], which was discussed in Chapter 7. </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1031">
            <a:extLst>
              <a:ext uri="{FF2B5EF4-FFF2-40B4-BE49-F238E27FC236}">
                <a16:creationId xmlns:a16="http://schemas.microsoft.com/office/drawing/2014/main" id="{B1B311D6-7A66-47CC-8D5B-F97FB2C5116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E9A0E273-A977-41FC-A693-7241D2B27DBF}" type="slidenum">
              <a:rPr lang="en-AU" altLang="en-US" sz="1200"/>
              <a:pPr eaLnBrk="1" hangingPunct="1"/>
              <a:t>5</a:t>
            </a:fld>
            <a:endParaRPr lang="en-AU" altLang="en-US" sz="1200"/>
          </a:p>
        </p:txBody>
      </p:sp>
      <p:sp>
        <p:nvSpPr>
          <p:cNvPr id="33795" name="Rectangle 2">
            <a:extLst>
              <a:ext uri="{FF2B5EF4-FFF2-40B4-BE49-F238E27FC236}">
                <a16:creationId xmlns:a16="http://schemas.microsoft.com/office/drawing/2014/main" id="{9D3FAC78-70E9-4411-86D3-E1B25630D853}"/>
              </a:ext>
            </a:extLst>
          </p:cNvPr>
          <p:cNvSpPr>
            <a:spLocks noGrp="1" noRot="1" noChangeAspect="1" noChangeArrowheads="1" noTextEdit="1"/>
          </p:cNvSpPr>
          <p:nvPr>
            <p:ph type="sldImg"/>
          </p:nvPr>
        </p:nvSpPr>
        <p:spPr>
          <a:ln/>
        </p:spPr>
      </p:sp>
      <p:sp>
        <p:nvSpPr>
          <p:cNvPr id="33796" name="Rectangle 3">
            <a:extLst>
              <a:ext uri="{FF2B5EF4-FFF2-40B4-BE49-F238E27FC236}">
                <a16:creationId xmlns:a16="http://schemas.microsoft.com/office/drawing/2014/main" id="{20FA7A16-6CC8-4488-AF3B-530438E7B4D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The core of Kerberos is the Authentication and Ticket Granting Servers – these are trusted by all users and servers and must be securely administered. The protocol includes a sequence of interactions between the client, AS, TGT and desired server.</a:t>
            </a:r>
            <a:endParaRPr lang="en-AU"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1031">
            <a:extLst>
              <a:ext uri="{FF2B5EF4-FFF2-40B4-BE49-F238E27FC236}">
                <a16:creationId xmlns:a16="http://schemas.microsoft.com/office/drawing/2014/main" id="{0F5EE4A7-1E61-4791-BF46-C5E897E6420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96918F99-8D88-459B-B3D6-5D9D5183A85A}" type="slidenum">
              <a:rPr lang="en-AU" altLang="en-US" sz="1200"/>
              <a:pPr eaLnBrk="1" hangingPunct="1"/>
              <a:t>6</a:t>
            </a:fld>
            <a:endParaRPr lang="en-AU" altLang="en-US" sz="1200"/>
          </a:p>
        </p:txBody>
      </p:sp>
      <p:sp>
        <p:nvSpPr>
          <p:cNvPr id="34819" name="Rectangle 2">
            <a:extLst>
              <a:ext uri="{FF2B5EF4-FFF2-40B4-BE49-F238E27FC236}">
                <a16:creationId xmlns:a16="http://schemas.microsoft.com/office/drawing/2014/main" id="{1E41359C-36B2-4879-8869-5C6729814F5D}"/>
              </a:ext>
            </a:extLst>
          </p:cNvPr>
          <p:cNvSpPr>
            <a:spLocks noGrp="1" noRot="1" noChangeAspect="1" noChangeArrowheads="1" noTextEdit="1"/>
          </p:cNvSpPr>
          <p:nvPr>
            <p:ph type="sldImg"/>
          </p:nvPr>
        </p:nvSpPr>
        <p:spPr>
          <a:solidFill>
            <a:srgbClr val="FFFFFF"/>
          </a:solidFill>
          <a:ln/>
        </p:spPr>
      </p:sp>
      <p:sp>
        <p:nvSpPr>
          <p:cNvPr id="34820" name="Rectangle 3">
            <a:extLst>
              <a:ext uri="{FF2B5EF4-FFF2-40B4-BE49-F238E27FC236}">
                <a16:creationId xmlns:a16="http://schemas.microsoft.com/office/drawing/2014/main" id="{E30FBC8D-BAAA-4C8A-B99E-A6A7E2E0577C}"/>
              </a:ext>
            </a:extLst>
          </p:cNvPr>
          <p:cNvSpPr>
            <a:spLocks noGrp="1" noChangeArrowheads="1"/>
          </p:cNvSpPr>
          <p:nvPr>
            <p:ph type="body" idx="1"/>
          </p:nvPr>
        </p:nvSpPr>
        <p:spPr>
          <a:solidFill>
            <a:srgbClr val="FFFFFF"/>
          </a:solidFill>
          <a:ln>
            <a:solidFill>
              <a:srgbClr val="000000"/>
            </a:solidFill>
          </a:ln>
        </p:spPr>
        <p:txBody>
          <a:bodyPr/>
          <a:lstStyle/>
          <a:p>
            <a:pPr eaLnBrk="1" hangingPunct="1"/>
            <a:r>
              <a:rPr lang="en-AU" altLang="en-US"/>
              <a:t>The full Kerberos v4 authentication dialogue is shown in Stallings Table 14.1, divided into the 3 phases shown above. The justification for each item in the messages is given in Stallings Table 14.2.</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1031">
            <a:extLst>
              <a:ext uri="{FF2B5EF4-FFF2-40B4-BE49-F238E27FC236}">
                <a16:creationId xmlns:a16="http://schemas.microsoft.com/office/drawing/2014/main" id="{63CD71EB-D8F9-49E2-BB08-438D13D1C0F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9AE35AE5-9C66-411B-8567-86E28A9EB9D0}" type="slidenum">
              <a:rPr lang="en-AU" altLang="en-US" sz="1200"/>
              <a:pPr eaLnBrk="1" hangingPunct="1"/>
              <a:t>7</a:t>
            </a:fld>
            <a:endParaRPr lang="en-AU" altLang="en-US" sz="1200"/>
          </a:p>
        </p:txBody>
      </p:sp>
      <p:sp>
        <p:nvSpPr>
          <p:cNvPr id="35843" name="Rectangle 2">
            <a:extLst>
              <a:ext uri="{FF2B5EF4-FFF2-40B4-BE49-F238E27FC236}">
                <a16:creationId xmlns:a16="http://schemas.microsoft.com/office/drawing/2014/main" id="{DB801897-A476-42CF-AA76-618C0D40C93F}"/>
              </a:ext>
            </a:extLst>
          </p:cNvPr>
          <p:cNvSpPr>
            <a:spLocks noGrp="1" noRot="1" noChangeAspect="1" noChangeArrowheads="1" noTextEdit="1"/>
          </p:cNvSpPr>
          <p:nvPr>
            <p:ph type="sldImg"/>
          </p:nvPr>
        </p:nvSpPr>
        <p:spPr>
          <a:ln/>
        </p:spPr>
      </p:sp>
      <p:sp>
        <p:nvSpPr>
          <p:cNvPr id="35844" name="Rectangle 3">
            <a:extLst>
              <a:ext uri="{FF2B5EF4-FFF2-40B4-BE49-F238E27FC236}">
                <a16:creationId xmlns:a16="http://schemas.microsoft.com/office/drawing/2014/main" id="{2243BBB3-8C23-426A-9ADA-C073D3A34C1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Stallings Figure 14.1 diagrammatically summarizes the </a:t>
            </a:r>
            <a:r>
              <a:rPr lang="en-AU" altLang="en-US"/>
              <a:t>Kerberos v4 authentication dialogue, with 3 pairs of messages, for each phase listed previously.</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1031">
            <a:extLst>
              <a:ext uri="{FF2B5EF4-FFF2-40B4-BE49-F238E27FC236}">
                <a16:creationId xmlns:a16="http://schemas.microsoft.com/office/drawing/2014/main" id="{84DD97DD-2C55-4FB2-B4E2-94B028F7797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A0DBDAE9-36B9-40AB-8F31-EF3341DAD707}" type="slidenum">
              <a:rPr lang="en-AU" altLang="en-US" sz="1200"/>
              <a:pPr eaLnBrk="1" hangingPunct="1"/>
              <a:t>8</a:t>
            </a:fld>
            <a:endParaRPr lang="en-AU" altLang="en-US" sz="1200"/>
          </a:p>
        </p:txBody>
      </p:sp>
      <p:sp>
        <p:nvSpPr>
          <p:cNvPr id="36867" name="Rectangle 1026">
            <a:extLst>
              <a:ext uri="{FF2B5EF4-FFF2-40B4-BE49-F238E27FC236}">
                <a16:creationId xmlns:a16="http://schemas.microsoft.com/office/drawing/2014/main" id="{1BE9587D-BA7B-4822-8BDE-F0EE83A9B33F}"/>
              </a:ext>
            </a:extLst>
          </p:cNvPr>
          <p:cNvSpPr>
            <a:spLocks noGrp="1" noRot="1" noChangeAspect="1" noChangeArrowheads="1" noTextEdit="1"/>
          </p:cNvSpPr>
          <p:nvPr>
            <p:ph type="sldImg"/>
          </p:nvPr>
        </p:nvSpPr>
        <p:spPr>
          <a:ln/>
        </p:spPr>
      </p:sp>
      <p:sp>
        <p:nvSpPr>
          <p:cNvPr id="36868" name="Rectangle 1027">
            <a:extLst>
              <a:ext uri="{FF2B5EF4-FFF2-40B4-BE49-F238E27FC236}">
                <a16:creationId xmlns:a16="http://schemas.microsoft.com/office/drawing/2014/main" id="{C6DF46AD-0618-4849-83B8-2A3956726D4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Times-Roman" charset="0"/>
              </a:rPr>
              <a:t>A full-service Kerberos environment consisting of a Kerberos server, a number of clients, and a number of application servers is referred to as a Kerberos realm. A Kerberos realm is a set of managed nodes that share the same Kerberos database, and are part of the same administrative domain. I</a:t>
            </a:r>
            <a:r>
              <a:rPr lang="en-US" altLang="en-US"/>
              <a:t>f have multiple realms, their Kerberos servers must share keys and trust each other. </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1031">
            <a:extLst>
              <a:ext uri="{FF2B5EF4-FFF2-40B4-BE49-F238E27FC236}">
                <a16:creationId xmlns:a16="http://schemas.microsoft.com/office/drawing/2014/main" id="{294F1C14-3DCC-42F0-8500-A2A830BD373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9D3F1B6E-4C28-40E9-ACAC-933088260201}" type="slidenum">
              <a:rPr lang="en-AU" altLang="en-US" sz="1200"/>
              <a:pPr eaLnBrk="1" hangingPunct="1"/>
              <a:t>9</a:t>
            </a:fld>
            <a:endParaRPr lang="en-AU" altLang="en-US" sz="1200"/>
          </a:p>
        </p:txBody>
      </p:sp>
      <p:sp>
        <p:nvSpPr>
          <p:cNvPr id="37891" name="Rectangle 2">
            <a:extLst>
              <a:ext uri="{FF2B5EF4-FFF2-40B4-BE49-F238E27FC236}">
                <a16:creationId xmlns:a16="http://schemas.microsoft.com/office/drawing/2014/main" id="{7E0AE882-F461-42EC-A12F-063AA3EDCABC}"/>
              </a:ext>
            </a:extLst>
          </p:cNvPr>
          <p:cNvSpPr>
            <a:spLocks noGrp="1" noRot="1" noChangeAspect="1" noChangeArrowheads="1" noTextEdit="1"/>
          </p:cNvSpPr>
          <p:nvPr>
            <p:ph type="sldImg"/>
          </p:nvPr>
        </p:nvSpPr>
        <p:spPr>
          <a:ln/>
        </p:spPr>
      </p:sp>
      <p:sp>
        <p:nvSpPr>
          <p:cNvPr id="37892" name="Rectangle 3">
            <a:extLst>
              <a:ext uri="{FF2B5EF4-FFF2-40B4-BE49-F238E27FC236}">
                <a16:creationId xmlns:a16="http://schemas.microsoft.com/office/drawing/2014/main" id="{5F92886E-FBB2-4B59-9644-54D3BC462A6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Stallings Figure 14.2 shows the authentication messages where service is being requested from another domain. </a:t>
            </a:r>
            <a:r>
              <a:rPr lang="en-US" altLang="en-US">
                <a:latin typeface="Times-Roman" charset="0"/>
              </a:rPr>
              <a:t>The ticket presented to the remote server indicates the realm in which the user was originally authenticated. The server chooses whether to honor the remote request. One problem presented by the foregoing approach is that it does not scale well to many realms, as each pair of realms need to share a key.</a:t>
            </a:r>
            <a:endParaRPr lang="en-US" altLang="en-US">
              <a:latin typeface="Helvetica" panose="020B0604020202020204" pitchFamily="34"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1031">
            <a:extLst>
              <a:ext uri="{FF2B5EF4-FFF2-40B4-BE49-F238E27FC236}">
                <a16:creationId xmlns:a16="http://schemas.microsoft.com/office/drawing/2014/main" id="{682EA67E-A76C-4B35-A969-F837AA92BBD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52971A06-E3D2-46AA-8C4B-FCC8338C2155}" type="slidenum">
              <a:rPr lang="en-AU" altLang="en-US" sz="1200"/>
              <a:pPr eaLnBrk="1" hangingPunct="1"/>
              <a:t>10</a:t>
            </a:fld>
            <a:endParaRPr lang="en-AU" altLang="en-US" sz="1200"/>
          </a:p>
        </p:txBody>
      </p:sp>
      <p:sp>
        <p:nvSpPr>
          <p:cNvPr id="38915" name="Rectangle 2">
            <a:extLst>
              <a:ext uri="{FF2B5EF4-FFF2-40B4-BE49-F238E27FC236}">
                <a16:creationId xmlns:a16="http://schemas.microsoft.com/office/drawing/2014/main" id="{5F149B54-1740-45B4-A33D-F7C97724DE3B}"/>
              </a:ext>
            </a:extLst>
          </p:cNvPr>
          <p:cNvSpPr>
            <a:spLocks noGrp="1" noRot="1" noChangeAspect="1" noChangeArrowheads="1" noTextEdit="1"/>
          </p:cNvSpPr>
          <p:nvPr>
            <p:ph type="sldImg"/>
          </p:nvPr>
        </p:nvSpPr>
        <p:spPr>
          <a:ln/>
        </p:spPr>
      </p:sp>
      <p:sp>
        <p:nvSpPr>
          <p:cNvPr id="38916" name="Rectangle 3">
            <a:extLst>
              <a:ext uri="{FF2B5EF4-FFF2-40B4-BE49-F238E27FC236}">
                <a16:creationId xmlns:a16="http://schemas.microsoft.com/office/drawing/2014/main" id="{0DCF456F-026F-4F56-8C5A-A25A908F2F9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Times-Roman" charset="0"/>
              </a:rPr>
              <a:t>Kerberos Version 5 is specified in RFC 1510 and provides a number of improvements over version 4 in the areas of environmental shortcomings and technical deficiencies, in areas as noted. See Stallings Table 14.3 for details of the Kerberos v5 authentication dialogue.</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1031">
            <a:extLst>
              <a:ext uri="{FF2B5EF4-FFF2-40B4-BE49-F238E27FC236}">
                <a16:creationId xmlns:a16="http://schemas.microsoft.com/office/drawing/2014/main" id="{657F19AA-394F-4EEB-8BA6-B7EA81A5317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E229A171-1B3B-417C-94AA-108E12880A62}" type="slidenum">
              <a:rPr lang="en-AU" altLang="en-US" sz="1200"/>
              <a:pPr eaLnBrk="1" hangingPunct="1"/>
              <a:t>11</a:t>
            </a:fld>
            <a:endParaRPr lang="en-AU" altLang="en-US" sz="1200"/>
          </a:p>
        </p:txBody>
      </p:sp>
      <p:sp>
        <p:nvSpPr>
          <p:cNvPr id="39939" name="Rectangle 2">
            <a:extLst>
              <a:ext uri="{FF2B5EF4-FFF2-40B4-BE49-F238E27FC236}">
                <a16:creationId xmlns:a16="http://schemas.microsoft.com/office/drawing/2014/main" id="{9C5D903D-B6D2-46D9-92B2-92201C5138EF}"/>
              </a:ext>
            </a:extLst>
          </p:cNvPr>
          <p:cNvSpPr>
            <a:spLocks noGrp="1" noRot="1" noChangeAspect="1" noChangeArrowheads="1" noTextEdit="1"/>
          </p:cNvSpPr>
          <p:nvPr>
            <p:ph type="sldImg"/>
          </p:nvPr>
        </p:nvSpPr>
        <p:spPr>
          <a:ln/>
        </p:spPr>
      </p:sp>
      <p:sp>
        <p:nvSpPr>
          <p:cNvPr id="39940" name="Rectangle 3">
            <a:extLst>
              <a:ext uri="{FF2B5EF4-FFF2-40B4-BE49-F238E27FC236}">
                <a16:creationId xmlns:a16="http://schemas.microsoft.com/office/drawing/2014/main" id="{646B5A8E-E8E6-46F0-AE36-6E308402CCF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Times-Roman" charset="0"/>
              </a:rPr>
              <a:t>X.509 is part of the X.500 series of recommendations that define a directory service, being a server or distributed set of servers that maintains a database of information about users.</a:t>
            </a:r>
            <a:endParaRPr lang="en-AU" altLang="en-US"/>
          </a:p>
          <a:p>
            <a:pPr eaLnBrk="1" hangingPunct="1"/>
            <a:r>
              <a:rPr lang="en-US" altLang="en-US">
                <a:latin typeface="Times-Roman" charset="0"/>
              </a:rPr>
              <a:t>X.509 defines a framework for the provision of authentication services by the X.500 directory to its users. The directory may serve as a repository of public-key certificates. In addition, X.509 defines alternative authentication protocols based on the use of public-key certificates. X.509 is based on the use of public-key cryptography and digital signatures. The standard does not dictate the use of a specific algorithm but recommends RSA.</a:t>
            </a:r>
            <a:endParaRPr lang="en-AU" altLang="en-US"/>
          </a:p>
          <a:p>
            <a:pPr eaLnBrk="1" hangingPunct="1"/>
            <a:r>
              <a:rPr lang="en-US" altLang="en-US">
                <a:latin typeface="Times-Roman" charset="0"/>
              </a:rPr>
              <a:t>The X.509 certificate format is </a:t>
            </a:r>
            <a:r>
              <a:rPr lang="en-AU" altLang="en-US"/>
              <a:t>widely used,</a:t>
            </a:r>
            <a:r>
              <a:rPr lang="en-US" altLang="en-US">
                <a:latin typeface="Times-Roman" charset="0"/>
              </a:rPr>
              <a:t> in for example S/MIME, IP Security and SSL/TLS and SET</a:t>
            </a:r>
            <a:r>
              <a:rPr lang="en-AU" altLang="en-US"/>
              <a: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1031">
            <a:extLst>
              <a:ext uri="{FF2B5EF4-FFF2-40B4-BE49-F238E27FC236}">
                <a16:creationId xmlns:a16="http://schemas.microsoft.com/office/drawing/2014/main" id="{5C69BE8B-52F3-460D-8D38-8F2BEC36EBF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D6418F36-FC5F-4FBD-B599-ABD1D464BF45}" type="slidenum">
              <a:rPr lang="en-AU" altLang="en-US" sz="1200"/>
              <a:pPr eaLnBrk="1" hangingPunct="1"/>
              <a:t>12</a:t>
            </a:fld>
            <a:endParaRPr lang="en-AU" altLang="en-US" sz="1200"/>
          </a:p>
        </p:txBody>
      </p:sp>
      <p:sp>
        <p:nvSpPr>
          <p:cNvPr id="40963" name="Rectangle 1026">
            <a:extLst>
              <a:ext uri="{FF2B5EF4-FFF2-40B4-BE49-F238E27FC236}">
                <a16:creationId xmlns:a16="http://schemas.microsoft.com/office/drawing/2014/main" id="{65FF4C5A-7B96-46BD-9347-AA5516AA339B}"/>
              </a:ext>
            </a:extLst>
          </p:cNvPr>
          <p:cNvSpPr>
            <a:spLocks noGrp="1" noRot="1" noChangeAspect="1" noChangeArrowheads="1" noTextEdit="1"/>
          </p:cNvSpPr>
          <p:nvPr>
            <p:ph type="sldImg"/>
          </p:nvPr>
        </p:nvSpPr>
        <p:spPr>
          <a:ln/>
        </p:spPr>
      </p:sp>
      <p:sp>
        <p:nvSpPr>
          <p:cNvPr id="40964" name="Rectangle 1027">
            <a:extLst>
              <a:ext uri="{FF2B5EF4-FFF2-40B4-BE49-F238E27FC236}">
                <a16:creationId xmlns:a16="http://schemas.microsoft.com/office/drawing/2014/main" id="{CC95B25D-BD5F-44E2-B5D4-21F41BC959C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AU" altLang="en-US"/>
              <a:t>The X.509 certificate is the heart of the standard. There are 3 versions, with successively more info in the certificate - must be v2 if either unique identifier field exists, must be v3 if any extensions are used. </a:t>
            </a:r>
            <a:r>
              <a:rPr lang="en-US" altLang="en-US">
                <a:latin typeface="Times-Roman" charset="0"/>
              </a:rPr>
              <a:t>These user certificates are assumed to be created by some trusted certification authority (CA) and placed in the directory by the CA or by the user. The directory server itself is not responsible for the creation of public keys or for the certification function; it merely provides an easily accessible location for users to obtain certificates. The certificate includes the elements shown. </a:t>
            </a:r>
          </a:p>
          <a:p>
            <a:pPr eaLnBrk="1" hangingPunct="1"/>
            <a:r>
              <a:rPr lang="en-US" altLang="en-US">
                <a:latin typeface="Times-Roman" charset="0"/>
              </a:rPr>
              <a:t>The standard uses the notation for a certificate of: CA&lt;&lt;A&gt;&gt; where the CA signs the certificate for user A with its private key.</a:t>
            </a:r>
            <a:endParaRPr lang="en-AU" altLang="en-US">
              <a:latin typeface="Times-Roman"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1031">
            <a:extLst>
              <a:ext uri="{FF2B5EF4-FFF2-40B4-BE49-F238E27FC236}">
                <a16:creationId xmlns:a16="http://schemas.microsoft.com/office/drawing/2014/main" id="{4F97306C-7672-4FDD-BDD6-99B44958F96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B5CEF6A6-51C7-4C59-919B-0F084C81A04D}" type="slidenum">
              <a:rPr lang="en-AU" altLang="en-US" sz="1200"/>
              <a:pPr eaLnBrk="1" hangingPunct="1"/>
              <a:t>13</a:t>
            </a:fld>
            <a:endParaRPr lang="en-AU" altLang="en-US" sz="1200"/>
          </a:p>
        </p:txBody>
      </p:sp>
      <p:sp>
        <p:nvSpPr>
          <p:cNvPr id="41987" name="Rectangle 2">
            <a:extLst>
              <a:ext uri="{FF2B5EF4-FFF2-40B4-BE49-F238E27FC236}">
                <a16:creationId xmlns:a16="http://schemas.microsoft.com/office/drawing/2014/main" id="{43DC2473-EC7F-40B9-8D3C-20A827EEB0AC}"/>
              </a:ext>
            </a:extLst>
          </p:cNvPr>
          <p:cNvSpPr>
            <a:spLocks noGrp="1" noRot="1" noChangeAspect="1" noChangeArrowheads="1" noTextEdit="1"/>
          </p:cNvSpPr>
          <p:nvPr>
            <p:ph type="sldImg"/>
          </p:nvPr>
        </p:nvSpPr>
        <p:spPr>
          <a:ln/>
        </p:spPr>
      </p:sp>
      <p:sp>
        <p:nvSpPr>
          <p:cNvPr id="41988" name="Rectangle 3">
            <a:extLst>
              <a:ext uri="{FF2B5EF4-FFF2-40B4-BE49-F238E27FC236}">
                <a16:creationId xmlns:a16="http://schemas.microsoft.com/office/drawing/2014/main" id="{61D495D2-593B-48EC-8B4C-88E3BE94CEE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Stallings Figure 14.4 shows the format of an X.509 certificate and CRL.</a:t>
            </a:r>
            <a:endParaRPr lang="en-AU"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1031">
            <a:extLst>
              <a:ext uri="{FF2B5EF4-FFF2-40B4-BE49-F238E27FC236}">
                <a16:creationId xmlns:a16="http://schemas.microsoft.com/office/drawing/2014/main" id="{C9E56C7D-DC86-4DA6-B547-BB6B4536386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719D9C7E-5E81-425F-A735-4E73C8CC92F7}" type="slidenum">
              <a:rPr lang="en-AU" altLang="en-US" sz="1200"/>
              <a:pPr eaLnBrk="1" hangingPunct="1"/>
              <a:t>14</a:t>
            </a:fld>
            <a:endParaRPr lang="en-AU" altLang="en-US" sz="1200"/>
          </a:p>
        </p:txBody>
      </p:sp>
      <p:sp>
        <p:nvSpPr>
          <p:cNvPr id="43011" name="Rectangle 2">
            <a:extLst>
              <a:ext uri="{FF2B5EF4-FFF2-40B4-BE49-F238E27FC236}">
                <a16:creationId xmlns:a16="http://schemas.microsoft.com/office/drawing/2014/main" id="{4D4880B9-1A26-4907-BB20-9CF6A76BE304}"/>
              </a:ext>
            </a:extLst>
          </p:cNvPr>
          <p:cNvSpPr>
            <a:spLocks noGrp="1" noRot="1" noChangeAspect="1" noChangeArrowheads="1" noTextEdit="1"/>
          </p:cNvSpPr>
          <p:nvPr>
            <p:ph type="sldImg"/>
          </p:nvPr>
        </p:nvSpPr>
        <p:spPr>
          <a:ln/>
        </p:spPr>
      </p:sp>
      <p:sp>
        <p:nvSpPr>
          <p:cNvPr id="43012" name="Rectangle 3">
            <a:extLst>
              <a:ext uri="{FF2B5EF4-FFF2-40B4-BE49-F238E27FC236}">
                <a16:creationId xmlns:a16="http://schemas.microsoft.com/office/drawing/2014/main" id="{B5862F00-7435-4EE8-A1B3-B22E9DF47C9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Times-Roman" charset="0"/>
              </a:rPr>
              <a:t>User certificates generated by a CA have the characteristics that any user with access to the public key of the CA can verify the user public key that was certified, and no party other than the certification authority can modify the certificate without this being detected. Because certificates are unforgeable, they can be placed in a directory without the need for the directory to make special efforts to protect them. </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1031">
            <a:extLst>
              <a:ext uri="{FF2B5EF4-FFF2-40B4-BE49-F238E27FC236}">
                <a16:creationId xmlns:a16="http://schemas.microsoft.com/office/drawing/2014/main" id="{6CBBB27C-9A65-44B2-8E0D-E863157C534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A8B1A293-BEA9-44BA-B509-AB67BD6BE0DC}" type="slidenum">
              <a:rPr lang="en-AU" altLang="en-US" sz="1200"/>
              <a:pPr eaLnBrk="1" hangingPunct="1"/>
              <a:t>15</a:t>
            </a:fld>
            <a:endParaRPr lang="en-AU" altLang="en-US" sz="1200"/>
          </a:p>
        </p:txBody>
      </p:sp>
      <p:sp>
        <p:nvSpPr>
          <p:cNvPr id="44035" name="Rectangle 2">
            <a:extLst>
              <a:ext uri="{FF2B5EF4-FFF2-40B4-BE49-F238E27FC236}">
                <a16:creationId xmlns:a16="http://schemas.microsoft.com/office/drawing/2014/main" id="{4FEFA438-1BE8-440C-8E6F-06378A1B36B3}"/>
              </a:ext>
            </a:extLst>
          </p:cNvPr>
          <p:cNvSpPr>
            <a:spLocks noGrp="1" noRot="1" noChangeAspect="1" noChangeArrowheads="1" noTextEdit="1"/>
          </p:cNvSpPr>
          <p:nvPr>
            <p:ph type="sldImg"/>
          </p:nvPr>
        </p:nvSpPr>
        <p:spPr>
          <a:ln/>
        </p:spPr>
      </p:sp>
      <p:sp>
        <p:nvSpPr>
          <p:cNvPr id="44036" name="Rectangle 3">
            <a:extLst>
              <a:ext uri="{FF2B5EF4-FFF2-40B4-BE49-F238E27FC236}">
                <a16:creationId xmlns:a16="http://schemas.microsoft.com/office/drawing/2014/main" id="{061D382B-591E-4E95-9D29-B801FB5D3FD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AU" altLang="en-US"/>
              <a:t>If both parties use the same CA, they know its public key and can verify others certificates. If not, then there has to be some means to form a chain of certifications between the CA's used by the two parties, by the use of client and parent certificates. It is assumed that each client trusts its parents certificates.</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1031">
            <a:extLst>
              <a:ext uri="{FF2B5EF4-FFF2-40B4-BE49-F238E27FC236}">
                <a16:creationId xmlns:a16="http://schemas.microsoft.com/office/drawing/2014/main" id="{4A374829-D364-4DBE-A0E8-55A87CBF0D6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6651501B-1324-43B2-AEFB-D670B3629A51}" type="slidenum">
              <a:rPr lang="en-AU" altLang="en-US" sz="1200"/>
              <a:pPr eaLnBrk="1" hangingPunct="1"/>
              <a:t>16</a:t>
            </a:fld>
            <a:endParaRPr lang="en-AU" altLang="en-US" sz="1200"/>
          </a:p>
        </p:txBody>
      </p:sp>
      <p:sp>
        <p:nvSpPr>
          <p:cNvPr id="45059" name="Rectangle 2">
            <a:extLst>
              <a:ext uri="{FF2B5EF4-FFF2-40B4-BE49-F238E27FC236}">
                <a16:creationId xmlns:a16="http://schemas.microsoft.com/office/drawing/2014/main" id="{3046A31C-59A0-46BF-B1E4-F493A1E5402B}"/>
              </a:ext>
            </a:extLst>
          </p:cNvPr>
          <p:cNvSpPr>
            <a:spLocks noGrp="1" noRot="1" noChangeAspect="1" noChangeArrowheads="1" noTextEdit="1"/>
          </p:cNvSpPr>
          <p:nvPr>
            <p:ph type="sldImg"/>
          </p:nvPr>
        </p:nvSpPr>
        <p:spPr>
          <a:ln/>
        </p:spPr>
      </p:sp>
      <p:sp>
        <p:nvSpPr>
          <p:cNvPr id="45060" name="Rectangle 3">
            <a:extLst>
              <a:ext uri="{FF2B5EF4-FFF2-40B4-BE49-F238E27FC236}">
                <a16:creationId xmlns:a16="http://schemas.microsoft.com/office/drawing/2014/main" id="{CCC1AA4E-8F8B-467E-BD93-3F434AD99A5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Stallings Figure 14.5 illustrates the use of an X.509 hierarchy to mutually verify clients certificates.</a:t>
            </a:r>
          </a:p>
          <a:p>
            <a:pPr eaLnBrk="1" hangingPunct="1"/>
            <a:r>
              <a:rPr lang="en-US" altLang="en-US"/>
              <a:t>Track chains of certificates:</a:t>
            </a:r>
          </a:p>
          <a:p>
            <a:pPr eaLnBrk="1" hangingPunct="1"/>
            <a:r>
              <a:rPr lang="en-AU" altLang="en-US"/>
              <a:t>A acquires B certificate using chain:  X&lt;&lt;W&gt;&gt;W&lt;&lt;V&gt;&gt;V&lt;&lt;Y&gt;&gt;Y&lt;&lt;Z&gt;&gt;Z&lt;&lt;B&gt;&gt; </a:t>
            </a:r>
          </a:p>
          <a:p>
            <a:pPr eaLnBrk="1" hangingPunct="1"/>
            <a:r>
              <a:rPr lang="en-AU" altLang="en-US"/>
              <a:t>B acquires A certificate using chain:  Z&lt;&lt;Y&gt;&gt;Y&lt;&lt;V&gt;&gt;V&lt;&lt;W&gt;&gt;W&lt;&lt;X&gt;&gt;X&lt;&lt;A&gt;&gt; </a:t>
            </a:r>
          </a:p>
          <a:p>
            <a:pPr eaLnBrk="1" hangingPunct="1"/>
            <a:endParaRPr lang="en-AU"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1031">
            <a:extLst>
              <a:ext uri="{FF2B5EF4-FFF2-40B4-BE49-F238E27FC236}">
                <a16:creationId xmlns:a16="http://schemas.microsoft.com/office/drawing/2014/main" id="{9D7533C6-7E8F-465C-8A6F-C7AB70931F5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BEBEEF76-E263-4E05-9E9C-85EE3C535F4E}" type="slidenum">
              <a:rPr lang="en-AU" altLang="en-US" sz="1200"/>
              <a:pPr eaLnBrk="1" hangingPunct="1"/>
              <a:t>17</a:t>
            </a:fld>
            <a:endParaRPr lang="en-AU" altLang="en-US" sz="1200"/>
          </a:p>
        </p:txBody>
      </p:sp>
      <p:sp>
        <p:nvSpPr>
          <p:cNvPr id="46083" name="Rectangle 2">
            <a:extLst>
              <a:ext uri="{FF2B5EF4-FFF2-40B4-BE49-F238E27FC236}">
                <a16:creationId xmlns:a16="http://schemas.microsoft.com/office/drawing/2014/main" id="{05249530-2B35-47A9-AB05-6392D09BC562}"/>
              </a:ext>
            </a:extLst>
          </p:cNvPr>
          <p:cNvSpPr>
            <a:spLocks noGrp="1" noRot="1" noChangeAspect="1" noChangeArrowheads="1" noTextEdit="1"/>
          </p:cNvSpPr>
          <p:nvPr>
            <p:ph type="sldImg"/>
          </p:nvPr>
        </p:nvSpPr>
        <p:spPr>
          <a:ln/>
        </p:spPr>
      </p:sp>
      <p:sp>
        <p:nvSpPr>
          <p:cNvPr id="46084" name="Rectangle 3">
            <a:extLst>
              <a:ext uri="{FF2B5EF4-FFF2-40B4-BE49-F238E27FC236}">
                <a16:creationId xmlns:a16="http://schemas.microsoft.com/office/drawing/2014/main" id="{CD6A56C7-3E2B-4B5E-A872-CDF0061359D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Times-Roman" charset="0"/>
              </a:rPr>
              <a:t>A certificate includes a period of validity. Typically a new certificate is issued just before the expiration of the old one.</a:t>
            </a:r>
          </a:p>
          <a:p>
            <a:pPr eaLnBrk="1" hangingPunct="1"/>
            <a:r>
              <a:rPr lang="en-US" altLang="en-US">
                <a:latin typeface="Times-Roman" charset="0"/>
              </a:rPr>
              <a:t>In addition, it may be desirable on occasion to revoke a certificate before it expires, for one of a range of reasons, such as those shown above.</a:t>
            </a:r>
          </a:p>
          <a:p>
            <a:pPr eaLnBrk="1" hangingPunct="1"/>
            <a:r>
              <a:rPr lang="en-US" altLang="en-US">
                <a:latin typeface="Times-Roman" charset="0"/>
              </a:rPr>
              <a:t>To support this, each CA must maintain a list consisting of all revoked but not expired certificates issued by that CA, known as the certificate revocation list (CRL).</a:t>
            </a:r>
          </a:p>
          <a:p>
            <a:pPr eaLnBrk="1" hangingPunct="1"/>
            <a:r>
              <a:rPr lang="en-US" altLang="en-US">
                <a:latin typeface="Times-Roman" charset="0"/>
              </a:rPr>
              <a:t>When a user receives a certificate in a message, the user must determine whether the certificate has been revoked, by checking the directory CRL each time a certificate is received, this often does not happen in practice.</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1031">
            <a:extLst>
              <a:ext uri="{FF2B5EF4-FFF2-40B4-BE49-F238E27FC236}">
                <a16:creationId xmlns:a16="http://schemas.microsoft.com/office/drawing/2014/main" id="{48D0A106-AC5E-4352-94A7-C926623EFB8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7C1CDFC2-B8B7-43F0-91E1-C9AE4DE9FFB7}" type="slidenum">
              <a:rPr lang="en-AU" altLang="en-US" sz="1200"/>
              <a:pPr eaLnBrk="1" hangingPunct="1"/>
              <a:t>18</a:t>
            </a:fld>
            <a:endParaRPr lang="en-AU" altLang="en-US" sz="1200"/>
          </a:p>
        </p:txBody>
      </p:sp>
      <p:sp>
        <p:nvSpPr>
          <p:cNvPr id="47107" name="Rectangle 2">
            <a:extLst>
              <a:ext uri="{FF2B5EF4-FFF2-40B4-BE49-F238E27FC236}">
                <a16:creationId xmlns:a16="http://schemas.microsoft.com/office/drawing/2014/main" id="{54522736-7B37-4285-895C-3B6BE04BE8D8}"/>
              </a:ext>
            </a:extLst>
          </p:cNvPr>
          <p:cNvSpPr>
            <a:spLocks noGrp="1" noRot="1" noChangeAspect="1" noChangeArrowheads="1" noTextEdit="1"/>
          </p:cNvSpPr>
          <p:nvPr>
            <p:ph type="sldImg"/>
          </p:nvPr>
        </p:nvSpPr>
        <p:spPr>
          <a:ln/>
        </p:spPr>
      </p:sp>
      <p:sp>
        <p:nvSpPr>
          <p:cNvPr id="47108" name="Rectangle 3">
            <a:extLst>
              <a:ext uri="{FF2B5EF4-FFF2-40B4-BE49-F238E27FC236}">
                <a16:creationId xmlns:a16="http://schemas.microsoft.com/office/drawing/2014/main" id="{6D5E18DF-9D10-4781-9D64-F50B110D247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Times-Roman" charset="0"/>
              </a:rPr>
              <a:t>X.509 also includes three alternative authentication procedures that are intended for use across a variety of applications, </a:t>
            </a:r>
            <a:r>
              <a:rPr lang="en-AU" altLang="en-US"/>
              <a:t>used when obtaining and using certificates. 1-way for unidirectional messages (like email), 2-way for interactive sessions when timestamps are used, 3-way for interactive sessions with no need for timestamps (and hence synchronised clocks). See Stallings Figure 14.6 for details of each of these alternatives.</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1031">
            <a:extLst>
              <a:ext uri="{FF2B5EF4-FFF2-40B4-BE49-F238E27FC236}">
                <a16:creationId xmlns:a16="http://schemas.microsoft.com/office/drawing/2014/main" id="{AE4826A3-E11C-46C2-AD03-1BBC0EA9C0A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2B8D72C5-253C-44BD-B08F-3908ECF85375}" type="slidenum">
              <a:rPr lang="en-AU" altLang="en-US" sz="1200"/>
              <a:pPr eaLnBrk="1" hangingPunct="1"/>
              <a:t>19</a:t>
            </a:fld>
            <a:endParaRPr lang="en-AU" altLang="en-US" sz="1200"/>
          </a:p>
        </p:txBody>
      </p:sp>
      <p:sp>
        <p:nvSpPr>
          <p:cNvPr id="48131" name="Rectangle 2">
            <a:extLst>
              <a:ext uri="{FF2B5EF4-FFF2-40B4-BE49-F238E27FC236}">
                <a16:creationId xmlns:a16="http://schemas.microsoft.com/office/drawing/2014/main" id="{FAA6361E-ECFF-4C56-A7CC-4AFBAE0889B6}"/>
              </a:ext>
            </a:extLst>
          </p:cNvPr>
          <p:cNvSpPr>
            <a:spLocks noGrp="1" noRot="1" noChangeAspect="1" noChangeArrowheads="1" noTextEdit="1"/>
          </p:cNvSpPr>
          <p:nvPr>
            <p:ph type="sldImg"/>
          </p:nvPr>
        </p:nvSpPr>
        <p:spPr>
          <a:ln/>
        </p:spPr>
      </p:sp>
      <p:sp>
        <p:nvSpPr>
          <p:cNvPr id="48132" name="Rectangle 3">
            <a:extLst>
              <a:ext uri="{FF2B5EF4-FFF2-40B4-BE49-F238E27FC236}">
                <a16:creationId xmlns:a16="http://schemas.microsoft.com/office/drawing/2014/main" id="{191BF949-59B8-4893-81FB-B6A4BEA11BD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Times-Roman" charset="0"/>
              </a:rPr>
              <a:t>One way authentication involves a single transfer of information from one user (A) to another (B), and establishes the details shown above. Note that only the identity of the initiating entity is verified in this process, not that of the responding entity. At a minimum, the message includes a timestamp ,a nonce, and the identity of B and is signed with A’s private key. The message may also include information to be conveyed, such as a session key for B.</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1031">
            <a:extLst>
              <a:ext uri="{FF2B5EF4-FFF2-40B4-BE49-F238E27FC236}">
                <a16:creationId xmlns:a16="http://schemas.microsoft.com/office/drawing/2014/main" id="{6E1E5AC4-8E27-4E5A-BE30-E3FBEF1494B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9A081D67-0409-47A2-ACD0-00080E6298C1}" type="slidenum">
              <a:rPr lang="en-AU" altLang="en-US" sz="1200"/>
              <a:pPr eaLnBrk="1" hangingPunct="1"/>
              <a:t>20</a:t>
            </a:fld>
            <a:endParaRPr lang="en-AU" altLang="en-US" sz="1200"/>
          </a:p>
        </p:txBody>
      </p:sp>
      <p:sp>
        <p:nvSpPr>
          <p:cNvPr id="49155" name="Rectangle 2">
            <a:extLst>
              <a:ext uri="{FF2B5EF4-FFF2-40B4-BE49-F238E27FC236}">
                <a16:creationId xmlns:a16="http://schemas.microsoft.com/office/drawing/2014/main" id="{11BE0540-B29A-40A5-A2AA-E12EC85EC2E6}"/>
              </a:ext>
            </a:extLst>
          </p:cNvPr>
          <p:cNvSpPr>
            <a:spLocks noGrp="1" noRot="1" noChangeAspect="1" noChangeArrowheads="1" noTextEdit="1"/>
          </p:cNvSpPr>
          <p:nvPr>
            <p:ph type="sldImg"/>
          </p:nvPr>
        </p:nvSpPr>
        <p:spPr>
          <a:ln/>
        </p:spPr>
      </p:sp>
      <p:sp>
        <p:nvSpPr>
          <p:cNvPr id="49156" name="Rectangle 3">
            <a:extLst>
              <a:ext uri="{FF2B5EF4-FFF2-40B4-BE49-F238E27FC236}">
                <a16:creationId xmlns:a16="http://schemas.microsoft.com/office/drawing/2014/main" id="{C1B92A67-EF39-4596-8F43-D69814409B4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Times-Roman" charset="0"/>
              </a:rPr>
              <a:t>Two-way authentication thus permits both parties in a communication to verify the identity of the other, thus additionally establishing the above details. The reply message includes the nonce from A, to validate the reply. It also includes a timestamp and nonce generated by B, and possible additional information for A.</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1031">
            <a:extLst>
              <a:ext uri="{FF2B5EF4-FFF2-40B4-BE49-F238E27FC236}">
                <a16:creationId xmlns:a16="http://schemas.microsoft.com/office/drawing/2014/main" id="{A15C56B4-6CDA-4F6A-B726-34CF2182898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0873E27D-D78F-4753-A15C-1544C4DB6097}" type="slidenum">
              <a:rPr lang="en-AU" altLang="en-US" sz="1200"/>
              <a:pPr eaLnBrk="1" hangingPunct="1"/>
              <a:t>21</a:t>
            </a:fld>
            <a:endParaRPr lang="en-AU" altLang="en-US" sz="1200"/>
          </a:p>
        </p:txBody>
      </p:sp>
      <p:sp>
        <p:nvSpPr>
          <p:cNvPr id="50179" name="Rectangle 2">
            <a:extLst>
              <a:ext uri="{FF2B5EF4-FFF2-40B4-BE49-F238E27FC236}">
                <a16:creationId xmlns:a16="http://schemas.microsoft.com/office/drawing/2014/main" id="{196274EB-0506-4068-91E6-E3A689274A53}"/>
              </a:ext>
            </a:extLst>
          </p:cNvPr>
          <p:cNvSpPr>
            <a:spLocks noGrp="1" noRot="1" noChangeAspect="1" noChangeArrowheads="1" noTextEdit="1"/>
          </p:cNvSpPr>
          <p:nvPr>
            <p:ph type="sldImg"/>
          </p:nvPr>
        </p:nvSpPr>
        <p:spPr>
          <a:ln/>
        </p:spPr>
      </p:sp>
      <p:sp>
        <p:nvSpPr>
          <p:cNvPr id="50180" name="Rectangle 3">
            <a:extLst>
              <a:ext uri="{FF2B5EF4-FFF2-40B4-BE49-F238E27FC236}">
                <a16:creationId xmlns:a16="http://schemas.microsoft.com/office/drawing/2014/main" id="{9EA8D060-3C57-45F9-813D-F6D4F999F5F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Times-Roman" charset="0"/>
              </a:rPr>
              <a:t>Three-Way Authentication includes a final message from A to B, which contains a signed copy of the nonce, so that timestamps need not be checked, for use when synchronized clocks are not available.</a:t>
            </a:r>
            <a:r>
              <a:rPr lang="en-US" altLang="en-US">
                <a:latin typeface="Helvetica" panose="020B0604020202020204" pitchFamily="34" charset="0"/>
              </a:rPr>
              <a:t> </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1031">
            <a:extLst>
              <a:ext uri="{FF2B5EF4-FFF2-40B4-BE49-F238E27FC236}">
                <a16:creationId xmlns:a16="http://schemas.microsoft.com/office/drawing/2014/main" id="{F8444B72-715E-42E5-AD90-22945D6E8D2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EA70D585-906B-4464-8FCB-327251A3B19A}" type="slidenum">
              <a:rPr lang="en-AU" altLang="en-US" sz="1200"/>
              <a:pPr eaLnBrk="1" hangingPunct="1"/>
              <a:t>22</a:t>
            </a:fld>
            <a:endParaRPr lang="en-AU" altLang="en-US" sz="1200"/>
          </a:p>
        </p:txBody>
      </p:sp>
      <p:sp>
        <p:nvSpPr>
          <p:cNvPr id="51203" name="Rectangle 2">
            <a:extLst>
              <a:ext uri="{FF2B5EF4-FFF2-40B4-BE49-F238E27FC236}">
                <a16:creationId xmlns:a16="http://schemas.microsoft.com/office/drawing/2014/main" id="{11C728ED-442D-48B2-80D5-DDBDD05A3D60}"/>
              </a:ext>
            </a:extLst>
          </p:cNvPr>
          <p:cNvSpPr>
            <a:spLocks noGrp="1" noRot="1" noChangeAspect="1" noChangeArrowheads="1" noTextEdit="1"/>
          </p:cNvSpPr>
          <p:nvPr>
            <p:ph type="sldImg"/>
          </p:nvPr>
        </p:nvSpPr>
        <p:spPr>
          <a:ln/>
        </p:spPr>
      </p:sp>
      <p:sp>
        <p:nvSpPr>
          <p:cNvPr id="51204" name="Rectangle 3">
            <a:extLst>
              <a:ext uri="{FF2B5EF4-FFF2-40B4-BE49-F238E27FC236}">
                <a16:creationId xmlns:a16="http://schemas.microsoft.com/office/drawing/2014/main" id="{7FC21D15-BEA2-45B2-A201-FD6C4AB08E5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Times-Roman" charset="0"/>
              </a:rPr>
              <a:t>The X.509 version 2 format does not convey all of the information that recent design and implementation experience has shown to be needed. Rather than continue to add fields to a fixed format, standards developers felt that a more flexible approach was needed. </a:t>
            </a:r>
            <a:r>
              <a:rPr lang="en-US" altLang="en-US"/>
              <a:t>X.509 v</a:t>
            </a:r>
            <a:r>
              <a:rPr lang="en-US" altLang="en-US">
                <a:latin typeface="Times-Roman" charset="0"/>
              </a:rPr>
              <a:t>ersion 3 includes a number of optional extensions that may be added to the version 2 format. Each extension consists of an extension identifier, a criticality indicator, and an extension value. The criticality indicator indicates whether an extension can be safely ignored or not (in which case if unknown the certificate is invalid). </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1031">
            <a:extLst>
              <a:ext uri="{FF2B5EF4-FFF2-40B4-BE49-F238E27FC236}">
                <a16:creationId xmlns:a16="http://schemas.microsoft.com/office/drawing/2014/main" id="{299BE9FB-6092-44A1-80A9-41CC334E67F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80CB50BF-1041-40B4-B786-72839C973700}" type="slidenum">
              <a:rPr lang="en-AU" altLang="en-US" sz="1200"/>
              <a:pPr eaLnBrk="1" hangingPunct="1"/>
              <a:t>23</a:t>
            </a:fld>
            <a:endParaRPr lang="en-AU" altLang="en-US" sz="1200"/>
          </a:p>
        </p:txBody>
      </p:sp>
      <p:sp>
        <p:nvSpPr>
          <p:cNvPr id="52227" name="Rectangle 2">
            <a:extLst>
              <a:ext uri="{FF2B5EF4-FFF2-40B4-BE49-F238E27FC236}">
                <a16:creationId xmlns:a16="http://schemas.microsoft.com/office/drawing/2014/main" id="{A4D00C9E-78C3-415D-BAD4-A075770DC1F8}"/>
              </a:ext>
            </a:extLst>
          </p:cNvPr>
          <p:cNvSpPr>
            <a:spLocks noGrp="1" noRot="1" noChangeAspect="1" noChangeArrowheads="1" noTextEdit="1"/>
          </p:cNvSpPr>
          <p:nvPr>
            <p:ph type="sldImg"/>
          </p:nvPr>
        </p:nvSpPr>
        <p:spPr>
          <a:ln/>
        </p:spPr>
      </p:sp>
      <p:sp>
        <p:nvSpPr>
          <p:cNvPr id="52228" name="Rectangle 3">
            <a:extLst>
              <a:ext uri="{FF2B5EF4-FFF2-40B4-BE49-F238E27FC236}">
                <a16:creationId xmlns:a16="http://schemas.microsoft.com/office/drawing/2014/main" id="{17EC0A03-B61E-4935-A1E9-B1FB7C168BE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Times-Roman" charset="0"/>
              </a:rPr>
              <a:t>The certificate extensions fall into three main categories: </a:t>
            </a:r>
          </a:p>
          <a:p>
            <a:pPr eaLnBrk="1" hangingPunct="1">
              <a:buFontTx/>
              <a:buChar char="•"/>
            </a:pPr>
            <a:r>
              <a:rPr lang="en-US" altLang="en-US">
                <a:latin typeface="Times-Roman" charset="0"/>
              </a:rPr>
              <a:t>key and policy information - convey additional information about the subject and issuer keys, plus indicators of certificate policy</a:t>
            </a:r>
          </a:p>
          <a:p>
            <a:pPr eaLnBrk="1" hangingPunct="1">
              <a:buFontTx/>
              <a:buChar char="•"/>
            </a:pPr>
            <a:r>
              <a:rPr lang="en-US" altLang="en-US">
                <a:latin typeface="Times-Roman" charset="0"/>
              </a:rPr>
              <a:t>subject and issuer attributes - support alternative names, in alternative formats, for a certificate subject or certificate issuer and can convey additional information about the certificate subject</a:t>
            </a:r>
          </a:p>
          <a:p>
            <a:pPr eaLnBrk="1" hangingPunct="1">
              <a:buFontTx/>
              <a:buChar char="•"/>
            </a:pPr>
            <a:r>
              <a:rPr lang="en-US" altLang="en-US">
                <a:latin typeface="Times-Roman" charset="0"/>
              </a:rPr>
              <a:t>certification path constraints - allow constraint specifications to be included in certificates issued for CA’s by other CA’s</a:t>
            </a:r>
          </a:p>
          <a:p>
            <a:pPr eaLnBrk="1" hangingPunct="1"/>
            <a:endParaRPr lang="en-US" altLang="en-US">
              <a:latin typeface="Times-Roman" charset="0"/>
            </a:endParaRPr>
          </a:p>
          <a:p>
            <a:pPr eaLnBrk="1" hangingPunct="1"/>
            <a:endParaRPr lang="en-US"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1031">
            <a:extLst>
              <a:ext uri="{FF2B5EF4-FFF2-40B4-BE49-F238E27FC236}">
                <a16:creationId xmlns:a16="http://schemas.microsoft.com/office/drawing/2014/main" id="{E097F7AC-DD2F-4689-903D-11FC7F6D33E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B6CBCE2B-5075-46DD-B593-1AE5ADA79D2A}" type="slidenum">
              <a:rPr lang="en-AU" altLang="en-US" sz="1200"/>
              <a:pPr eaLnBrk="1" hangingPunct="1"/>
              <a:t>24</a:t>
            </a:fld>
            <a:endParaRPr lang="en-AU" altLang="en-US" sz="1200"/>
          </a:p>
        </p:txBody>
      </p:sp>
      <p:sp>
        <p:nvSpPr>
          <p:cNvPr id="53251" name="Rectangle 2">
            <a:extLst>
              <a:ext uri="{FF2B5EF4-FFF2-40B4-BE49-F238E27FC236}">
                <a16:creationId xmlns:a16="http://schemas.microsoft.com/office/drawing/2014/main" id="{8033E450-C999-4837-A2A8-8AD90A5391EF}"/>
              </a:ext>
            </a:extLst>
          </p:cNvPr>
          <p:cNvSpPr>
            <a:spLocks noGrp="1" noRot="1" noChangeAspect="1" noChangeArrowheads="1" noTextEdit="1"/>
          </p:cNvSpPr>
          <p:nvPr>
            <p:ph type="sldImg"/>
          </p:nvPr>
        </p:nvSpPr>
        <p:spPr>
          <a:solidFill>
            <a:srgbClr val="FFFFFF"/>
          </a:solidFill>
          <a:ln/>
        </p:spPr>
      </p:sp>
      <p:sp>
        <p:nvSpPr>
          <p:cNvPr id="53252" name="Rectangle 3">
            <a:extLst>
              <a:ext uri="{FF2B5EF4-FFF2-40B4-BE49-F238E27FC236}">
                <a16:creationId xmlns:a16="http://schemas.microsoft.com/office/drawing/2014/main" id="{C8135F03-C227-4F69-BC85-3C00D60C9EDB}"/>
              </a:ext>
            </a:extLst>
          </p:cNvPr>
          <p:cNvSpPr>
            <a:spLocks noGrp="1" noChangeArrowheads="1"/>
          </p:cNvSpPr>
          <p:nvPr>
            <p:ph type="body" idx="1"/>
          </p:nvPr>
        </p:nvSpPr>
        <p:spPr>
          <a:solidFill>
            <a:srgbClr val="FFFFFF"/>
          </a:solidFill>
          <a:ln>
            <a:solidFill>
              <a:srgbClr val="000000"/>
            </a:solidFill>
          </a:ln>
        </p:spPr>
        <p:txBody>
          <a:bodyPr/>
          <a:lstStyle/>
          <a:p>
            <a:pPr eaLnBrk="1" hangingPunct="1"/>
            <a:r>
              <a:rPr lang="en-US" altLang="en-US">
                <a:latin typeface="Times-Roman" charset="0"/>
              </a:rPr>
              <a:t>RFC 2822 (Internet Security Glossary) defines public-key infrastructure (PKI) as the set of hardware, software, people, policies, and procedures needed to create, manage, store, distribute, and revoke digital certificates based on asymmetric cryptography. The IETF Public Key Infrastructure X.509 (PKIX) working group has setup a formal (and generic) model based on X.509 that is suitable for deploying a certificate-based architecture on the Internet.</a:t>
            </a:r>
            <a:endParaRPr lang="en-US" altLang="en-US"/>
          </a:p>
          <a:p>
            <a:pPr eaLnBrk="1" hangingPunct="1"/>
            <a:r>
              <a:rPr lang="en-US" altLang="en-US"/>
              <a:t>Stallings Figure 14.7 </a:t>
            </a:r>
            <a:r>
              <a:rPr lang="en-US" altLang="en-US">
                <a:latin typeface="Times-Roman" charset="0"/>
              </a:rPr>
              <a:t>shows the interrelationship among the key elements of the PKIX model, and lists the various management functions needed.</a:t>
            </a:r>
            <a:endParaRPr lang="en-AU" altLang="en-US">
              <a:latin typeface="Times-Roman"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a:extLst>
              <a:ext uri="{FF2B5EF4-FFF2-40B4-BE49-F238E27FC236}">
                <a16:creationId xmlns:a16="http://schemas.microsoft.com/office/drawing/2014/main" id="{1882A51A-7C16-436C-81FA-6BE79DD66C7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94CC41F1-409A-4F68-99AC-C6C65364A309}" type="slidenum">
              <a:rPr lang="en-AU" altLang="en-US" sz="1200"/>
              <a:pPr eaLnBrk="1" hangingPunct="1"/>
              <a:t>25</a:t>
            </a:fld>
            <a:endParaRPr lang="en-AU" altLang="en-US" sz="1200"/>
          </a:p>
        </p:txBody>
      </p:sp>
      <p:sp>
        <p:nvSpPr>
          <p:cNvPr id="28675" name="Rectangle 1026">
            <a:extLst>
              <a:ext uri="{FF2B5EF4-FFF2-40B4-BE49-F238E27FC236}">
                <a16:creationId xmlns:a16="http://schemas.microsoft.com/office/drawing/2014/main" id="{8F08162D-4384-4F5A-BF74-905440914593}"/>
              </a:ext>
            </a:extLst>
          </p:cNvPr>
          <p:cNvSpPr>
            <a:spLocks noGrp="1" noRot="1" noChangeAspect="1" noChangeArrowheads="1" noTextEdit="1"/>
          </p:cNvSpPr>
          <p:nvPr>
            <p:ph type="sldImg"/>
          </p:nvPr>
        </p:nvSpPr>
        <p:spPr>
          <a:solidFill>
            <a:srgbClr val="FFFFFF"/>
          </a:solidFill>
          <a:ln/>
        </p:spPr>
      </p:sp>
      <p:sp>
        <p:nvSpPr>
          <p:cNvPr id="28676" name="Rectangle 1027">
            <a:extLst>
              <a:ext uri="{FF2B5EF4-FFF2-40B4-BE49-F238E27FC236}">
                <a16:creationId xmlns:a16="http://schemas.microsoft.com/office/drawing/2014/main" id="{C08E0E96-C3DC-4F93-8A01-248250D26820}"/>
              </a:ext>
            </a:extLst>
          </p:cNvPr>
          <p:cNvSpPr>
            <a:spLocks noGrp="1" noChangeArrowheads="1"/>
          </p:cNvSpPr>
          <p:nvPr>
            <p:ph type="body" idx="1"/>
          </p:nvPr>
        </p:nvSpPr>
        <p:spPr>
          <a:solidFill>
            <a:srgbClr val="FFFFFF"/>
          </a:solidFill>
          <a:ln>
            <a:solidFill>
              <a:srgbClr val="000000"/>
            </a:solidFill>
          </a:ln>
        </p:spPr>
        <p:txBody>
          <a:bodyPr/>
          <a:lstStyle/>
          <a:p>
            <a:pPr eaLnBrk="1" hangingPunct="1"/>
            <a:endParaRPr lang="en-US"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a:extLst>
              <a:ext uri="{FF2B5EF4-FFF2-40B4-BE49-F238E27FC236}">
                <a16:creationId xmlns:a16="http://schemas.microsoft.com/office/drawing/2014/main" id="{2E8B5490-FA68-4524-9BE4-D3A9DA2CF6F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3FBE8579-A6B7-44B6-94F9-E5D65FA92CB7}" type="slidenum">
              <a:rPr lang="en-AU" altLang="en-US" sz="1200"/>
              <a:pPr eaLnBrk="1" hangingPunct="1"/>
              <a:t>26</a:t>
            </a:fld>
            <a:endParaRPr lang="en-AU" altLang="en-US" sz="1200"/>
          </a:p>
        </p:txBody>
      </p:sp>
      <p:sp>
        <p:nvSpPr>
          <p:cNvPr id="29699" name="Rectangle 2">
            <a:extLst>
              <a:ext uri="{FF2B5EF4-FFF2-40B4-BE49-F238E27FC236}">
                <a16:creationId xmlns:a16="http://schemas.microsoft.com/office/drawing/2014/main" id="{7CD51699-2DAF-4846-9FF8-94B327572762}"/>
              </a:ext>
            </a:extLst>
          </p:cNvPr>
          <p:cNvSpPr>
            <a:spLocks noGrp="1" noRot="1" noChangeAspect="1" noChangeArrowheads="1" noTextEdit="1"/>
          </p:cNvSpPr>
          <p:nvPr>
            <p:ph type="sldImg"/>
          </p:nvPr>
        </p:nvSpPr>
        <p:spPr>
          <a:ln/>
        </p:spPr>
      </p:sp>
      <p:sp>
        <p:nvSpPr>
          <p:cNvPr id="29700" name="Rectangle 3">
            <a:extLst>
              <a:ext uri="{FF2B5EF4-FFF2-40B4-BE49-F238E27FC236}">
                <a16:creationId xmlns:a16="http://schemas.microsoft.com/office/drawing/2014/main" id="{73F8A2CD-A76B-4C6A-9E44-F62072E1E04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In virtually all distributed environments, electronic mail is the most heavily used network-based application. But </a:t>
            </a:r>
            <a:r>
              <a:rPr lang="en-AU" altLang="en-US"/>
              <a:t>current email services are roughly like "postcards”, anyone who wants could pick it up and have a look as its in transit or sitting in the recipients mailbox.</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a:extLst>
              <a:ext uri="{FF2B5EF4-FFF2-40B4-BE49-F238E27FC236}">
                <a16:creationId xmlns:a16="http://schemas.microsoft.com/office/drawing/2014/main" id="{0CFF53BB-C7D3-45A8-9B5D-DF3A9BB3DAC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030FAE37-50A4-4829-A394-BB913BBBD036}" type="slidenum">
              <a:rPr lang="en-AU" altLang="en-US" sz="1200"/>
              <a:pPr eaLnBrk="1" hangingPunct="1"/>
              <a:t>27</a:t>
            </a:fld>
            <a:endParaRPr lang="en-AU" altLang="en-US" sz="1200"/>
          </a:p>
        </p:txBody>
      </p:sp>
      <p:sp>
        <p:nvSpPr>
          <p:cNvPr id="30723" name="Rectangle 2">
            <a:extLst>
              <a:ext uri="{FF2B5EF4-FFF2-40B4-BE49-F238E27FC236}">
                <a16:creationId xmlns:a16="http://schemas.microsoft.com/office/drawing/2014/main" id="{6B4B83DB-9394-451E-BB14-177DC817E725}"/>
              </a:ext>
            </a:extLst>
          </p:cNvPr>
          <p:cNvSpPr>
            <a:spLocks noGrp="1" noRot="1" noChangeAspect="1" noChangeArrowheads="1" noTextEdit="1"/>
          </p:cNvSpPr>
          <p:nvPr>
            <p:ph type="sldImg"/>
          </p:nvPr>
        </p:nvSpPr>
        <p:spPr>
          <a:ln/>
        </p:spPr>
      </p:sp>
      <p:sp>
        <p:nvSpPr>
          <p:cNvPr id="30724" name="Rectangle 3">
            <a:extLst>
              <a:ext uri="{FF2B5EF4-FFF2-40B4-BE49-F238E27FC236}">
                <a16:creationId xmlns:a16="http://schemas.microsoft.com/office/drawing/2014/main" id="{3C4E9855-1327-43E4-AA2D-F39B7845BE7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With the explosively growing reliance on electronic mail for every conceivable purpose, there grows a demand for authentication and confidentiality services. </a:t>
            </a:r>
            <a:r>
              <a:rPr lang="en-AU" altLang="en-US"/>
              <a:t>What we want is something more akin to standard mail (contents protected inside an envelope) if not registered mail (have confidence about the sender of the mail and its contents). That is, the “classic” security services listed are desired.</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a:extLst>
              <a:ext uri="{FF2B5EF4-FFF2-40B4-BE49-F238E27FC236}">
                <a16:creationId xmlns:a16="http://schemas.microsoft.com/office/drawing/2014/main" id="{58D6BD99-4AD2-4616-B75E-D302F5C35F7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AB3EED43-8757-4BFA-A6C5-932B0DE38AB7}" type="slidenum">
              <a:rPr lang="en-AU" altLang="en-US" sz="1200"/>
              <a:pPr eaLnBrk="1" hangingPunct="1"/>
              <a:t>28</a:t>
            </a:fld>
            <a:endParaRPr lang="en-AU" altLang="en-US" sz="1200"/>
          </a:p>
        </p:txBody>
      </p:sp>
      <p:sp>
        <p:nvSpPr>
          <p:cNvPr id="31747" name="Rectangle 2">
            <a:extLst>
              <a:ext uri="{FF2B5EF4-FFF2-40B4-BE49-F238E27FC236}">
                <a16:creationId xmlns:a16="http://schemas.microsoft.com/office/drawing/2014/main" id="{F4309E29-FD7A-49B4-9487-59D6544533FA}"/>
              </a:ext>
            </a:extLst>
          </p:cNvPr>
          <p:cNvSpPr>
            <a:spLocks noGrp="1" noRot="1" noChangeAspect="1" noChangeArrowheads="1" noTextEdit="1"/>
          </p:cNvSpPr>
          <p:nvPr>
            <p:ph type="sldImg"/>
          </p:nvPr>
        </p:nvSpPr>
        <p:spPr>
          <a:ln/>
        </p:spPr>
      </p:sp>
      <p:sp>
        <p:nvSpPr>
          <p:cNvPr id="31748" name="Rectangle 3">
            <a:extLst>
              <a:ext uri="{FF2B5EF4-FFF2-40B4-BE49-F238E27FC236}">
                <a16:creationId xmlns:a16="http://schemas.microsoft.com/office/drawing/2014/main" id="{2A1C6263-65B6-4D5A-A50E-22BAA3E0A29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The </a:t>
            </a:r>
            <a:r>
              <a:rPr lang="en-AU" altLang="en-US"/>
              <a:t>Pretty Good Privacy (PGP) secure email program,</a:t>
            </a:r>
            <a:r>
              <a:rPr lang="en-US" altLang="en-US"/>
              <a:t> is a remarkable phenomenon, has grown explosively and is now widely used. Largely the effort of a single person, Phil Zimmermann, who selected the best available crypto algorithms to use &amp; integrated them into a single program, PGP provides a confidentiality and authentication service that can be used for electronic mail and file storage applications. It runs on a wide range of systems, in both free &amp; commercial versions.</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a:extLst>
              <a:ext uri="{FF2B5EF4-FFF2-40B4-BE49-F238E27FC236}">
                <a16:creationId xmlns:a16="http://schemas.microsoft.com/office/drawing/2014/main" id="{D4EF9DC8-EC64-42E4-84EB-19D6DC970D1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A51373CA-2DEE-45C3-8BE7-8EFE8390C4E1}" type="slidenum">
              <a:rPr lang="en-AU" altLang="en-US" sz="1200"/>
              <a:pPr eaLnBrk="1" hangingPunct="1"/>
              <a:t>29</a:t>
            </a:fld>
            <a:endParaRPr lang="en-AU" altLang="en-US" sz="1200"/>
          </a:p>
        </p:txBody>
      </p:sp>
      <p:sp>
        <p:nvSpPr>
          <p:cNvPr id="32771" name="Rectangle 2">
            <a:extLst>
              <a:ext uri="{FF2B5EF4-FFF2-40B4-BE49-F238E27FC236}">
                <a16:creationId xmlns:a16="http://schemas.microsoft.com/office/drawing/2014/main" id="{BE17092A-461B-4472-BCC5-DEB2E3D7069D}"/>
              </a:ext>
            </a:extLst>
          </p:cNvPr>
          <p:cNvSpPr>
            <a:spLocks noGrp="1" noRot="1" noChangeAspect="1" noChangeArrowheads="1" noTextEdit="1"/>
          </p:cNvSpPr>
          <p:nvPr>
            <p:ph type="sldImg"/>
          </p:nvPr>
        </p:nvSpPr>
        <p:spPr>
          <a:ln/>
        </p:spPr>
      </p:sp>
      <p:sp>
        <p:nvSpPr>
          <p:cNvPr id="32772" name="Rectangle 3">
            <a:extLst>
              <a:ext uri="{FF2B5EF4-FFF2-40B4-BE49-F238E27FC236}">
                <a16:creationId xmlns:a16="http://schemas.microsoft.com/office/drawing/2014/main" id="{A27A7488-9BCF-4516-90E7-FE08273B9B3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The actual operation of PGP consists of five services: authentication, confidentiality, compression, e-mail compatibility, and segmentation.</a:t>
            </a:r>
          </a:p>
          <a:p>
            <a:pPr eaLnBrk="1" hangingPunct="1"/>
            <a:r>
              <a:rPr lang="en-US" altLang="en-US"/>
              <a:t>Here see the digital signature service provided by PGP, using the steps as shown. Note this assumes use of RSA digital signatures, recent PGP versions also support the use of DSS signatures. Signatures can also be detached from a message/file and sent/stored separately. </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a:extLst>
              <a:ext uri="{FF2B5EF4-FFF2-40B4-BE49-F238E27FC236}">
                <a16:creationId xmlns:a16="http://schemas.microsoft.com/office/drawing/2014/main" id="{BBD1B808-5EEF-4582-9BF3-E7D2B7C68AF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FE9E30E8-8BBC-4E56-8EBA-1598986F7109}" type="slidenum">
              <a:rPr lang="en-AU" altLang="en-US" sz="1200"/>
              <a:pPr eaLnBrk="1" hangingPunct="1"/>
              <a:t>30</a:t>
            </a:fld>
            <a:endParaRPr lang="en-AU" altLang="en-US" sz="1200"/>
          </a:p>
        </p:txBody>
      </p:sp>
      <p:sp>
        <p:nvSpPr>
          <p:cNvPr id="33795" name="Rectangle 2">
            <a:extLst>
              <a:ext uri="{FF2B5EF4-FFF2-40B4-BE49-F238E27FC236}">
                <a16:creationId xmlns:a16="http://schemas.microsoft.com/office/drawing/2014/main" id="{B9F2131A-2FBF-4F90-BCBF-E66E1CD503C7}"/>
              </a:ext>
            </a:extLst>
          </p:cNvPr>
          <p:cNvSpPr>
            <a:spLocks noGrp="1" noRot="1" noChangeAspect="1" noChangeArrowheads="1" noTextEdit="1"/>
          </p:cNvSpPr>
          <p:nvPr>
            <p:ph type="sldImg"/>
          </p:nvPr>
        </p:nvSpPr>
        <p:spPr>
          <a:ln/>
        </p:spPr>
      </p:sp>
      <p:sp>
        <p:nvSpPr>
          <p:cNvPr id="33796" name="Rectangle 3">
            <a:extLst>
              <a:ext uri="{FF2B5EF4-FFF2-40B4-BE49-F238E27FC236}">
                <a16:creationId xmlns:a16="http://schemas.microsoft.com/office/drawing/2014/main" id="{C6EF3BF7-A247-450B-AC2B-8994078D76A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Another basic service provided by PGP is confidentiality, provided by encrypting messages to be transmitted or to be stored locally as files, using symmetric encryption algorithms CAST-128, IDEA or 3DES in 64-bit cipher feedback (CFB) mode. The randomly chosen session key used for this is sent encrypted using the recipient’s public RSA key. The steps used in this process are as shown. Recent PGP versions also support the use of ElGamal (a Diffie-Hellman variant) for session-key exchange.</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7">
            <a:extLst>
              <a:ext uri="{FF2B5EF4-FFF2-40B4-BE49-F238E27FC236}">
                <a16:creationId xmlns:a16="http://schemas.microsoft.com/office/drawing/2014/main" id="{45032F1D-4716-45DF-8377-9EF22FD3551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2F60ECF7-4A0B-453C-B001-8AD5B8EE178F}" type="slidenum">
              <a:rPr lang="en-AU" altLang="en-US" sz="1200"/>
              <a:pPr eaLnBrk="1" hangingPunct="1"/>
              <a:t>31</a:t>
            </a:fld>
            <a:endParaRPr lang="en-AU" altLang="en-US" sz="1200"/>
          </a:p>
        </p:txBody>
      </p:sp>
      <p:sp>
        <p:nvSpPr>
          <p:cNvPr id="34819" name="Rectangle 2">
            <a:extLst>
              <a:ext uri="{FF2B5EF4-FFF2-40B4-BE49-F238E27FC236}">
                <a16:creationId xmlns:a16="http://schemas.microsoft.com/office/drawing/2014/main" id="{4BDB78A6-8F13-4CBF-98F7-13DCDEFCE208}"/>
              </a:ext>
            </a:extLst>
          </p:cNvPr>
          <p:cNvSpPr>
            <a:spLocks noGrp="1" noRot="1" noChangeAspect="1" noChangeArrowheads="1" noTextEdit="1"/>
          </p:cNvSpPr>
          <p:nvPr>
            <p:ph type="sldImg"/>
          </p:nvPr>
        </p:nvSpPr>
        <p:spPr>
          <a:ln/>
        </p:spPr>
      </p:sp>
      <p:sp>
        <p:nvSpPr>
          <p:cNvPr id="34820" name="Rectangle 3">
            <a:extLst>
              <a:ext uri="{FF2B5EF4-FFF2-40B4-BE49-F238E27FC236}">
                <a16:creationId xmlns:a16="http://schemas.microsoft.com/office/drawing/2014/main" id="{618B9D48-2E8A-408F-85C5-6228A67B3FA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Both </a:t>
            </a:r>
            <a:r>
              <a:rPr lang="en-US" altLang="en-US" sz="1000"/>
              <a:t>confidentiality &amp; authentication </a:t>
            </a:r>
            <a:r>
              <a:rPr lang="en-US" altLang="en-US"/>
              <a:t>services may be used for the same message. Firstly a signature is generated for the plaintext message and prepended to the it. Then the plaintext message plus signature is encrypted using CAST-128 (or IDEA or 3DES), and the session key is encrypted using RSA (or ElGamal).</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a:extLst>
              <a:ext uri="{FF2B5EF4-FFF2-40B4-BE49-F238E27FC236}">
                <a16:creationId xmlns:a16="http://schemas.microsoft.com/office/drawing/2014/main" id="{C1179F09-7233-4EAB-8990-1C0C6CDA64A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D2C9BE78-7DD4-40ED-9645-FF6BD7C82580}" type="slidenum">
              <a:rPr lang="en-AU" altLang="en-US" sz="1200"/>
              <a:pPr eaLnBrk="1" hangingPunct="1"/>
              <a:t>32</a:t>
            </a:fld>
            <a:endParaRPr lang="en-AU" altLang="en-US" sz="1200"/>
          </a:p>
        </p:txBody>
      </p:sp>
      <p:sp>
        <p:nvSpPr>
          <p:cNvPr id="35843" name="Rectangle 2">
            <a:extLst>
              <a:ext uri="{FF2B5EF4-FFF2-40B4-BE49-F238E27FC236}">
                <a16:creationId xmlns:a16="http://schemas.microsoft.com/office/drawing/2014/main" id="{F91F28FC-40CB-48FF-B51F-61CAB882CFD3}"/>
              </a:ext>
            </a:extLst>
          </p:cNvPr>
          <p:cNvSpPr>
            <a:spLocks noGrp="1" noRot="1" noChangeAspect="1" noChangeArrowheads="1" noTextEdit="1"/>
          </p:cNvSpPr>
          <p:nvPr>
            <p:ph type="sldImg"/>
          </p:nvPr>
        </p:nvSpPr>
        <p:spPr>
          <a:ln/>
        </p:spPr>
      </p:sp>
      <p:sp>
        <p:nvSpPr>
          <p:cNvPr id="35844" name="Rectangle 3">
            <a:extLst>
              <a:ext uri="{FF2B5EF4-FFF2-40B4-BE49-F238E27FC236}">
                <a16:creationId xmlns:a16="http://schemas.microsoft.com/office/drawing/2014/main" id="{B1044BB3-9A2A-4183-BA3E-D9BEA3F2C10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By default PGP compresses the message after applying the signature but before encryption. This has the benefit of saving space both for e-mail transmission and for file storage. The signature is generated before compression for the reasons shown. The compression algorithm used is ZIP, which is described in Stallings Appendix 15A. </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a:extLst>
              <a:ext uri="{FF2B5EF4-FFF2-40B4-BE49-F238E27FC236}">
                <a16:creationId xmlns:a16="http://schemas.microsoft.com/office/drawing/2014/main" id="{EA5ABB31-81F4-45D1-A2A1-86C9F5DD893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A3DF07C9-0231-47B0-A2AC-B4E67BFE55E5}" type="slidenum">
              <a:rPr lang="en-AU" altLang="en-US" sz="1200"/>
              <a:pPr eaLnBrk="1" hangingPunct="1"/>
              <a:t>33</a:t>
            </a:fld>
            <a:endParaRPr lang="en-AU" altLang="en-US" sz="1200"/>
          </a:p>
        </p:txBody>
      </p:sp>
      <p:sp>
        <p:nvSpPr>
          <p:cNvPr id="36867" name="Rectangle 2">
            <a:extLst>
              <a:ext uri="{FF2B5EF4-FFF2-40B4-BE49-F238E27FC236}">
                <a16:creationId xmlns:a16="http://schemas.microsoft.com/office/drawing/2014/main" id="{C4E70EEF-0672-44C8-A8D3-06A5126327D1}"/>
              </a:ext>
            </a:extLst>
          </p:cNvPr>
          <p:cNvSpPr>
            <a:spLocks noGrp="1" noRot="1" noChangeAspect="1" noChangeArrowheads="1" noTextEdit="1"/>
          </p:cNvSpPr>
          <p:nvPr>
            <p:ph type="sldImg"/>
          </p:nvPr>
        </p:nvSpPr>
        <p:spPr>
          <a:ln/>
        </p:spPr>
      </p:sp>
      <p:sp>
        <p:nvSpPr>
          <p:cNvPr id="36868" name="Rectangle 3">
            <a:extLst>
              <a:ext uri="{FF2B5EF4-FFF2-40B4-BE49-F238E27FC236}">
                <a16:creationId xmlns:a16="http://schemas.microsoft.com/office/drawing/2014/main" id="{D82D4217-16F8-4523-AA89-C7D01A34AF6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When PGP is used, at least part of the block to be transmitted is encrypted, and thus consists of a stream of arbitrary 8-bit octets. However many electronic mail systems only permit the use of ASCII text. To accommodate this restriction, PGP provides the service of converting the raw 8-bit binary stream to a stream of printable ASCII characters. It uses radix-64 conversion, in which each group of three octets of binary data is mapped into four ASCII characters. This format also appends a CRC to detect transmission errors. See Stallings Appendix 15B for a description. </a:t>
            </a:r>
          </a:p>
          <a:p>
            <a:pPr eaLnBrk="1" hangingPunct="1"/>
            <a:r>
              <a:rPr lang="en-US" altLang="en-US"/>
              <a:t>PGP also automatically subdivides a message that is too large for a single email, into segments that are small enough to send.</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7">
            <a:extLst>
              <a:ext uri="{FF2B5EF4-FFF2-40B4-BE49-F238E27FC236}">
                <a16:creationId xmlns:a16="http://schemas.microsoft.com/office/drawing/2014/main" id="{72F25921-A937-4B36-A829-A01AA5950B9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D4806D7D-8975-4C27-8298-13F00CF654BB}" type="slidenum">
              <a:rPr lang="en-AU" altLang="en-US" sz="1200"/>
              <a:pPr eaLnBrk="1" hangingPunct="1"/>
              <a:t>34</a:t>
            </a:fld>
            <a:endParaRPr lang="en-AU" altLang="en-US" sz="1200"/>
          </a:p>
        </p:txBody>
      </p:sp>
      <p:sp>
        <p:nvSpPr>
          <p:cNvPr id="37891" name="Rectangle 2">
            <a:extLst>
              <a:ext uri="{FF2B5EF4-FFF2-40B4-BE49-F238E27FC236}">
                <a16:creationId xmlns:a16="http://schemas.microsoft.com/office/drawing/2014/main" id="{FBE3C9AF-8B1F-4082-88A7-3CF33D867911}"/>
              </a:ext>
            </a:extLst>
          </p:cNvPr>
          <p:cNvSpPr>
            <a:spLocks noGrp="1" noRot="1" noChangeAspect="1" noChangeArrowheads="1" noTextEdit="1"/>
          </p:cNvSpPr>
          <p:nvPr>
            <p:ph type="sldImg"/>
          </p:nvPr>
        </p:nvSpPr>
        <p:spPr>
          <a:ln/>
        </p:spPr>
      </p:sp>
      <p:sp>
        <p:nvSpPr>
          <p:cNvPr id="37892" name="Rectangle 3">
            <a:extLst>
              <a:ext uri="{FF2B5EF4-FFF2-40B4-BE49-F238E27FC236}">
                <a16:creationId xmlns:a16="http://schemas.microsoft.com/office/drawing/2014/main" id="{7DC0B12F-784D-491B-9FCA-98B8F2800D8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Stallings Figure 15.2 illustrates the general operation of PGP, and the relationship between the services discussed.</a:t>
            </a:r>
            <a:endParaRPr lang="en-AU"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a:extLst>
              <a:ext uri="{FF2B5EF4-FFF2-40B4-BE49-F238E27FC236}">
                <a16:creationId xmlns:a16="http://schemas.microsoft.com/office/drawing/2014/main" id="{1749DA25-DA54-4A09-8B93-03B54E99A83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728F7D9E-B93B-44A9-8D90-1FF5336818AA}" type="slidenum">
              <a:rPr lang="en-AU" altLang="en-US" sz="1200"/>
              <a:pPr eaLnBrk="1" hangingPunct="1"/>
              <a:t>35</a:t>
            </a:fld>
            <a:endParaRPr lang="en-AU" altLang="en-US" sz="1200"/>
          </a:p>
        </p:txBody>
      </p:sp>
      <p:sp>
        <p:nvSpPr>
          <p:cNvPr id="38915" name="Rectangle 2">
            <a:extLst>
              <a:ext uri="{FF2B5EF4-FFF2-40B4-BE49-F238E27FC236}">
                <a16:creationId xmlns:a16="http://schemas.microsoft.com/office/drawing/2014/main" id="{EEC960AE-0695-473F-A5FF-D16C2B33BEA7}"/>
              </a:ext>
            </a:extLst>
          </p:cNvPr>
          <p:cNvSpPr>
            <a:spLocks noGrp="1" noRot="1" noChangeAspect="1" noChangeArrowheads="1" noTextEdit="1"/>
          </p:cNvSpPr>
          <p:nvPr>
            <p:ph type="sldImg"/>
          </p:nvPr>
        </p:nvSpPr>
        <p:spPr>
          <a:ln/>
        </p:spPr>
      </p:sp>
      <p:sp>
        <p:nvSpPr>
          <p:cNvPr id="38916" name="Rectangle 3">
            <a:extLst>
              <a:ext uri="{FF2B5EF4-FFF2-40B4-BE49-F238E27FC236}">
                <a16:creationId xmlns:a16="http://schemas.microsoft.com/office/drawing/2014/main" id="{C10E5F8C-5FA5-4406-A732-EEFC5594961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PGP makes use of four types of keys: one-time session symmetric keys, public keys, private keys, and passphrase-based symmetric keys.</a:t>
            </a:r>
          </a:p>
          <a:p>
            <a:pPr eaLnBrk="1" hangingPunct="1"/>
            <a:r>
              <a:rPr lang="en-US" altLang="en-US"/>
              <a:t>Each session key is associated with a single message and is used only for the purpose of encrypting and decrypting that message. Random numbers are generated using the ANSI X12.17 generator, with inputs based on keystroke input from the user, where both the keystroke timing and the actual keys struck are used to generate a randomized stream of numbers. Stallings Appendix 15C discusses PGP random number generation techniques in more detail.</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a:extLst>
              <a:ext uri="{FF2B5EF4-FFF2-40B4-BE49-F238E27FC236}">
                <a16:creationId xmlns:a16="http://schemas.microsoft.com/office/drawing/2014/main" id="{1CD7DBDE-12A1-40EA-9D97-F0C1D43B293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D9BF5EA9-750C-4AAA-BFF4-A077E7B4CCDE}" type="slidenum">
              <a:rPr lang="en-AU" altLang="en-US" sz="1200"/>
              <a:pPr eaLnBrk="1" hangingPunct="1"/>
              <a:t>36</a:t>
            </a:fld>
            <a:endParaRPr lang="en-AU" altLang="en-US" sz="1200"/>
          </a:p>
        </p:txBody>
      </p:sp>
      <p:sp>
        <p:nvSpPr>
          <p:cNvPr id="39939" name="Rectangle 2">
            <a:extLst>
              <a:ext uri="{FF2B5EF4-FFF2-40B4-BE49-F238E27FC236}">
                <a16:creationId xmlns:a16="http://schemas.microsoft.com/office/drawing/2014/main" id="{A92F6981-8C92-4DE0-B003-F175D74B8940}"/>
              </a:ext>
            </a:extLst>
          </p:cNvPr>
          <p:cNvSpPr>
            <a:spLocks noGrp="1" noRot="1" noChangeAspect="1" noChangeArrowheads="1" noTextEdit="1"/>
          </p:cNvSpPr>
          <p:nvPr>
            <p:ph type="sldImg"/>
          </p:nvPr>
        </p:nvSpPr>
        <p:spPr>
          <a:ln/>
        </p:spPr>
      </p:sp>
      <p:sp>
        <p:nvSpPr>
          <p:cNvPr id="39940" name="Rectangle 3">
            <a:extLst>
              <a:ext uri="{FF2B5EF4-FFF2-40B4-BE49-F238E27FC236}">
                <a16:creationId xmlns:a16="http://schemas.microsoft.com/office/drawing/2014/main" id="{28C30D1F-2286-4AD1-A0A5-D67CC329F31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Since many public/private keys may be in use with PGP, there is a need to identify which key is actually used to encrypt the session key for any specific message. You could just send the full public-key with every message, but this is inefficient. Rather PGP use a key identifier based on the least significant 64-bits of the key, which will very likely be unique. Then only the much shorter key ID would need to be transmitted with any message. A key ID is also required for the PGP digital signature.</a:t>
            </a:r>
          </a:p>
          <a:p>
            <a:pPr eaLnBrk="1" hangingPunct="1"/>
            <a:endParaRPr lang="en-US"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a:extLst>
              <a:ext uri="{FF2B5EF4-FFF2-40B4-BE49-F238E27FC236}">
                <a16:creationId xmlns:a16="http://schemas.microsoft.com/office/drawing/2014/main" id="{318E662E-7640-4F55-A139-E1A4B9FED7F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1F0EB0A1-D6B1-41C6-B7A7-20498021E3AA}" type="slidenum">
              <a:rPr lang="en-AU" altLang="en-US" sz="1200"/>
              <a:pPr eaLnBrk="1" hangingPunct="1"/>
              <a:t>37</a:t>
            </a:fld>
            <a:endParaRPr lang="en-AU" altLang="en-US" sz="1200"/>
          </a:p>
        </p:txBody>
      </p:sp>
      <p:sp>
        <p:nvSpPr>
          <p:cNvPr id="46083" name="Rectangle 2">
            <a:extLst>
              <a:ext uri="{FF2B5EF4-FFF2-40B4-BE49-F238E27FC236}">
                <a16:creationId xmlns:a16="http://schemas.microsoft.com/office/drawing/2014/main" id="{2F3F2629-292D-4EFD-9B30-FFBAA4A514AD}"/>
              </a:ext>
            </a:extLst>
          </p:cNvPr>
          <p:cNvSpPr>
            <a:spLocks noGrp="1" noRot="1" noChangeAspect="1" noChangeArrowheads="1" noTextEdit="1"/>
          </p:cNvSpPr>
          <p:nvPr>
            <p:ph type="sldImg"/>
          </p:nvPr>
        </p:nvSpPr>
        <p:spPr>
          <a:ln/>
        </p:spPr>
      </p:sp>
      <p:sp>
        <p:nvSpPr>
          <p:cNvPr id="46084" name="Rectangle 3">
            <a:extLst>
              <a:ext uri="{FF2B5EF4-FFF2-40B4-BE49-F238E27FC236}">
                <a16:creationId xmlns:a16="http://schemas.microsoft.com/office/drawing/2014/main" id="{8BAE2C84-5F5F-489A-9C05-AE5DC1FB342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S/MIME (Secure/Multipurpose Internet Mail Extension) is a security enhancement to the MIME Internet e-mail format standard, which in turn provided support for varying content types and multi-part messages over the text only support in the original Internet RFC822 email standard. MIME allows encoding of binary data to textual form for transport over traditional RFC822 email systems. S/MIME support is now included in many modern mail agents.</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a:extLst>
              <a:ext uri="{FF2B5EF4-FFF2-40B4-BE49-F238E27FC236}">
                <a16:creationId xmlns:a16="http://schemas.microsoft.com/office/drawing/2014/main" id="{308B1C31-7C9D-40D1-89C6-A22A3FB7E11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3AAC8C48-E689-4F62-BAA6-BCCBD0F24790}" type="slidenum">
              <a:rPr lang="en-AU" altLang="en-US" sz="1200"/>
              <a:pPr eaLnBrk="1" hangingPunct="1"/>
              <a:t>38</a:t>
            </a:fld>
            <a:endParaRPr lang="en-AU" altLang="en-US" sz="1200"/>
          </a:p>
        </p:txBody>
      </p:sp>
      <p:sp>
        <p:nvSpPr>
          <p:cNvPr id="47107" name="Rectangle 2">
            <a:extLst>
              <a:ext uri="{FF2B5EF4-FFF2-40B4-BE49-F238E27FC236}">
                <a16:creationId xmlns:a16="http://schemas.microsoft.com/office/drawing/2014/main" id="{BB39B6B8-999B-47B3-BA9B-370BFD2840B3}"/>
              </a:ext>
            </a:extLst>
          </p:cNvPr>
          <p:cNvSpPr>
            <a:spLocks noGrp="1" noRot="1" noChangeAspect="1" noChangeArrowheads="1" noTextEdit="1"/>
          </p:cNvSpPr>
          <p:nvPr>
            <p:ph type="sldImg"/>
          </p:nvPr>
        </p:nvSpPr>
        <p:spPr>
          <a:ln/>
        </p:spPr>
      </p:sp>
      <p:sp>
        <p:nvSpPr>
          <p:cNvPr id="47108" name="Rectangle 3">
            <a:extLst>
              <a:ext uri="{FF2B5EF4-FFF2-40B4-BE49-F238E27FC236}">
                <a16:creationId xmlns:a16="http://schemas.microsoft.com/office/drawing/2014/main" id="{28FF0A81-5464-44C1-877C-F4A46E19A9F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In terms of general functionality, S/MIME is very similar to PGP. Both offer the ability to sign and/or encrypt messages. S/MIME provides the functions shown. </a:t>
            </a: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a:extLst>
              <a:ext uri="{FF2B5EF4-FFF2-40B4-BE49-F238E27FC236}">
                <a16:creationId xmlns:a16="http://schemas.microsoft.com/office/drawing/2014/main" id="{575D52AA-4E08-48D4-B74D-C1E7FEB873A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4C87D94F-E0C8-4BA8-BDC7-B51E458B1EA1}" type="slidenum">
              <a:rPr lang="en-AU" altLang="en-US" sz="1200"/>
              <a:pPr eaLnBrk="1" hangingPunct="1"/>
              <a:t>39</a:t>
            </a:fld>
            <a:endParaRPr lang="en-AU" altLang="en-US" sz="1200"/>
          </a:p>
        </p:txBody>
      </p:sp>
      <p:sp>
        <p:nvSpPr>
          <p:cNvPr id="48131" name="Rectangle 2">
            <a:extLst>
              <a:ext uri="{FF2B5EF4-FFF2-40B4-BE49-F238E27FC236}">
                <a16:creationId xmlns:a16="http://schemas.microsoft.com/office/drawing/2014/main" id="{96F401A1-49F1-4439-8796-ABA36D2DE29B}"/>
              </a:ext>
            </a:extLst>
          </p:cNvPr>
          <p:cNvSpPr>
            <a:spLocks noGrp="1" noRot="1" noChangeAspect="1" noChangeArrowheads="1" noTextEdit="1"/>
          </p:cNvSpPr>
          <p:nvPr>
            <p:ph type="sldImg"/>
          </p:nvPr>
        </p:nvSpPr>
        <p:spPr>
          <a:ln/>
        </p:spPr>
      </p:sp>
      <p:sp>
        <p:nvSpPr>
          <p:cNvPr id="48132" name="Rectangle 3">
            <a:extLst>
              <a:ext uri="{FF2B5EF4-FFF2-40B4-BE49-F238E27FC236}">
                <a16:creationId xmlns:a16="http://schemas.microsoft.com/office/drawing/2014/main" id="{937464C8-EC16-4716-B809-11448C14A3E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S/MIME uses a range of cryptographic algorithms, as shown.</a:t>
            </a:r>
          </a:p>
          <a:p>
            <a:pPr eaLnBrk="1" hangingPunct="1"/>
            <a:r>
              <a:rPr lang="en-US" altLang="en-US"/>
              <a:t>The S/MIME specification includes a discussion of the procedure for deciding which content encryption algorithm to use, based on the capabilities of all parties.</a:t>
            </a: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a:extLst>
              <a:ext uri="{FF2B5EF4-FFF2-40B4-BE49-F238E27FC236}">
                <a16:creationId xmlns:a16="http://schemas.microsoft.com/office/drawing/2014/main" id="{8E865631-BED9-4CF7-BA7B-28F954062E8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DEAC2656-946D-4758-95DD-39C043AB90CA}" type="slidenum">
              <a:rPr lang="en-AU" altLang="en-US" sz="1200"/>
              <a:pPr eaLnBrk="1" hangingPunct="1"/>
              <a:t>40</a:t>
            </a:fld>
            <a:endParaRPr lang="en-AU" altLang="en-US" sz="1200"/>
          </a:p>
        </p:txBody>
      </p:sp>
      <p:sp>
        <p:nvSpPr>
          <p:cNvPr id="49155" name="Rectangle 2">
            <a:extLst>
              <a:ext uri="{FF2B5EF4-FFF2-40B4-BE49-F238E27FC236}">
                <a16:creationId xmlns:a16="http://schemas.microsoft.com/office/drawing/2014/main" id="{116F9552-C0F0-4FAD-A950-119CDA6F30D4}"/>
              </a:ext>
            </a:extLst>
          </p:cNvPr>
          <p:cNvSpPr>
            <a:spLocks noGrp="1" noRot="1" noChangeAspect="1" noChangeArrowheads="1" noTextEdit="1"/>
          </p:cNvSpPr>
          <p:nvPr>
            <p:ph type="sldImg"/>
          </p:nvPr>
        </p:nvSpPr>
        <p:spPr>
          <a:ln/>
        </p:spPr>
      </p:sp>
      <p:sp>
        <p:nvSpPr>
          <p:cNvPr id="49156" name="Rectangle 3">
            <a:extLst>
              <a:ext uri="{FF2B5EF4-FFF2-40B4-BE49-F238E27FC236}">
                <a16:creationId xmlns:a16="http://schemas.microsoft.com/office/drawing/2014/main" id="{DF1907BF-D963-4C8D-A2B1-CC95A089CD6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S/MIME secures a MIME entity with a signature, encryption, or both. A MIME entity may be an entire message or one or more of the subparts of the message. The MIME entity plus some security related data, such as algorithm identifiers and certificates, are processed by S/MIME to produce a PKCS, which refers to a set of public-key cryptography specifications issued by RSA Laboratories. A PKCS object is then treated as message content and wrapped in MIME. Have a range of S/MIME content-types, as shown.</a:t>
            </a: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
            <a:extLst>
              <a:ext uri="{FF2B5EF4-FFF2-40B4-BE49-F238E27FC236}">
                <a16:creationId xmlns:a16="http://schemas.microsoft.com/office/drawing/2014/main" id="{6B3B5623-393F-41F3-BFEF-7763DDE35E3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C68D551B-E1CF-4BB4-AE83-64977E136CE9}" type="slidenum">
              <a:rPr lang="en-AU" altLang="en-US" sz="1200"/>
              <a:pPr eaLnBrk="1" hangingPunct="1"/>
              <a:t>41</a:t>
            </a:fld>
            <a:endParaRPr lang="en-AU" altLang="en-US" sz="1200"/>
          </a:p>
        </p:txBody>
      </p:sp>
      <p:sp>
        <p:nvSpPr>
          <p:cNvPr id="50179" name="Rectangle 2">
            <a:extLst>
              <a:ext uri="{FF2B5EF4-FFF2-40B4-BE49-F238E27FC236}">
                <a16:creationId xmlns:a16="http://schemas.microsoft.com/office/drawing/2014/main" id="{C3A61A58-6DEB-47D0-B337-995F0D7C3203}"/>
              </a:ext>
            </a:extLst>
          </p:cNvPr>
          <p:cNvSpPr>
            <a:spLocks noGrp="1" noRot="1" noChangeAspect="1" noChangeArrowheads="1" noTextEdit="1"/>
          </p:cNvSpPr>
          <p:nvPr>
            <p:ph type="sldImg"/>
          </p:nvPr>
        </p:nvSpPr>
        <p:spPr>
          <a:ln/>
        </p:spPr>
      </p:sp>
      <p:sp>
        <p:nvSpPr>
          <p:cNvPr id="50180" name="Rectangle 3">
            <a:extLst>
              <a:ext uri="{FF2B5EF4-FFF2-40B4-BE49-F238E27FC236}">
                <a16:creationId xmlns:a16="http://schemas.microsoft.com/office/drawing/2014/main" id="{6E279C26-8E3F-4304-9821-56C80DA55E7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S/MIME uses public-key certificates that conform to version 3 of X.509 (see Chapter 14). The key-management scheme used by S/MIME is in some ways a hybrid between a strict X.509 certification hierarchy and PGP’s web of trust. S/MIME managers and/or users must configure each client with a list of trusted keys and with certificate revocation lists, needed to verify incoming signatures and to encrypt outgoing messages. But certificates are signed by trusted certification authorities. </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2">
            <a:extLst>
              <a:ext uri="{FF2B5EF4-FFF2-40B4-BE49-F238E27FC236}">
                <a16:creationId xmlns:a16="http://schemas.microsoft.com/office/drawing/2014/main" id="{A102F56D-0E06-4E83-B20D-8DF19AF31E35}"/>
              </a:ext>
            </a:extLst>
          </p:cNvPr>
          <p:cNvGrpSpPr>
            <a:grpSpLocks/>
          </p:cNvGrpSpPr>
          <p:nvPr/>
        </p:nvGrpSpPr>
        <p:grpSpPr bwMode="auto">
          <a:xfrm>
            <a:off x="3175" y="4267200"/>
            <a:ext cx="9140825" cy="2590800"/>
            <a:chOff x="2" y="2688"/>
            <a:chExt cx="5758" cy="1632"/>
          </a:xfrm>
        </p:grpSpPr>
        <p:sp>
          <p:nvSpPr>
            <p:cNvPr id="5" name="Freeform 3">
              <a:extLst>
                <a:ext uri="{FF2B5EF4-FFF2-40B4-BE49-F238E27FC236}">
                  <a16:creationId xmlns:a16="http://schemas.microsoft.com/office/drawing/2014/main" id="{32597132-1B21-41D6-8263-3AAEF4950454}"/>
                </a:ext>
              </a:extLst>
            </p:cNvPr>
            <p:cNvSpPr>
              <a:spLocks/>
            </p:cNvSpPr>
            <p:nvPr/>
          </p:nvSpPr>
          <p:spPr bwMode="hidden">
            <a:xfrm>
              <a:off x="2" y="2688"/>
              <a:ext cx="5758" cy="1632"/>
            </a:xfrm>
            <a:custGeom>
              <a:avLst/>
              <a:gdLst/>
              <a:ahLst/>
              <a:cxnLst>
                <a:cxn ang="0">
                  <a:pos x="5740" y="4316"/>
                </a:cxn>
                <a:cxn ang="0">
                  <a:pos x="0" y="4316"/>
                </a:cxn>
                <a:cxn ang="0">
                  <a:pos x="0" y="0"/>
                </a:cxn>
                <a:cxn ang="0">
                  <a:pos x="5740" y="0"/>
                </a:cxn>
                <a:cxn ang="0">
                  <a:pos x="5740" y="4316"/>
                </a:cxn>
                <a:cxn ang="0">
                  <a:pos x="5740" y="4316"/>
                </a:cxn>
              </a:cxnLst>
              <a:rect l="0" t="0" r="r" b="b"/>
              <a:pathLst>
                <a:path w="5740" h="4316">
                  <a:moveTo>
                    <a:pt x="5740" y="4316"/>
                  </a:moveTo>
                  <a:lnTo>
                    <a:pt x="0" y="4316"/>
                  </a:lnTo>
                  <a:lnTo>
                    <a:pt x="0" y="0"/>
                  </a:lnTo>
                  <a:lnTo>
                    <a:pt x="5740" y="0"/>
                  </a:lnTo>
                  <a:lnTo>
                    <a:pt x="5740" y="4316"/>
                  </a:lnTo>
                  <a:lnTo>
                    <a:pt x="5740" y="4316"/>
                  </a:lnTo>
                  <a:close/>
                </a:path>
              </a:pathLst>
            </a:custGeom>
            <a:gradFill rotWithShape="0">
              <a:gsLst>
                <a:gs pos="0">
                  <a:schemeClr val="bg1"/>
                </a:gs>
                <a:gs pos="100000">
                  <a:schemeClr val="accent1"/>
                </a:gs>
              </a:gsLst>
              <a:lin ang="5400000" scaled="1"/>
            </a:gradFill>
            <a:ln w="9525">
              <a:noFill/>
              <a:round/>
              <a:headEnd/>
              <a:tailEnd/>
            </a:ln>
          </p:spPr>
          <p:txBody>
            <a:bodyPr/>
            <a:lstStyle/>
            <a:p>
              <a:pPr>
                <a:defRPr/>
              </a:pPr>
              <a:endParaRPr lang="th-TH"/>
            </a:p>
          </p:txBody>
        </p:sp>
        <p:grpSp>
          <p:nvGrpSpPr>
            <p:cNvPr id="6" name="Group 4">
              <a:extLst>
                <a:ext uri="{FF2B5EF4-FFF2-40B4-BE49-F238E27FC236}">
                  <a16:creationId xmlns:a16="http://schemas.microsoft.com/office/drawing/2014/main" id="{61986A20-E731-4A11-B92E-45D607ADFEEF}"/>
                </a:ext>
              </a:extLst>
            </p:cNvPr>
            <p:cNvGrpSpPr>
              <a:grpSpLocks/>
            </p:cNvGrpSpPr>
            <p:nvPr/>
          </p:nvGrpSpPr>
          <p:grpSpPr bwMode="auto">
            <a:xfrm>
              <a:off x="1776" y="3024"/>
              <a:ext cx="3929" cy="1290"/>
              <a:chOff x="1776" y="3024"/>
              <a:chExt cx="3929" cy="1290"/>
            </a:xfrm>
          </p:grpSpPr>
          <p:grpSp>
            <p:nvGrpSpPr>
              <p:cNvPr id="7" name="Group 5">
                <a:extLst>
                  <a:ext uri="{FF2B5EF4-FFF2-40B4-BE49-F238E27FC236}">
                    <a16:creationId xmlns:a16="http://schemas.microsoft.com/office/drawing/2014/main" id="{99AFB71A-3D6C-4765-AF83-22B8785E171C}"/>
                  </a:ext>
                </a:extLst>
              </p:cNvPr>
              <p:cNvGrpSpPr>
                <a:grpSpLocks/>
              </p:cNvGrpSpPr>
              <p:nvPr/>
            </p:nvGrpSpPr>
            <p:grpSpPr bwMode="auto">
              <a:xfrm>
                <a:off x="2268" y="3934"/>
                <a:ext cx="638" cy="377"/>
                <a:chOff x="2268" y="3934"/>
                <a:chExt cx="638" cy="377"/>
              </a:xfrm>
            </p:grpSpPr>
            <p:sp>
              <p:nvSpPr>
                <p:cNvPr id="60" name="Oval 6">
                  <a:extLst>
                    <a:ext uri="{FF2B5EF4-FFF2-40B4-BE49-F238E27FC236}">
                      <a16:creationId xmlns:a16="http://schemas.microsoft.com/office/drawing/2014/main" id="{8E8AE1E0-82CC-4493-B51F-01E38589F932}"/>
                    </a:ext>
                  </a:extLst>
                </p:cNvPr>
                <p:cNvSpPr>
                  <a:spLocks noChangeArrowheads="1"/>
                </p:cNvSpPr>
                <p:nvPr/>
              </p:nvSpPr>
              <p:spPr bwMode="hidden">
                <a:xfrm>
                  <a:off x="2268" y="3934"/>
                  <a:ext cx="638" cy="377"/>
                </a:xfrm>
                <a:prstGeom prst="ellipse">
                  <a:avLst/>
                </a:prstGeom>
                <a:gradFill rotWithShape="0">
                  <a:gsLst>
                    <a:gs pos="0">
                      <a:schemeClr val="accent1">
                        <a:gamma/>
                        <a:shade val="87843"/>
                        <a:invGamma/>
                      </a:schemeClr>
                    </a:gs>
                    <a:gs pos="100000">
                      <a:schemeClr val="accent1"/>
                    </a:gs>
                  </a:gsLst>
                  <a:lin ang="2700000" scaled="1"/>
                </a:gradFill>
                <a:ln w="9525">
                  <a:noFill/>
                  <a:round/>
                  <a:headEnd/>
                  <a:tailEnd/>
                </a:ln>
                <a:effectLst/>
              </p:spPr>
              <p:txBody>
                <a:bodyPr/>
                <a:lstStyle/>
                <a:p>
                  <a:pPr>
                    <a:defRPr/>
                  </a:pPr>
                  <a:endParaRPr lang="th-TH"/>
                </a:p>
              </p:txBody>
            </p:sp>
            <p:sp>
              <p:nvSpPr>
                <p:cNvPr id="61" name="Oval 7">
                  <a:extLst>
                    <a:ext uri="{FF2B5EF4-FFF2-40B4-BE49-F238E27FC236}">
                      <a16:creationId xmlns:a16="http://schemas.microsoft.com/office/drawing/2014/main" id="{F3BD070D-30AF-400B-93AE-D17D001DC493}"/>
                    </a:ext>
                  </a:extLst>
                </p:cNvPr>
                <p:cNvSpPr>
                  <a:spLocks noChangeArrowheads="1"/>
                </p:cNvSpPr>
                <p:nvPr/>
              </p:nvSpPr>
              <p:spPr bwMode="hidden">
                <a:xfrm>
                  <a:off x="2314" y="3958"/>
                  <a:ext cx="543" cy="332"/>
                </a:xfrm>
                <a:prstGeom prst="ellipse">
                  <a:avLst/>
                </a:prstGeom>
                <a:gradFill rotWithShape="0">
                  <a:gsLst>
                    <a:gs pos="0">
                      <a:schemeClr val="accent1"/>
                    </a:gs>
                    <a:gs pos="100000">
                      <a:schemeClr val="accent1">
                        <a:gamma/>
                        <a:shade val="87843"/>
                        <a:invGamma/>
                      </a:schemeClr>
                    </a:gs>
                  </a:gsLst>
                  <a:lin ang="2700000" scaled="1"/>
                </a:gradFill>
                <a:ln w="9525">
                  <a:noFill/>
                  <a:round/>
                  <a:headEnd/>
                  <a:tailEnd/>
                </a:ln>
                <a:effectLst/>
              </p:spPr>
              <p:txBody>
                <a:bodyPr/>
                <a:lstStyle/>
                <a:p>
                  <a:pPr>
                    <a:defRPr/>
                  </a:pPr>
                  <a:endParaRPr lang="th-TH"/>
                </a:p>
              </p:txBody>
            </p:sp>
            <p:sp>
              <p:nvSpPr>
                <p:cNvPr id="62" name="Oval 8">
                  <a:extLst>
                    <a:ext uri="{FF2B5EF4-FFF2-40B4-BE49-F238E27FC236}">
                      <a16:creationId xmlns:a16="http://schemas.microsoft.com/office/drawing/2014/main" id="{FC2DAA40-0A2B-4D1E-897E-25560B06AEAC}"/>
                    </a:ext>
                  </a:extLst>
                </p:cNvPr>
                <p:cNvSpPr>
                  <a:spLocks noChangeArrowheads="1"/>
                </p:cNvSpPr>
                <p:nvPr/>
              </p:nvSpPr>
              <p:spPr bwMode="hidden">
                <a:xfrm>
                  <a:off x="2341" y="3979"/>
                  <a:ext cx="501" cy="299"/>
                </a:xfrm>
                <a:prstGeom prst="ellipse">
                  <a:avLst/>
                </a:prstGeom>
                <a:gradFill rotWithShape="0">
                  <a:gsLst>
                    <a:gs pos="0">
                      <a:schemeClr val="accent1">
                        <a:gamma/>
                        <a:shade val="90980"/>
                        <a:invGamma/>
                      </a:schemeClr>
                    </a:gs>
                    <a:gs pos="100000">
                      <a:schemeClr val="accent1"/>
                    </a:gs>
                  </a:gsLst>
                  <a:lin ang="2700000" scaled="1"/>
                </a:gradFill>
                <a:ln w="9525">
                  <a:noFill/>
                  <a:round/>
                  <a:headEnd/>
                  <a:tailEnd/>
                </a:ln>
                <a:effectLst/>
              </p:spPr>
              <p:txBody>
                <a:bodyPr/>
                <a:lstStyle/>
                <a:p>
                  <a:pPr>
                    <a:defRPr/>
                  </a:pPr>
                  <a:endParaRPr lang="th-TH"/>
                </a:p>
              </p:txBody>
            </p:sp>
            <p:sp>
              <p:nvSpPr>
                <p:cNvPr id="63" name="Oval 9">
                  <a:extLst>
                    <a:ext uri="{FF2B5EF4-FFF2-40B4-BE49-F238E27FC236}">
                      <a16:creationId xmlns:a16="http://schemas.microsoft.com/office/drawing/2014/main" id="{1750F04E-1C5F-41AF-BCA5-06758A00573E}"/>
                    </a:ext>
                  </a:extLst>
                </p:cNvPr>
                <p:cNvSpPr>
                  <a:spLocks noChangeArrowheads="1"/>
                </p:cNvSpPr>
                <p:nvPr/>
              </p:nvSpPr>
              <p:spPr bwMode="hidden">
                <a:xfrm>
                  <a:off x="2368" y="3997"/>
                  <a:ext cx="444" cy="258"/>
                </a:xfrm>
                <a:prstGeom prst="ellipse">
                  <a:avLst/>
                </a:prstGeom>
                <a:gradFill rotWithShape="0">
                  <a:gsLst>
                    <a:gs pos="0">
                      <a:schemeClr val="accent1">
                        <a:gamma/>
                        <a:shade val="87843"/>
                        <a:invGamma/>
                      </a:schemeClr>
                    </a:gs>
                    <a:gs pos="100000">
                      <a:schemeClr val="accent1"/>
                    </a:gs>
                  </a:gsLst>
                  <a:lin ang="5400000" scaled="1"/>
                </a:gradFill>
                <a:ln w="9525">
                  <a:noFill/>
                  <a:round/>
                  <a:headEnd/>
                  <a:tailEnd/>
                </a:ln>
                <a:effectLst/>
              </p:spPr>
              <p:txBody>
                <a:bodyPr/>
                <a:lstStyle/>
                <a:p>
                  <a:pPr>
                    <a:defRPr/>
                  </a:pPr>
                  <a:endParaRPr lang="th-TH"/>
                </a:p>
              </p:txBody>
            </p:sp>
            <p:sp>
              <p:nvSpPr>
                <p:cNvPr id="64" name="Oval 10">
                  <a:extLst>
                    <a:ext uri="{FF2B5EF4-FFF2-40B4-BE49-F238E27FC236}">
                      <a16:creationId xmlns:a16="http://schemas.microsoft.com/office/drawing/2014/main" id="{77391C5C-FD4D-4FD4-880C-DD0B266E6DB1}"/>
                    </a:ext>
                  </a:extLst>
                </p:cNvPr>
                <p:cNvSpPr>
                  <a:spLocks noChangeArrowheads="1"/>
                </p:cNvSpPr>
                <p:nvPr/>
              </p:nvSpPr>
              <p:spPr bwMode="hidden">
                <a:xfrm>
                  <a:off x="2385" y="4005"/>
                  <a:ext cx="413" cy="240"/>
                </a:xfrm>
                <a:prstGeom prst="ellipse">
                  <a:avLst/>
                </a:prstGeom>
                <a:gradFill rotWithShape="0">
                  <a:gsLst>
                    <a:gs pos="0">
                      <a:schemeClr val="accent1">
                        <a:gamma/>
                        <a:shade val="94118"/>
                        <a:invGamma/>
                      </a:schemeClr>
                    </a:gs>
                    <a:gs pos="100000">
                      <a:schemeClr val="accent1"/>
                    </a:gs>
                  </a:gsLst>
                  <a:lin ang="5400000" scaled="1"/>
                </a:gradFill>
                <a:ln w="9525">
                  <a:noFill/>
                  <a:round/>
                  <a:headEnd/>
                  <a:tailEnd/>
                </a:ln>
                <a:effectLst/>
              </p:spPr>
              <p:txBody>
                <a:bodyPr/>
                <a:lstStyle/>
                <a:p>
                  <a:pPr>
                    <a:defRPr/>
                  </a:pPr>
                  <a:endParaRPr lang="th-TH"/>
                </a:p>
              </p:txBody>
            </p:sp>
            <p:sp>
              <p:nvSpPr>
                <p:cNvPr id="65" name="Oval 11">
                  <a:extLst>
                    <a:ext uri="{FF2B5EF4-FFF2-40B4-BE49-F238E27FC236}">
                      <a16:creationId xmlns:a16="http://schemas.microsoft.com/office/drawing/2014/main" id="{9849AB58-9E28-4A38-919C-714293333B1E}"/>
                    </a:ext>
                  </a:extLst>
                </p:cNvPr>
                <p:cNvSpPr>
                  <a:spLocks noChangeArrowheads="1"/>
                </p:cNvSpPr>
                <p:nvPr/>
              </p:nvSpPr>
              <p:spPr bwMode="hidden">
                <a:xfrm>
                  <a:off x="2437" y="4026"/>
                  <a:ext cx="306" cy="192"/>
                </a:xfrm>
                <a:prstGeom prst="ellipse">
                  <a:avLst/>
                </a:prstGeom>
                <a:gradFill rotWithShape="0">
                  <a:gsLst>
                    <a:gs pos="0">
                      <a:schemeClr val="accent1">
                        <a:gamma/>
                        <a:shade val="87843"/>
                        <a:invGamma/>
                      </a:schemeClr>
                    </a:gs>
                    <a:gs pos="100000">
                      <a:schemeClr val="accent1"/>
                    </a:gs>
                  </a:gsLst>
                  <a:lin ang="5400000" scaled="1"/>
                </a:gradFill>
                <a:ln w="9525">
                  <a:noFill/>
                  <a:round/>
                  <a:headEnd/>
                  <a:tailEnd/>
                </a:ln>
                <a:effectLst/>
              </p:spPr>
              <p:txBody>
                <a:bodyPr/>
                <a:lstStyle/>
                <a:p>
                  <a:pPr>
                    <a:defRPr/>
                  </a:pPr>
                  <a:endParaRPr lang="th-TH"/>
                </a:p>
              </p:txBody>
            </p:sp>
            <p:sp>
              <p:nvSpPr>
                <p:cNvPr id="66" name="Oval 12">
                  <a:extLst>
                    <a:ext uri="{FF2B5EF4-FFF2-40B4-BE49-F238E27FC236}">
                      <a16:creationId xmlns:a16="http://schemas.microsoft.com/office/drawing/2014/main" id="{E48058AB-78CA-49F0-AE86-EB4E17A00B1F}"/>
                    </a:ext>
                  </a:extLst>
                </p:cNvPr>
                <p:cNvSpPr>
                  <a:spLocks noChangeArrowheads="1"/>
                </p:cNvSpPr>
                <p:nvPr/>
              </p:nvSpPr>
              <p:spPr bwMode="hidden">
                <a:xfrm>
                  <a:off x="2476" y="4056"/>
                  <a:ext cx="227" cy="135"/>
                </a:xfrm>
                <a:prstGeom prst="ellipse">
                  <a:avLst/>
                </a:prstGeom>
                <a:gradFill rotWithShape="0">
                  <a:gsLst>
                    <a:gs pos="0">
                      <a:schemeClr val="accent1"/>
                    </a:gs>
                    <a:gs pos="100000">
                      <a:schemeClr val="accent1">
                        <a:gamma/>
                        <a:shade val="90980"/>
                        <a:invGamma/>
                      </a:schemeClr>
                    </a:gs>
                  </a:gsLst>
                  <a:lin ang="2700000" scaled="1"/>
                </a:gradFill>
                <a:ln w="9525">
                  <a:noFill/>
                  <a:round/>
                  <a:headEnd/>
                  <a:tailEnd/>
                </a:ln>
                <a:effectLst/>
              </p:spPr>
              <p:txBody>
                <a:bodyPr/>
                <a:lstStyle/>
                <a:p>
                  <a:pPr>
                    <a:defRPr/>
                  </a:pPr>
                  <a:endParaRPr lang="th-TH"/>
                </a:p>
              </p:txBody>
            </p:sp>
            <p:sp>
              <p:nvSpPr>
                <p:cNvPr id="67" name="Oval 13">
                  <a:extLst>
                    <a:ext uri="{FF2B5EF4-FFF2-40B4-BE49-F238E27FC236}">
                      <a16:creationId xmlns:a16="http://schemas.microsoft.com/office/drawing/2014/main" id="{24AA4432-C45B-42C7-B965-9F517079E8E2}"/>
                    </a:ext>
                  </a:extLst>
                </p:cNvPr>
                <p:cNvSpPr>
                  <a:spLocks noChangeArrowheads="1"/>
                </p:cNvSpPr>
                <p:nvPr/>
              </p:nvSpPr>
              <p:spPr bwMode="hidden">
                <a:xfrm>
                  <a:off x="2542" y="4097"/>
                  <a:ext cx="90" cy="60"/>
                </a:xfrm>
                <a:prstGeom prst="ellipse">
                  <a:avLst/>
                </a:prstGeom>
                <a:gradFill rotWithShape="0">
                  <a:gsLst>
                    <a:gs pos="0">
                      <a:schemeClr val="accent1"/>
                    </a:gs>
                    <a:gs pos="100000">
                      <a:schemeClr val="accent1">
                        <a:gamma/>
                        <a:shade val="90980"/>
                        <a:invGamma/>
                      </a:schemeClr>
                    </a:gs>
                  </a:gsLst>
                  <a:lin ang="0" scaled="1"/>
                </a:gradFill>
                <a:ln w="9525">
                  <a:noFill/>
                  <a:round/>
                  <a:headEnd/>
                  <a:tailEnd/>
                </a:ln>
                <a:effectLst/>
              </p:spPr>
              <p:txBody>
                <a:bodyPr/>
                <a:lstStyle/>
                <a:p>
                  <a:pPr>
                    <a:defRPr/>
                  </a:pPr>
                  <a:endParaRPr lang="th-TH"/>
                </a:p>
              </p:txBody>
            </p:sp>
          </p:grpSp>
          <p:sp>
            <p:nvSpPr>
              <p:cNvPr id="8" name="Oval 14">
                <a:extLst>
                  <a:ext uri="{FF2B5EF4-FFF2-40B4-BE49-F238E27FC236}">
                    <a16:creationId xmlns:a16="http://schemas.microsoft.com/office/drawing/2014/main" id="{37DB17B7-28BA-4F7D-B031-15860C39D244}"/>
                  </a:ext>
                </a:extLst>
              </p:cNvPr>
              <p:cNvSpPr>
                <a:spLocks noChangeArrowheads="1"/>
              </p:cNvSpPr>
              <p:nvPr/>
            </p:nvSpPr>
            <p:spPr bwMode="hidden">
              <a:xfrm>
                <a:off x="3686" y="3810"/>
                <a:ext cx="532" cy="327"/>
              </a:xfrm>
              <a:prstGeom prst="ellipse">
                <a:avLst/>
              </a:prstGeom>
              <a:gradFill rotWithShape="0">
                <a:gsLst>
                  <a:gs pos="0">
                    <a:schemeClr val="accent1"/>
                  </a:gs>
                  <a:gs pos="100000">
                    <a:schemeClr val="accent1">
                      <a:gamma/>
                      <a:shade val="90980"/>
                      <a:invGamma/>
                    </a:schemeClr>
                  </a:gs>
                </a:gsLst>
                <a:path path="shape">
                  <a:fillToRect l="50000" t="50000" r="50000" b="50000"/>
                </a:path>
              </a:gradFill>
              <a:ln w="9525">
                <a:noFill/>
                <a:round/>
                <a:headEnd/>
                <a:tailEnd/>
              </a:ln>
              <a:effectLst/>
            </p:spPr>
            <p:txBody>
              <a:bodyPr/>
              <a:lstStyle/>
              <a:p>
                <a:pPr>
                  <a:defRPr/>
                </a:pPr>
                <a:endParaRPr lang="th-TH"/>
              </a:p>
            </p:txBody>
          </p:sp>
          <p:sp>
            <p:nvSpPr>
              <p:cNvPr id="9" name="Oval 15">
                <a:extLst>
                  <a:ext uri="{FF2B5EF4-FFF2-40B4-BE49-F238E27FC236}">
                    <a16:creationId xmlns:a16="http://schemas.microsoft.com/office/drawing/2014/main" id="{B78EDB22-D886-4CC5-9F98-688FDB54C621}"/>
                  </a:ext>
                </a:extLst>
              </p:cNvPr>
              <p:cNvSpPr>
                <a:spLocks noChangeArrowheads="1"/>
              </p:cNvSpPr>
              <p:nvPr/>
            </p:nvSpPr>
            <p:spPr bwMode="hidden">
              <a:xfrm>
                <a:off x="3726" y="3840"/>
                <a:ext cx="452" cy="275"/>
              </a:xfrm>
              <a:prstGeom prst="ellipse">
                <a:avLst/>
              </a:prstGeom>
              <a:gradFill rotWithShape="0">
                <a:gsLst>
                  <a:gs pos="0">
                    <a:schemeClr val="accent1">
                      <a:gamma/>
                      <a:shade val="90980"/>
                      <a:invGamma/>
                    </a:schemeClr>
                  </a:gs>
                  <a:gs pos="100000">
                    <a:schemeClr val="accent1"/>
                  </a:gs>
                </a:gsLst>
                <a:lin ang="5400000" scaled="1"/>
              </a:gradFill>
              <a:ln w="9525">
                <a:noFill/>
                <a:round/>
                <a:headEnd/>
                <a:tailEnd/>
              </a:ln>
              <a:effectLst/>
            </p:spPr>
            <p:txBody>
              <a:bodyPr/>
              <a:lstStyle/>
              <a:p>
                <a:pPr>
                  <a:defRPr/>
                </a:pPr>
                <a:endParaRPr lang="th-TH"/>
              </a:p>
            </p:txBody>
          </p:sp>
          <p:sp>
            <p:nvSpPr>
              <p:cNvPr id="10" name="Oval 16">
                <a:extLst>
                  <a:ext uri="{FF2B5EF4-FFF2-40B4-BE49-F238E27FC236}">
                    <a16:creationId xmlns:a16="http://schemas.microsoft.com/office/drawing/2014/main" id="{B389997A-E9C0-429B-9DB9-DD78820D4D27}"/>
                  </a:ext>
                </a:extLst>
              </p:cNvPr>
              <p:cNvSpPr>
                <a:spLocks noChangeArrowheads="1"/>
              </p:cNvSpPr>
              <p:nvPr/>
            </p:nvSpPr>
            <p:spPr bwMode="hidden">
              <a:xfrm>
                <a:off x="3782" y="3872"/>
                <a:ext cx="344" cy="207"/>
              </a:xfrm>
              <a:prstGeom prst="ellipse">
                <a:avLst/>
              </a:prstGeom>
              <a:gradFill rotWithShape="0">
                <a:gsLst>
                  <a:gs pos="0">
                    <a:schemeClr val="accent1"/>
                  </a:gs>
                  <a:gs pos="100000">
                    <a:schemeClr val="accent1">
                      <a:gamma/>
                      <a:shade val="94118"/>
                      <a:invGamma/>
                    </a:schemeClr>
                  </a:gs>
                </a:gsLst>
                <a:lin ang="5400000" scaled="1"/>
              </a:gradFill>
              <a:ln w="9525">
                <a:noFill/>
                <a:round/>
                <a:headEnd/>
                <a:tailEnd/>
              </a:ln>
              <a:effectLst/>
            </p:spPr>
            <p:txBody>
              <a:bodyPr/>
              <a:lstStyle/>
              <a:p>
                <a:pPr>
                  <a:defRPr/>
                </a:pPr>
                <a:endParaRPr lang="th-TH"/>
              </a:p>
            </p:txBody>
          </p:sp>
          <p:sp>
            <p:nvSpPr>
              <p:cNvPr id="11" name="Oval 17">
                <a:extLst>
                  <a:ext uri="{FF2B5EF4-FFF2-40B4-BE49-F238E27FC236}">
                    <a16:creationId xmlns:a16="http://schemas.microsoft.com/office/drawing/2014/main" id="{7006BC87-7695-49E2-85A6-05691ED10DE4}"/>
                  </a:ext>
                </a:extLst>
              </p:cNvPr>
              <p:cNvSpPr>
                <a:spLocks noChangeArrowheads="1"/>
              </p:cNvSpPr>
              <p:nvPr/>
            </p:nvSpPr>
            <p:spPr bwMode="hidden">
              <a:xfrm>
                <a:off x="3822" y="3896"/>
                <a:ext cx="262" cy="159"/>
              </a:xfrm>
              <a:prstGeom prst="ellipse">
                <a:avLst/>
              </a:prstGeom>
              <a:gradFill rotWithShape="0">
                <a:gsLst>
                  <a:gs pos="0">
                    <a:schemeClr val="accent1">
                      <a:gamma/>
                      <a:shade val="96863"/>
                      <a:invGamma/>
                    </a:schemeClr>
                  </a:gs>
                  <a:gs pos="100000">
                    <a:schemeClr val="accent1"/>
                  </a:gs>
                </a:gsLst>
                <a:lin ang="5400000" scaled="1"/>
              </a:gradFill>
              <a:ln w="9525">
                <a:noFill/>
                <a:round/>
                <a:headEnd/>
                <a:tailEnd/>
              </a:ln>
              <a:effectLst/>
            </p:spPr>
            <p:txBody>
              <a:bodyPr/>
              <a:lstStyle/>
              <a:p>
                <a:pPr>
                  <a:defRPr/>
                </a:pPr>
                <a:endParaRPr lang="th-TH"/>
              </a:p>
            </p:txBody>
          </p:sp>
          <p:sp>
            <p:nvSpPr>
              <p:cNvPr id="12" name="Oval 18">
                <a:extLst>
                  <a:ext uri="{FF2B5EF4-FFF2-40B4-BE49-F238E27FC236}">
                    <a16:creationId xmlns:a16="http://schemas.microsoft.com/office/drawing/2014/main" id="{2F22583E-C4BD-49B0-B7FE-61586CCA9CE5}"/>
                  </a:ext>
                </a:extLst>
              </p:cNvPr>
              <p:cNvSpPr>
                <a:spLocks noChangeArrowheads="1"/>
              </p:cNvSpPr>
              <p:nvPr/>
            </p:nvSpPr>
            <p:spPr bwMode="hidden">
              <a:xfrm>
                <a:off x="3856" y="3922"/>
                <a:ext cx="192" cy="107"/>
              </a:xfrm>
              <a:prstGeom prst="ellipse">
                <a:avLst/>
              </a:prstGeom>
              <a:gradFill rotWithShape="0">
                <a:gsLst>
                  <a:gs pos="0">
                    <a:schemeClr val="accent1"/>
                  </a:gs>
                  <a:gs pos="100000">
                    <a:schemeClr val="accent1">
                      <a:gamma/>
                      <a:shade val="94118"/>
                      <a:invGamma/>
                    </a:schemeClr>
                  </a:gs>
                </a:gsLst>
                <a:lin ang="5400000" scaled="1"/>
              </a:gradFill>
              <a:ln w="9525">
                <a:noFill/>
                <a:round/>
                <a:headEnd/>
                <a:tailEnd/>
              </a:ln>
              <a:effectLst/>
            </p:spPr>
            <p:txBody>
              <a:bodyPr/>
              <a:lstStyle/>
              <a:p>
                <a:pPr>
                  <a:defRPr/>
                </a:pPr>
                <a:endParaRPr lang="th-TH"/>
              </a:p>
            </p:txBody>
          </p:sp>
          <p:sp>
            <p:nvSpPr>
              <p:cNvPr id="13" name="Freeform 19">
                <a:extLst>
                  <a:ext uri="{FF2B5EF4-FFF2-40B4-BE49-F238E27FC236}">
                    <a16:creationId xmlns:a16="http://schemas.microsoft.com/office/drawing/2014/main" id="{E0F39A42-6AB6-4D5C-AF46-E6FE4A797199}"/>
                  </a:ext>
                </a:extLst>
              </p:cNvPr>
              <p:cNvSpPr>
                <a:spLocks/>
              </p:cNvSpPr>
              <p:nvPr/>
            </p:nvSpPr>
            <p:spPr bwMode="hidden">
              <a:xfrm>
                <a:off x="3575" y="3715"/>
                <a:ext cx="383" cy="161"/>
              </a:xfrm>
              <a:custGeom>
                <a:avLst/>
                <a:gdLst/>
                <a:ahLst/>
                <a:cxnLst>
                  <a:cxn ang="0">
                    <a:pos x="376" y="12"/>
                  </a:cxn>
                  <a:cxn ang="0">
                    <a:pos x="257" y="24"/>
                  </a:cxn>
                  <a:cxn ang="0">
                    <a:pos x="149" y="54"/>
                  </a:cxn>
                  <a:cxn ang="0">
                    <a:pos x="101" y="77"/>
                  </a:cxn>
                  <a:cxn ang="0">
                    <a:pos x="59" y="101"/>
                  </a:cxn>
                  <a:cxn ang="0">
                    <a:pos x="24" y="131"/>
                  </a:cxn>
                  <a:cxn ang="0">
                    <a:pos x="0" y="161"/>
                  </a:cxn>
                  <a:cxn ang="0">
                    <a:pos x="0" y="137"/>
                  </a:cxn>
                  <a:cxn ang="0">
                    <a:pos x="29" y="107"/>
                  </a:cxn>
                  <a:cxn ang="0">
                    <a:pos x="65" y="83"/>
                  </a:cxn>
                  <a:cxn ang="0">
                    <a:pos x="155" y="36"/>
                  </a:cxn>
                  <a:cxn ang="0">
                    <a:pos x="257" y="12"/>
                  </a:cxn>
                  <a:cxn ang="0">
                    <a:pos x="376" y="0"/>
                  </a:cxn>
                  <a:cxn ang="0">
                    <a:pos x="376" y="0"/>
                  </a:cxn>
                  <a:cxn ang="0">
                    <a:pos x="382" y="0"/>
                  </a:cxn>
                  <a:cxn ang="0">
                    <a:pos x="382" y="12"/>
                  </a:cxn>
                  <a:cxn ang="0">
                    <a:pos x="376" y="12"/>
                  </a:cxn>
                  <a:cxn ang="0">
                    <a:pos x="376" y="12"/>
                  </a:cxn>
                  <a:cxn ang="0">
                    <a:pos x="376" y="12"/>
                  </a:cxn>
                </a:cxnLst>
                <a:rect l="0" t="0" r="r" b="b"/>
                <a:pathLst>
                  <a:path w="382" h="161">
                    <a:moveTo>
                      <a:pt x="376" y="12"/>
                    </a:moveTo>
                    <a:lnTo>
                      <a:pt x="257" y="24"/>
                    </a:lnTo>
                    <a:lnTo>
                      <a:pt x="149" y="54"/>
                    </a:lnTo>
                    <a:lnTo>
                      <a:pt x="101" y="77"/>
                    </a:lnTo>
                    <a:lnTo>
                      <a:pt x="59" y="101"/>
                    </a:lnTo>
                    <a:lnTo>
                      <a:pt x="24" y="131"/>
                    </a:lnTo>
                    <a:lnTo>
                      <a:pt x="0" y="161"/>
                    </a:lnTo>
                    <a:lnTo>
                      <a:pt x="0" y="137"/>
                    </a:lnTo>
                    <a:lnTo>
                      <a:pt x="29" y="107"/>
                    </a:lnTo>
                    <a:lnTo>
                      <a:pt x="65" y="83"/>
                    </a:lnTo>
                    <a:lnTo>
                      <a:pt x="155" y="36"/>
                    </a:lnTo>
                    <a:lnTo>
                      <a:pt x="257" y="12"/>
                    </a:lnTo>
                    <a:lnTo>
                      <a:pt x="376" y="0"/>
                    </a:lnTo>
                    <a:lnTo>
                      <a:pt x="376" y="0"/>
                    </a:lnTo>
                    <a:lnTo>
                      <a:pt x="382" y="0"/>
                    </a:lnTo>
                    <a:lnTo>
                      <a:pt x="382" y="12"/>
                    </a:lnTo>
                    <a:lnTo>
                      <a:pt x="376" y="12"/>
                    </a:lnTo>
                    <a:lnTo>
                      <a:pt x="376" y="12"/>
                    </a:lnTo>
                    <a:lnTo>
                      <a:pt x="376" y="12"/>
                    </a:lnTo>
                    <a:close/>
                  </a:path>
                </a:pathLst>
              </a:custGeom>
              <a:gradFill rotWithShape="0">
                <a:gsLst>
                  <a:gs pos="0">
                    <a:schemeClr val="accent1">
                      <a:gamma/>
                      <a:shade val="94118"/>
                      <a:invGamma/>
                    </a:schemeClr>
                  </a:gs>
                  <a:gs pos="100000">
                    <a:schemeClr val="accent1"/>
                  </a:gs>
                </a:gsLst>
                <a:lin ang="5400000" scaled="1"/>
              </a:gradFill>
              <a:ln w="9525">
                <a:noFill/>
                <a:round/>
                <a:headEnd/>
                <a:tailEnd/>
              </a:ln>
            </p:spPr>
            <p:txBody>
              <a:bodyPr/>
              <a:lstStyle/>
              <a:p>
                <a:pPr>
                  <a:defRPr/>
                </a:pPr>
                <a:endParaRPr lang="th-TH"/>
              </a:p>
            </p:txBody>
          </p:sp>
          <p:sp>
            <p:nvSpPr>
              <p:cNvPr id="14" name="Freeform 20">
                <a:extLst>
                  <a:ext uri="{FF2B5EF4-FFF2-40B4-BE49-F238E27FC236}">
                    <a16:creationId xmlns:a16="http://schemas.microsoft.com/office/drawing/2014/main" id="{774830D6-5F1E-4012-BBE4-75316238B40A}"/>
                  </a:ext>
                </a:extLst>
              </p:cNvPr>
              <p:cNvSpPr>
                <a:spLocks/>
              </p:cNvSpPr>
              <p:nvPr/>
            </p:nvSpPr>
            <p:spPr bwMode="hidden">
              <a:xfrm>
                <a:off x="3695" y="4170"/>
                <a:ext cx="444" cy="66"/>
              </a:xfrm>
              <a:custGeom>
                <a:avLst/>
                <a:gdLst/>
                <a:ahLst/>
                <a:cxnLst>
                  <a:cxn ang="0">
                    <a:pos x="257" y="54"/>
                  </a:cxn>
                  <a:cxn ang="0">
                    <a:pos x="353" y="48"/>
                  </a:cxn>
                  <a:cxn ang="0">
                    <a:pos x="443" y="24"/>
                  </a:cxn>
                  <a:cxn ang="0">
                    <a:pos x="443" y="36"/>
                  </a:cxn>
                  <a:cxn ang="0">
                    <a:pos x="353" y="60"/>
                  </a:cxn>
                  <a:cxn ang="0">
                    <a:pos x="257" y="66"/>
                  </a:cxn>
                  <a:cxn ang="0">
                    <a:pos x="186" y="60"/>
                  </a:cxn>
                  <a:cxn ang="0">
                    <a:pos x="120" y="48"/>
                  </a:cxn>
                  <a:cxn ang="0">
                    <a:pos x="60" y="36"/>
                  </a:cxn>
                  <a:cxn ang="0">
                    <a:pos x="0" y="12"/>
                  </a:cxn>
                  <a:cxn ang="0">
                    <a:pos x="0" y="0"/>
                  </a:cxn>
                  <a:cxn ang="0">
                    <a:pos x="54" y="24"/>
                  </a:cxn>
                  <a:cxn ang="0">
                    <a:pos x="120" y="36"/>
                  </a:cxn>
                  <a:cxn ang="0">
                    <a:pos x="186" y="48"/>
                  </a:cxn>
                  <a:cxn ang="0">
                    <a:pos x="257" y="54"/>
                  </a:cxn>
                  <a:cxn ang="0">
                    <a:pos x="257" y="54"/>
                  </a:cxn>
                </a:cxnLst>
                <a:rect l="0" t="0" r="r" b="b"/>
                <a:pathLst>
                  <a:path w="443" h="66">
                    <a:moveTo>
                      <a:pt x="257" y="54"/>
                    </a:moveTo>
                    <a:lnTo>
                      <a:pt x="353" y="48"/>
                    </a:lnTo>
                    <a:lnTo>
                      <a:pt x="443" y="24"/>
                    </a:lnTo>
                    <a:lnTo>
                      <a:pt x="443" y="36"/>
                    </a:lnTo>
                    <a:lnTo>
                      <a:pt x="353" y="60"/>
                    </a:lnTo>
                    <a:lnTo>
                      <a:pt x="257" y="66"/>
                    </a:lnTo>
                    <a:lnTo>
                      <a:pt x="186" y="60"/>
                    </a:lnTo>
                    <a:lnTo>
                      <a:pt x="120" y="48"/>
                    </a:lnTo>
                    <a:lnTo>
                      <a:pt x="60" y="36"/>
                    </a:lnTo>
                    <a:lnTo>
                      <a:pt x="0" y="12"/>
                    </a:lnTo>
                    <a:lnTo>
                      <a:pt x="0" y="0"/>
                    </a:lnTo>
                    <a:lnTo>
                      <a:pt x="54" y="24"/>
                    </a:lnTo>
                    <a:lnTo>
                      <a:pt x="120" y="36"/>
                    </a:lnTo>
                    <a:lnTo>
                      <a:pt x="186" y="48"/>
                    </a:lnTo>
                    <a:lnTo>
                      <a:pt x="257" y="54"/>
                    </a:lnTo>
                    <a:lnTo>
                      <a:pt x="257" y="54"/>
                    </a:lnTo>
                    <a:close/>
                  </a:path>
                </a:pathLst>
              </a:custGeom>
              <a:gradFill rotWithShape="0">
                <a:gsLst>
                  <a:gs pos="0">
                    <a:schemeClr val="accent1">
                      <a:gamma/>
                      <a:shade val="84706"/>
                      <a:invGamma/>
                    </a:schemeClr>
                  </a:gs>
                  <a:gs pos="100000">
                    <a:schemeClr val="accent1"/>
                  </a:gs>
                </a:gsLst>
                <a:lin ang="18900000" scaled="1"/>
              </a:gradFill>
              <a:ln w="9525">
                <a:noFill/>
                <a:round/>
                <a:headEnd/>
                <a:tailEnd/>
              </a:ln>
            </p:spPr>
            <p:txBody>
              <a:bodyPr/>
              <a:lstStyle/>
              <a:p>
                <a:pPr>
                  <a:defRPr/>
                </a:pPr>
                <a:endParaRPr lang="th-TH"/>
              </a:p>
            </p:txBody>
          </p:sp>
          <p:sp>
            <p:nvSpPr>
              <p:cNvPr id="15" name="Freeform 21">
                <a:extLst>
                  <a:ext uri="{FF2B5EF4-FFF2-40B4-BE49-F238E27FC236}">
                    <a16:creationId xmlns:a16="http://schemas.microsoft.com/office/drawing/2014/main" id="{D6FC0819-B345-40B6-B2F3-157C6360954C}"/>
                  </a:ext>
                </a:extLst>
              </p:cNvPr>
              <p:cNvSpPr>
                <a:spLocks/>
              </p:cNvSpPr>
              <p:nvPr/>
            </p:nvSpPr>
            <p:spPr bwMode="hidden">
              <a:xfrm>
                <a:off x="3527" y="3906"/>
                <a:ext cx="89" cy="216"/>
              </a:xfrm>
              <a:custGeom>
                <a:avLst/>
                <a:gdLst/>
                <a:ahLst/>
                <a:cxnLst>
                  <a:cxn ang="0">
                    <a:pos x="12" y="66"/>
                  </a:cxn>
                  <a:cxn ang="0">
                    <a:pos x="18" y="108"/>
                  </a:cxn>
                  <a:cxn ang="0">
                    <a:pos x="36" y="144"/>
                  </a:cxn>
                  <a:cxn ang="0">
                    <a:pos x="60" y="180"/>
                  </a:cxn>
                  <a:cxn ang="0">
                    <a:pos x="89" y="216"/>
                  </a:cxn>
                  <a:cxn ang="0">
                    <a:pos x="72" y="216"/>
                  </a:cxn>
                  <a:cxn ang="0">
                    <a:pos x="42" y="180"/>
                  </a:cxn>
                  <a:cxn ang="0">
                    <a:pos x="18" y="144"/>
                  </a:cxn>
                  <a:cxn ang="0">
                    <a:pos x="6" y="108"/>
                  </a:cxn>
                  <a:cxn ang="0">
                    <a:pos x="0" y="66"/>
                  </a:cxn>
                  <a:cxn ang="0">
                    <a:pos x="0" y="30"/>
                  </a:cxn>
                  <a:cxn ang="0">
                    <a:pos x="12" y="0"/>
                  </a:cxn>
                  <a:cxn ang="0">
                    <a:pos x="30" y="0"/>
                  </a:cxn>
                  <a:cxn ang="0">
                    <a:pos x="18" y="30"/>
                  </a:cxn>
                  <a:cxn ang="0">
                    <a:pos x="12" y="66"/>
                  </a:cxn>
                  <a:cxn ang="0">
                    <a:pos x="12" y="66"/>
                  </a:cxn>
                </a:cxnLst>
                <a:rect l="0" t="0" r="r" b="b"/>
                <a:pathLst>
                  <a:path w="89" h="216">
                    <a:moveTo>
                      <a:pt x="12" y="66"/>
                    </a:moveTo>
                    <a:lnTo>
                      <a:pt x="18" y="108"/>
                    </a:lnTo>
                    <a:lnTo>
                      <a:pt x="36" y="144"/>
                    </a:lnTo>
                    <a:lnTo>
                      <a:pt x="60" y="180"/>
                    </a:lnTo>
                    <a:lnTo>
                      <a:pt x="89" y="216"/>
                    </a:lnTo>
                    <a:lnTo>
                      <a:pt x="72" y="216"/>
                    </a:lnTo>
                    <a:lnTo>
                      <a:pt x="42" y="180"/>
                    </a:lnTo>
                    <a:lnTo>
                      <a:pt x="18" y="144"/>
                    </a:lnTo>
                    <a:lnTo>
                      <a:pt x="6" y="108"/>
                    </a:lnTo>
                    <a:lnTo>
                      <a:pt x="0" y="66"/>
                    </a:lnTo>
                    <a:lnTo>
                      <a:pt x="0" y="30"/>
                    </a:lnTo>
                    <a:lnTo>
                      <a:pt x="12" y="0"/>
                    </a:lnTo>
                    <a:lnTo>
                      <a:pt x="30" y="0"/>
                    </a:lnTo>
                    <a:lnTo>
                      <a:pt x="18" y="30"/>
                    </a:lnTo>
                    <a:lnTo>
                      <a:pt x="12" y="66"/>
                    </a:lnTo>
                    <a:lnTo>
                      <a:pt x="12" y="66"/>
                    </a:lnTo>
                    <a:close/>
                  </a:path>
                </a:pathLst>
              </a:custGeom>
              <a:gradFill rotWithShape="0">
                <a:gsLst>
                  <a:gs pos="0">
                    <a:schemeClr val="accent1"/>
                  </a:gs>
                  <a:gs pos="100000">
                    <a:schemeClr val="accent1">
                      <a:gamma/>
                      <a:shade val="87843"/>
                      <a:invGamma/>
                    </a:schemeClr>
                  </a:gs>
                </a:gsLst>
                <a:lin ang="5400000" scaled="1"/>
              </a:gradFill>
              <a:ln w="9525">
                <a:noFill/>
                <a:round/>
                <a:headEnd/>
                <a:tailEnd/>
              </a:ln>
            </p:spPr>
            <p:txBody>
              <a:bodyPr/>
              <a:lstStyle/>
              <a:p>
                <a:pPr>
                  <a:defRPr/>
                </a:pPr>
                <a:endParaRPr lang="th-TH"/>
              </a:p>
            </p:txBody>
          </p:sp>
          <p:sp>
            <p:nvSpPr>
              <p:cNvPr id="16" name="Freeform 22">
                <a:extLst>
                  <a:ext uri="{FF2B5EF4-FFF2-40B4-BE49-F238E27FC236}">
                    <a16:creationId xmlns:a16="http://schemas.microsoft.com/office/drawing/2014/main" id="{67ED258C-83EE-494C-977B-A8FB0EC58363}"/>
                  </a:ext>
                </a:extLst>
              </p:cNvPr>
              <p:cNvSpPr>
                <a:spLocks/>
              </p:cNvSpPr>
              <p:nvPr/>
            </p:nvSpPr>
            <p:spPr bwMode="hidden">
              <a:xfrm>
                <a:off x="3569" y="3745"/>
                <a:ext cx="750" cy="461"/>
              </a:xfrm>
              <a:custGeom>
                <a:avLst/>
                <a:gdLst/>
                <a:ahLst/>
                <a:cxnLst>
                  <a:cxn ang="0">
                    <a:pos x="382" y="443"/>
                  </a:cxn>
                  <a:cxn ang="0">
                    <a:pos x="311" y="437"/>
                  </a:cxn>
                  <a:cxn ang="0">
                    <a:pos x="245" y="425"/>
                  </a:cxn>
                  <a:cxn ang="0">
                    <a:pos x="185" y="407"/>
                  </a:cxn>
                  <a:cxn ang="0">
                    <a:pos x="131" y="383"/>
                  </a:cxn>
                  <a:cxn ang="0">
                    <a:pos x="83" y="347"/>
                  </a:cxn>
                  <a:cxn ang="0">
                    <a:pos x="53" y="311"/>
                  </a:cxn>
                  <a:cxn ang="0">
                    <a:pos x="30" y="269"/>
                  </a:cxn>
                  <a:cxn ang="0">
                    <a:pos x="24" y="227"/>
                  </a:cxn>
                  <a:cxn ang="0">
                    <a:pos x="30" y="185"/>
                  </a:cxn>
                  <a:cxn ang="0">
                    <a:pos x="53" y="143"/>
                  </a:cxn>
                  <a:cxn ang="0">
                    <a:pos x="83" y="107"/>
                  </a:cxn>
                  <a:cxn ang="0">
                    <a:pos x="131" y="77"/>
                  </a:cxn>
                  <a:cxn ang="0">
                    <a:pos x="185" y="47"/>
                  </a:cxn>
                  <a:cxn ang="0">
                    <a:pos x="245" y="30"/>
                  </a:cxn>
                  <a:cxn ang="0">
                    <a:pos x="311" y="18"/>
                  </a:cxn>
                  <a:cxn ang="0">
                    <a:pos x="382" y="12"/>
                  </a:cxn>
                  <a:cxn ang="0">
                    <a:pos x="478" y="18"/>
                  </a:cxn>
                  <a:cxn ang="0">
                    <a:pos x="562" y="41"/>
                  </a:cxn>
                  <a:cxn ang="0">
                    <a:pos x="562" y="36"/>
                  </a:cxn>
                  <a:cxn ang="0">
                    <a:pos x="562" y="30"/>
                  </a:cxn>
                  <a:cxn ang="0">
                    <a:pos x="478" y="6"/>
                  </a:cxn>
                  <a:cxn ang="0">
                    <a:pos x="382" y="0"/>
                  </a:cxn>
                  <a:cxn ang="0">
                    <a:pos x="305" y="6"/>
                  </a:cxn>
                  <a:cxn ang="0">
                    <a:pos x="233" y="18"/>
                  </a:cxn>
                  <a:cxn ang="0">
                    <a:pos x="167" y="41"/>
                  </a:cxn>
                  <a:cxn ang="0">
                    <a:pos x="113" y="65"/>
                  </a:cxn>
                  <a:cxn ang="0">
                    <a:pos x="65" y="101"/>
                  </a:cxn>
                  <a:cxn ang="0">
                    <a:pos x="30" y="137"/>
                  </a:cxn>
                  <a:cxn ang="0">
                    <a:pos x="6" y="179"/>
                  </a:cxn>
                  <a:cxn ang="0">
                    <a:pos x="0" y="227"/>
                  </a:cxn>
                  <a:cxn ang="0">
                    <a:pos x="6" y="275"/>
                  </a:cxn>
                  <a:cxn ang="0">
                    <a:pos x="30" y="317"/>
                  </a:cxn>
                  <a:cxn ang="0">
                    <a:pos x="65" y="359"/>
                  </a:cxn>
                  <a:cxn ang="0">
                    <a:pos x="113" y="395"/>
                  </a:cxn>
                  <a:cxn ang="0">
                    <a:pos x="167" y="419"/>
                  </a:cxn>
                  <a:cxn ang="0">
                    <a:pos x="233" y="443"/>
                  </a:cxn>
                  <a:cxn ang="0">
                    <a:pos x="305" y="455"/>
                  </a:cxn>
                  <a:cxn ang="0">
                    <a:pos x="382" y="461"/>
                  </a:cxn>
                  <a:cxn ang="0">
                    <a:pos x="448" y="455"/>
                  </a:cxn>
                  <a:cxn ang="0">
                    <a:pos x="508" y="449"/>
                  </a:cxn>
                  <a:cxn ang="0">
                    <a:pos x="609" y="413"/>
                  </a:cxn>
                  <a:cxn ang="0">
                    <a:pos x="657" y="389"/>
                  </a:cxn>
                  <a:cxn ang="0">
                    <a:pos x="693" y="359"/>
                  </a:cxn>
                  <a:cxn ang="0">
                    <a:pos x="723" y="329"/>
                  </a:cxn>
                  <a:cxn ang="0">
                    <a:pos x="747" y="293"/>
                  </a:cxn>
                  <a:cxn ang="0">
                    <a:pos x="741" y="287"/>
                  </a:cxn>
                  <a:cxn ang="0">
                    <a:pos x="729" y="281"/>
                  </a:cxn>
                  <a:cxn ang="0">
                    <a:pos x="711" y="317"/>
                  </a:cxn>
                  <a:cxn ang="0">
                    <a:pos x="681" y="347"/>
                  </a:cxn>
                  <a:cxn ang="0">
                    <a:pos x="645" y="377"/>
                  </a:cxn>
                  <a:cxn ang="0">
                    <a:pos x="604" y="401"/>
                  </a:cxn>
                  <a:cxn ang="0">
                    <a:pos x="502" y="431"/>
                  </a:cxn>
                  <a:cxn ang="0">
                    <a:pos x="442" y="443"/>
                  </a:cxn>
                  <a:cxn ang="0">
                    <a:pos x="382" y="443"/>
                  </a:cxn>
                  <a:cxn ang="0">
                    <a:pos x="382" y="443"/>
                  </a:cxn>
                </a:cxnLst>
                <a:rect l="0" t="0" r="r" b="b"/>
                <a:pathLst>
                  <a:path w="747" h="461">
                    <a:moveTo>
                      <a:pt x="382" y="443"/>
                    </a:moveTo>
                    <a:lnTo>
                      <a:pt x="311" y="437"/>
                    </a:lnTo>
                    <a:lnTo>
                      <a:pt x="245" y="425"/>
                    </a:lnTo>
                    <a:lnTo>
                      <a:pt x="185" y="407"/>
                    </a:lnTo>
                    <a:lnTo>
                      <a:pt x="131" y="383"/>
                    </a:lnTo>
                    <a:lnTo>
                      <a:pt x="83" y="347"/>
                    </a:lnTo>
                    <a:lnTo>
                      <a:pt x="53" y="311"/>
                    </a:lnTo>
                    <a:lnTo>
                      <a:pt x="30" y="269"/>
                    </a:lnTo>
                    <a:lnTo>
                      <a:pt x="24" y="227"/>
                    </a:lnTo>
                    <a:lnTo>
                      <a:pt x="30" y="185"/>
                    </a:lnTo>
                    <a:lnTo>
                      <a:pt x="53" y="143"/>
                    </a:lnTo>
                    <a:lnTo>
                      <a:pt x="83" y="107"/>
                    </a:lnTo>
                    <a:lnTo>
                      <a:pt x="131" y="77"/>
                    </a:lnTo>
                    <a:lnTo>
                      <a:pt x="185" y="47"/>
                    </a:lnTo>
                    <a:lnTo>
                      <a:pt x="245" y="30"/>
                    </a:lnTo>
                    <a:lnTo>
                      <a:pt x="311" y="18"/>
                    </a:lnTo>
                    <a:lnTo>
                      <a:pt x="382" y="12"/>
                    </a:lnTo>
                    <a:lnTo>
                      <a:pt x="478" y="18"/>
                    </a:lnTo>
                    <a:lnTo>
                      <a:pt x="562" y="41"/>
                    </a:lnTo>
                    <a:lnTo>
                      <a:pt x="562" y="36"/>
                    </a:lnTo>
                    <a:lnTo>
                      <a:pt x="562" y="30"/>
                    </a:lnTo>
                    <a:lnTo>
                      <a:pt x="478" y="6"/>
                    </a:lnTo>
                    <a:lnTo>
                      <a:pt x="382" y="0"/>
                    </a:lnTo>
                    <a:lnTo>
                      <a:pt x="305" y="6"/>
                    </a:lnTo>
                    <a:lnTo>
                      <a:pt x="233" y="18"/>
                    </a:lnTo>
                    <a:lnTo>
                      <a:pt x="167" y="41"/>
                    </a:lnTo>
                    <a:lnTo>
                      <a:pt x="113" y="65"/>
                    </a:lnTo>
                    <a:lnTo>
                      <a:pt x="65" y="101"/>
                    </a:lnTo>
                    <a:lnTo>
                      <a:pt x="30" y="137"/>
                    </a:lnTo>
                    <a:lnTo>
                      <a:pt x="6" y="179"/>
                    </a:lnTo>
                    <a:lnTo>
                      <a:pt x="0" y="227"/>
                    </a:lnTo>
                    <a:lnTo>
                      <a:pt x="6" y="275"/>
                    </a:lnTo>
                    <a:lnTo>
                      <a:pt x="30" y="317"/>
                    </a:lnTo>
                    <a:lnTo>
                      <a:pt x="65" y="359"/>
                    </a:lnTo>
                    <a:lnTo>
                      <a:pt x="113" y="395"/>
                    </a:lnTo>
                    <a:lnTo>
                      <a:pt x="167" y="419"/>
                    </a:lnTo>
                    <a:lnTo>
                      <a:pt x="233" y="443"/>
                    </a:lnTo>
                    <a:lnTo>
                      <a:pt x="305" y="455"/>
                    </a:lnTo>
                    <a:lnTo>
                      <a:pt x="382" y="461"/>
                    </a:lnTo>
                    <a:lnTo>
                      <a:pt x="448" y="455"/>
                    </a:lnTo>
                    <a:lnTo>
                      <a:pt x="508" y="449"/>
                    </a:lnTo>
                    <a:lnTo>
                      <a:pt x="609" y="413"/>
                    </a:lnTo>
                    <a:lnTo>
                      <a:pt x="657" y="389"/>
                    </a:lnTo>
                    <a:lnTo>
                      <a:pt x="693" y="359"/>
                    </a:lnTo>
                    <a:lnTo>
                      <a:pt x="723" y="329"/>
                    </a:lnTo>
                    <a:lnTo>
                      <a:pt x="747" y="293"/>
                    </a:lnTo>
                    <a:lnTo>
                      <a:pt x="741" y="287"/>
                    </a:lnTo>
                    <a:lnTo>
                      <a:pt x="729" y="281"/>
                    </a:lnTo>
                    <a:lnTo>
                      <a:pt x="711" y="317"/>
                    </a:lnTo>
                    <a:lnTo>
                      <a:pt x="681" y="347"/>
                    </a:lnTo>
                    <a:lnTo>
                      <a:pt x="645" y="377"/>
                    </a:lnTo>
                    <a:lnTo>
                      <a:pt x="604" y="401"/>
                    </a:lnTo>
                    <a:lnTo>
                      <a:pt x="502" y="431"/>
                    </a:lnTo>
                    <a:lnTo>
                      <a:pt x="442" y="443"/>
                    </a:lnTo>
                    <a:lnTo>
                      <a:pt x="382" y="443"/>
                    </a:lnTo>
                    <a:lnTo>
                      <a:pt x="382" y="443"/>
                    </a:lnTo>
                    <a:close/>
                  </a:path>
                </a:pathLst>
              </a:custGeom>
              <a:gradFill rotWithShape="0">
                <a:gsLst>
                  <a:gs pos="0">
                    <a:schemeClr val="accent1"/>
                  </a:gs>
                  <a:gs pos="100000">
                    <a:schemeClr val="accent1">
                      <a:gamma/>
                      <a:shade val="90980"/>
                      <a:invGamma/>
                    </a:schemeClr>
                  </a:gs>
                </a:gsLst>
                <a:path path="rect">
                  <a:fillToRect l="50000" t="50000" r="50000" b="50000"/>
                </a:path>
              </a:gradFill>
              <a:ln w="9525">
                <a:noFill/>
                <a:round/>
                <a:headEnd/>
                <a:tailEnd/>
              </a:ln>
            </p:spPr>
            <p:txBody>
              <a:bodyPr/>
              <a:lstStyle/>
              <a:p>
                <a:pPr>
                  <a:defRPr/>
                </a:pPr>
                <a:endParaRPr lang="th-TH"/>
              </a:p>
            </p:txBody>
          </p:sp>
          <p:sp>
            <p:nvSpPr>
              <p:cNvPr id="17" name="Freeform 23">
                <a:extLst>
                  <a:ext uri="{FF2B5EF4-FFF2-40B4-BE49-F238E27FC236}">
                    <a16:creationId xmlns:a16="http://schemas.microsoft.com/office/drawing/2014/main" id="{C6177495-7C32-49E3-94EB-7E72DB6E80AE}"/>
                  </a:ext>
                </a:extLst>
              </p:cNvPr>
              <p:cNvSpPr>
                <a:spLocks/>
              </p:cNvSpPr>
              <p:nvPr/>
            </p:nvSpPr>
            <p:spPr bwMode="hidden">
              <a:xfrm>
                <a:off x="4037" y="3721"/>
                <a:ext cx="96" cy="30"/>
              </a:xfrm>
              <a:custGeom>
                <a:avLst/>
                <a:gdLst/>
                <a:ahLst/>
                <a:cxnLst>
                  <a:cxn ang="0">
                    <a:pos x="0" y="0"/>
                  </a:cxn>
                  <a:cxn ang="0">
                    <a:pos x="0" y="12"/>
                  </a:cxn>
                  <a:cxn ang="0">
                    <a:pos x="48" y="18"/>
                  </a:cxn>
                  <a:cxn ang="0">
                    <a:pos x="96" y="30"/>
                  </a:cxn>
                  <a:cxn ang="0">
                    <a:pos x="96" y="24"/>
                  </a:cxn>
                  <a:cxn ang="0">
                    <a:pos x="96" y="18"/>
                  </a:cxn>
                  <a:cxn ang="0">
                    <a:pos x="48" y="12"/>
                  </a:cxn>
                  <a:cxn ang="0">
                    <a:pos x="0" y="0"/>
                  </a:cxn>
                  <a:cxn ang="0">
                    <a:pos x="0" y="0"/>
                  </a:cxn>
                </a:cxnLst>
                <a:rect l="0" t="0" r="r" b="b"/>
                <a:pathLst>
                  <a:path w="96" h="30">
                    <a:moveTo>
                      <a:pt x="0" y="0"/>
                    </a:moveTo>
                    <a:lnTo>
                      <a:pt x="0" y="12"/>
                    </a:lnTo>
                    <a:lnTo>
                      <a:pt x="48" y="18"/>
                    </a:lnTo>
                    <a:lnTo>
                      <a:pt x="96" y="30"/>
                    </a:lnTo>
                    <a:lnTo>
                      <a:pt x="96" y="24"/>
                    </a:lnTo>
                    <a:lnTo>
                      <a:pt x="96" y="18"/>
                    </a:lnTo>
                    <a:lnTo>
                      <a:pt x="48" y="12"/>
                    </a:lnTo>
                    <a:lnTo>
                      <a:pt x="0" y="0"/>
                    </a:lnTo>
                    <a:lnTo>
                      <a:pt x="0" y="0"/>
                    </a:lnTo>
                    <a:close/>
                  </a:path>
                </a:pathLst>
              </a:custGeom>
              <a:gradFill rotWithShape="0">
                <a:gsLst>
                  <a:gs pos="0">
                    <a:schemeClr val="accent1"/>
                  </a:gs>
                  <a:gs pos="100000">
                    <a:schemeClr val="accent1">
                      <a:gamma/>
                      <a:shade val="87843"/>
                      <a:invGamma/>
                    </a:schemeClr>
                  </a:gs>
                </a:gsLst>
                <a:lin ang="0" scaled="1"/>
              </a:gradFill>
              <a:ln w="9525">
                <a:noFill/>
                <a:round/>
                <a:headEnd/>
                <a:tailEnd/>
              </a:ln>
            </p:spPr>
            <p:txBody>
              <a:bodyPr/>
              <a:lstStyle/>
              <a:p>
                <a:pPr>
                  <a:defRPr/>
                </a:pPr>
                <a:endParaRPr lang="th-TH"/>
              </a:p>
            </p:txBody>
          </p:sp>
          <p:sp>
            <p:nvSpPr>
              <p:cNvPr id="18" name="Freeform 24">
                <a:extLst>
                  <a:ext uri="{FF2B5EF4-FFF2-40B4-BE49-F238E27FC236}">
                    <a16:creationId xmlns:a16="http://schemas.microsoft.com/office/drawing/2014/main" id="{D42301E7-7A4E-4F4F-AF9E-E6E5BA5AFC31}"/>
                  </a:ext>
                </a:extLst>
              </p:cNvPr>
              <p:cNvSpPr>
                <a:spLocks/>
              </p:cNvSpPr>
              <p:nvPr/>
            </p:nvSpPr>
            <p:spPr bwMode="hidden">
              <a:xfrm>
                <a:off x="4175" y="4050"/>
                <a:ext cx="180" cy="132"/>
              </a:xfrm>
              <a:custGeom>
                <a:avLst/>
                <a:gdLst/>
                <a:ahLst/>
                <a:cxnLst>
                  <a:cxn ang="0">
                    <a:pos x="0" y="132"/>
                  </a:cxn>
                  <a:cxn ang="0">
                    <a:pos x="29" y="132"/>
                  </a:cxn>
                  <a:cxn ang="0">
                    <a:pos x="77" y="108"/>
                  </a:cxn>
                  <a:cxn ang="0">
                    <a:pos x="119" y="78"/>
                  </a:cxn>
                  <a:cxn ang="0">
                    <a:pos x="155" y="48"/>
                  </a:cxn>
                  <a:cxn ang="0">
                    <a:pos x="179" y="12"/>
                  </a:cxn>
                  <a:cxn ang="0">
                    <a:pos x="173" y="6"/>
                  </a:cxn>
                  <a:cxn ang="0">
                    <a:pos x="167" y="0"/>
                  </a:cxn>
                  <a:cxn ang="0">
                    <a:pos x="137" y="42"/>
                  </a:cxn>
                  <a:cxn ang="0">
                    <a:pos x="101" y="78"/>
                  </a:cxn>
                  <a:cxn ang="0">
                    <a:pos x="53" y="108"/>
                  </a:cxn>
                  <a:cxn ang="0">
                    <a:pos x="0" y="132"/>
                  </a:cxn>
                  <a:cxn ang="0">
                    <a:pos x="0" y="132"/>
                  </a:cxn>
                </a:cxnLst>
                <a:rect l="0" t="0" r="r" b="b"/>
                <a:pathLst>
                  <a:path w="179" h="132">
                    <a:moveTo>
                      <a:pt x="0" y="132"/>
                    </a:moveTo>
                    <a:lnTo>
                      <a:pt x="29" y="132"/>
                    </a:lnTo>
                    <a:lnTo>
                      <a:pt x="77" y="108"/>
                    </a:lnTo>
                    <a:lnTo>
                      <a:pt x="119" y="78"/>
                    </a:lnTo>
                    <a:lnTo>
                      <a:pt x="155" y="48"/>
                    </a:lnTo>
                    <a:lnTo>
                      <a:pt x="179" y="12"/>
                    </a:lnTo>
                    <a:lnTo>
                      <a:pt x="173" y="6"/>
                    </a:lnTo>
                    <a:lnTo>
                      <a:pt x="167" y="0"/>
                    </a:lnTo>
                    <a:lnTo>
                      <a:pt x="137" y="42"/>
                    </a:lnTo>
                    <a:lnTo>
                      <a:pt x="101" y="78"/>
                    </a:lnTo>
                    <a:lnTo>
                      <a:pt x="53" y="108"/>
                    </a:lnTo>
                    <a:lnTo>
                      <a:pt x="0" y="132"/>
                    </a:lnTo>
                    <a:lnTo>
                      <a:pt x="0" y="132"/>
                    </a:lnTo>
                    <a:close/>
                  </a:path>
                </a:pathLst>
              </a:custGeom>
              <a:gradFill rotWithShape="0">
                <a:gsLst>
                  <a:gs pos="0">
                    <a:schemeClr val="accent1"/>
                  </a:gs>
                  <a:gs pos="100000">
                    <a:schemeClr val="accent1">
                      <a:gamma/>
                      <a:shade val="87843"/>
                      <a:invGamma/>
                    </a:schemeClr>
                  </a:gs>
                </a:gsLst>
                <a:lin ang="18900000" scaled="1"/>
              </a:gradFill>
              <a:ln w="9525">
                <a:noFill/>
                <a:round/>
                <a:headEnd/>
                <a:tailEnd/>
              </a:ln>
            </p:spPr>
            <p:txBody>
              <a:bodyPr/>
              <a:lstStyle/>
              <a:p>
                <a:pPr>
                  <a:defRPr/>
                </a:pPr>
                <a:endParaRPr lang="th-TH"/>
              </a:p>
            </p:txBody>
          </p:sp>
          <p:sp>
            <p:nvSpPr>
              <p:cNvPr id="19" name="Freeform 25">
                <a:extLst>
                  <a:ext uri="{FF2B5EF4-FFF2-40B4-BE49-F238E27FC236}">
                    <a16:creationId xmlns:a16="http://schemas.microsoft.com/office/drawing/2014/main" id="{C83498A1-5DDF-4C9B-A8DC-B8BAF43BE6D6}"/>
                  </a:ext>
                </a:extLst>
              </p:cNvPr>
              <p:cNvSpPr>
                <a:spLocks/>
              </p:cNvSpPr>
              <p:nvPr/>
            </p:nvSpPr>
            <p:spPr bwMode="hidden">
              <a:xfrm>
                <a:off x="2585" y="3822"/>
                <a:ext cx="449" cy="186"/>
              </a:xfrm>
              <a:custGeom>
                <a:avLst/>
                <a:gdLst/>
                <a:ahLst/>
                <a:cxnLst>
                  <a:cxn ang="0">
                    <a:pos x="6" y="6"/>
                  </a:cxn>
                  <a:cxn ang="0">
                    <a:pos x="78" y="12"/>
                  </a:cxn>
                  <a:cxn ang="0">
                    <a:pos x="150" y="18"/>
                  </a:cxn>
                  <a:cxn ang="0">
                    <a:pos x="215" y="36"/>
                  </a:cxn>
                  <a:cxn ang="0">
                    <a:pos x="275" y="60"/>
                  </a:cxn>
                  <a:cxn ang="0">
                    <a:pos x="329" y="84"/>
                  </a:cxn>
                  <a:cxn ang="0">
                    <a:pos x="377" y="114"/>
                  </a:cxn>
                  <a:cxn ang="0">
                    <a:pos x="419" y="150"/>
                  </a:cxn>
                  <a:cxn ang="0">
                    <a:pos x="448" y="186"/>
                  </a:cxn>
                  <a:cxn ang="0">
                    <a:pos x="448" y="162"/>
                  </a:cxn>
                  <a:cxn ang="0">
                    <a:pos x="413" y="126"/>
                  </a:cxn>
                  <a:cxn ang="0">
                    <a:pos x="371" y="96"/>
                  </a:cxn>
                  <a:cxn ang="0">
                    <a:pos x="323" y="66"/>
                  </a:cxn>
                  <a:cxn ang="0">
                    <a:pos x="269" y="48"/>
                  </a:cxn>
                  <a:cxn ang="0">
                    <a:pos x="144" y="12"/>
                  </a:cxn>
                  <a:cxn ang="0">
                    <a:pos x="78" y="6"/>
                  </a:cxn>
                  <a:cxn ang="0">
                    <a:pos x="6" y="0"/>
                  </a:cxn>
                  <a:cxn ang="0">
                    <a:pos x="0" y="0"/>
                  </a:cxn>
                  <a:cxn ang="0">
                    <a:pos x="0" y="0"/>
                  </a:cxn>
                  <a:cxn ang="0">
                    <a:pos x="0" y="6"/>
                  </a:cxn>
                  <a:cxn ang="0">
                    <a:pos x="0" y="6"/>
                  </a:cxn>
                  <a:cxn ang="0">
                    <a:pos x="6" y="6"/>
                  </a:cxn>
                  <a:cxn ang="0">
                    <a:pos x="6" y="6"/>
                  </a:cxn>
                </a:cxnLst>
                <a:rect l="0" t="0" r="r" b="b"/>
                <a:pathLst>
                  <a:path w="448" h="186">
                    <a:moveTo>
                      <a:pt x="6" y="6"/>
                    </a:moveTo>
                    <a:lnTo>
                      <a:pt x="78" y="12"/>
                    </a:lnTo>
                    <a:lnTo>
                      <a:pt x="150" y="18"/>
                    </a:lnTo>
                    <a:lnTo>
                      <a:pt x="215" y="36"/>
                    </a:lnTo>
                    <a:lnTo>
                      <a:pt x="275" y="60"/>
                    </a:lnTo>
                    <a:lnTo>
                      <a:pt x="329" y="84"/>
                    </a:lnTo>
                    <a:lnTo>
                      <a:pt x="377" y="114"/>
                    </a:lnTo>
                    <a:lnTo>
                      <a:pt x="419" y="150"/>
                    </a:lnTo>
                    <a:lnTo>
                      <a:pt x="448" y="186"/>
                    </a:lnTo>
                    <a:lnTo>
                      <a:pt x="448" y="162"/>
                    </a:lnTo>
                    <a:lnTo>
                      <a:pt x="413" y="126"/>
                    </a:lnTo>
                    <a:lnTo>
                      <a:pt x="371" y="96"/>
                    </a:lnTo>
                    <a:lnTo>
                      <a:pt x="323" y="66"/>
                    </a:lnTo>
                    <a:lnTo>
                      <a:pt x="269" y="48"/>
                    </a:lnTo>
                    <a:lnTo>
                      <a:pt x="144" y="12"/>
                    </a:lnTo>
                    <a:lnTo>
                      <a:pt x="78" y="6"/>
                    </a:lnTo>
                    <a:lnTo>
                      <a:pt x="6" y="0"/>
                    </a:lnTo>
                    <a:lnTo>
                      <a:pt x="0" y="0"/>
                    </a:lnTo>
                    <a:lnTo>
                      <a:pt x="0" y="0"/>
                    </a:lnTo>
                    <a:lnTo>
                      <a:pt x="0" y="6"/>
                    </a:lnTo>
                    <a:lnTo>
                      <a:pt x="0" y="6"/>
                    </a:lnTo>
                    <a:lnTo>
                      <a:pt x="6" y="6"/>
                    </a:lnTo>
                    <a:lnTo>
                      <a:pt x="6" y="6"/>
                    </a:lnTo>
                    <a:close/>
                  </a:path>
                </a:pathLst>
              </a:custGeom>
              <a:gradFill rotWithShape="0">
                <a:gsLst>
                  <a:gs pos="0">
                    <a:schemeClr val="accent1">
                      <a:gamma/>
                      <a:shade val="90980"/>
                      <a:invGamma/>
                    </a:schemeClr>
                  </a:gs>
                  <a:gs pos="100000">
                    <a:schemeClr val="accent1"/>
                  </a:gs>
                </a:gsLst>
                <a:lin ang="5400000" scaled="1"/>
              </a:gradFill>
              <a:ln w="9525">
                <a:noFill/>
                <a:round/>
                <a:headEnd/>
                <a:tailEnd/>
              </a:ln>
            </p:spPr>
            <p:txBody>
              <a:bodyPr/>
              <a:lstStyle/>
              <a:p>
                <a:pPr>
                  <a:defRPr/>
                </a:pPr>
                <a:endParaRPr lang="th-TH"/>
              </a:p>
            </p:txBody>
          </p:sp>
          <p:sp>
            <p:nvSpPr>
              <p:cNvPr id="20" name="Freeform 26">
                <a:extLst>
                  <a:ext uri="{FF2B5EF4-FFF2-40B4-BE49-F238E27FC236}">
                    <a16:creationId xmlns:a16="http://schemas.microsoft.com/office/drawing/2014/main" id="{1D287F9F-B53B-440A-AB30-A6382B50FD93}"/>
                  </a:ext>
                </a:extLst>
              </p:cNvPr>
              <p:cNvSpPr>
                <a:spLocks/>
              </p:cNvSpPr>
              <p:nvPr/>
            </p:nvSpPr>
            <p:spPr bwMode="hidden">
              <a:xfrm>
                <a:off x="2142" y="3852"/>
                <a:ext cx="892" cy="462"/>
              </a:xfrm>
              <a:custGeom>
                <a:avLst/>
                <a:gdLst/>
                <a:ahLst/>
                <a:cxnLst>
                  <a:cxn ang="0">
                    <a:pos x="23" y="276"/>
                  </a:cxn>
                  <a:cxn ang="0">
                    <a:pos x="29" y="222"/>
                  </a:cxn>
                  <a:cxn ang="0">
                    <a:pos x="59" y="174"/>
                  </a:cxn>
                  <a:cxn ang="0">
                    <a:pos x="95" y="132"/>
                  </a:cxn>
                  <a:cxn ang="0">
                    <a:pos x="149" y="96"/>
                  </a:cxn>
                  <a:cxn ang="0">
                    <a:pos x="209" y="60"/>
                  </a:cxn>
                  <a:cxn ang="0">
                    <a:pos x="281" y="36"/>
                  </a:cxn>
                  <a:cxn ang="0">
                    <a:pos x="364" y="24"/>
                  </a:cxn>
                  <a:cxn ang="0">
                    <a:pos x="448" y="18"/>
                  </a:cxn>
                  <a:cxn ang="0">
                    <a:pos x="532" y="24"/>
                  </a:cxn>
                  <a:cxn ang="0">
                    <a:pos x="609" y="36"/>
                  </a:cxn>
                  <a:cxn ang="0">
                    <a:pos x="681" y="60"/>
                  </a:cxn>
                  <a:cxn ang="0">
                    <a:pos x="741" y="96"/>
                  </a:cxn>
                  <a:cxn ang="0">
                    <a:pos x="795" y="132"/>
                  </a:cxn>
                  <a:cxn ang="0">
                    <a:pos x="831" y="174"/>
                  </a:cxn>
                  <a:cxn ang="0">
                    <a:pos x="861" y="222"/>
                  </a:cxn>
                  <a:cxn ang="0">
                    <a:pos x="867" y="276"/>
                  </a:cxn>
                  <a:cxn ang="0">
                    <a:pos x="855" y="330"/>
                  </a:cxn>
                  <a:cxn ang="0">
                    <a:pos x="831" y="378"/>
                  </a:cxn>
                  <a:cxn ang="0">
                    <a:pos x="783" y="426"/>
                  </a:cxn>
                  <a:cxn ang="0">
                    <a:pos x="723" y="462"/>
                  </a:cxn>
                  <a:cxn ang="0">
                    <a:pos x="765" y="462"/>
                  </a:cxn>
                  <a:cxn ang="0">
                    <a:pos x="819" y="426"/>
                  </a:cxn>
                  <a:cxn ang="0">
                    <a:pos x="855" y="378"/>
                  </a:cxn>
                  <a:cxn ang="0">
                    <a:pos x="884" y="330"/>
                  </a:cxn>
                  <a:cxn ang="0">
                    <a:pos x="890" y="276"/>
                  </a:cxn>
                  <a:cxn ang="0">
                    <a:pos x="884" y="222"/>
                  </a:cxn>
                  <a:cxn ang="0">
                    <a:pos x="855" y="168"/>
                  </a:cxn>
                  <a:cxn ang="0">
                    <a:pos x="813" y="120"/>
                  </a:cxn>
                  <a:cxn ang="0">
                    <a:pos x="759" y="84"/>
                  </a:cxn>
                  <a:cxn ang="0">
                    <a:pos x="693" y="48"/>
                  </a:cxn>
                  <a:cxn ang="0">
                    <a:pos x="621" y="24"/>
                  </a:cxn>
                  <a:cxn ang="0">
                    <a:pos x="538" y="6"/>
                  </a:cxn>
                  <a:cxn ang="0">
                    <a:pos x="448" y="0"/>
                  </a:cxn>
                  <a:cxn ang="0">
                    <a:pos x="358" y="6"/>
                  </a:cxn>
                  <a:cxn ang="0">
                    <a:pos x="275" y="24"/>
                  </a:cxn>
                  <a:cxn ang="0">
                    <a:pos x="197" y="48"/>
                  </a:cxn>
                  <a:cxn ang="0">
                    <a:pos x="131" y="84"/>
                  </a:cxn>
                  <a:cxn ang="0">
                    <a:pos x="77" y="120"/>
                  </a:cxn>
                  <a:cxn ang="0">
                    <a:pos x="35" y="168"/>
                  </a:cxn>
                  <a:cxn ang="0">
                    <a:pos x="12" y="222"/>
                  </a:cxn>
                  <a:cxn ang="0">
                    <a:pos x="0" y="276"/>
                  </a:cxn>
                  <a:cxn ang="0">
                    <a:pos x="6" y="330"/>
                  </a:cxn>
                  <a:cxn ang="0">
                    <a:pos x="35" y="378"/>
                  </a:cxn>
                  <a:cxn ang="0">
                    <a:pos x="71" y="426"/>
                  </a:cxn>
                  <a:cxn ang="0">
                    <a:pos x="125" y="462"/>
                  </a:cxn>
                  <a:cxn ang="0">
                    <a:pos x="167" y="462"/>
                  </a:cxn>
                  <a:cxn ang="0">
                    <a:pos x="107" y="426"/>
                  </a:cxn>
                  <a:cxn ang="0">
                    <a:pos x="59" y="378"/>
                  </a:cxn>
                  <a:cxn ang="0">
                    <a:pos x="35" y="330"/>
                  </a:cxn>
                  <a:cxn ang="0">
                    <a:pos x="23" y="276"/>
                  </a:cxn>
                  <a:cxn ang="0">
                    <a:pos x="23" y="276"/>
                  </a:cxn>
                </a:cxnLst>
                <a:rect l="0" t="0" r="r" b="b"/>
                <a:pathLst>
                  <a:path w="890" h="462">
                    <a:moveTo>
                      <a:pt x="23" y="276"/>
                    </a:moveTo>
                    <a:lnTo>
                      <a:pt x="29" y="222"/>
                    </a:lnTo>
                    <a:lnTo>
                      <a:pt x="59" y="174"/>
                    </a:lnTo>
                    <a:lnTo>
                      <a:pt x="95" y="132"/>
                    </a:lnTo>
                    <a:lnTo>
                      <a:pt x="149" y="96"/>
                    </a:lnTo>
                    <a:lnTo>
                      <a:pt x="209" y="60"/>
                    </a:lnTo>
                    <a:lnTo>
                      <a:pt x="281" y="36"/>
                    </a:lnTo>
                    <a:lnTo>
                      <a:pt x="364" y="24"/>
                    </a:lnTo>
                    <a:lnTo>
                      <a:pt x="448" y="18"/>
                    </a:lnTo>
                    <a:lnTo>
                      <a:pt x="532" y="24"/>
                    </a:lnTo>
                    <a:lnTo>
                      <a:pt x="609" y="36"/>
                    </a:lnTo>
                    <a:lnTo>
                      <a:pt x="681" y="60"/>
                    </a:lnTo>
                    <a:lnTo>
                      <a:pt x="741" y="96"/>
                    </a:lnTo>
                    <a:lnTo>
                      <a:pt x="795" y="132"/>
                    </a:lnTo>
                    <a:lnTo>
                      <a:pt x="831" y="174"/>
                    </a:lnTo>
                    <a:lnTo>
                      <a:pt x="861" y="222"/>
                    </a:lnTo>
                    <a:lnTo>
                      <a:pt x="867" y="276"/>
                    </a:lnTo>
                    <a:lnTo>
                      <a:pt x="855" y="330"/>
                    </a:lnTo>
                    <a:lnTo>
                      <a:pt x="831" y="378"/>
                    </a:lnTo>
                    <a:lnTo>
                      <a:pt x="783" y="426"/>
                    </a:lnTo>
                    <a:lnTo>
                      <a:pt x="723" y="462"/>
                    </a:lnTo>
                    <a:lnTo>
                      <a:pt x="765" y="462"/>
                    </a:lnTo>
                    <a:lnTo>
                      <a:pt x="819" y="426"/>
                    </a:lnTo>
                    <a:lnTo>
                      <a:pt x="855" y="378"/>
                    </a:lnTo>
                    <a:lnTo>
                      <a:pt x="884" y="330"/>
                    </a:lnTo>
                    <a:lnTo>
                      <a:pt x="890" y="276"/>
                    </a:lnTo>
                    <a:lnTo>
                      <a:pt x="884" y="222"/>
                    </a:lnTo>
                    <a:lnTo>
                      <a:pt x="855" y="168"/>
                    </a:lnTo>
                    <a:lnTo>
                      <a:pt x="813" y="120"/>
                    </a:lnTo>
                    <a:lnTo>
                      <a:pt x="759" y="84"/>
                    </a:lnTo>
                    <a:lnTo>
                      <a:pt x="693" y="48"/>
                    </a:lnTo>
                    <a:lnTo>
                      <a:pt x="621" y="24"/>
                    </a:lnTo>
                    <a:lnTo>
                      <a:pt x="538" y="6"/>
                    </a:lnTo>
                    <a:lnTo>
                      <a:pt x="448" y="0"/>
                    </a:lnTo>
                    <a:lnTo>
                      <a:pt x="358" y="6"/>
                    </a:lnTo>
                    <a:lnTo>
                      <a:pt x="275" y="24"/>
                    </a:lnTo>
                    <a:lnTo>
                      <a:pt x="197" y="48"/>
                    </a:lnTo>
                    <a:lnTo>
                      <a:pt x="131" y="84"/>
                    </a:lnTo>
                    <a:lnTo>
                      <a:pt x="77" y="120"/>
                    </a:lnTo>
                    <a:lnTo>
                      <a:pt x="35" y="168"/>
                    </a:lnTo>
                    <a:lnTo>
                      <a:pt x="12" y="222"/>
                    </a:lnTo>
                    <a:lnTo>
                      <a:pt x="0" y="276"/>
                    </a:lnTo>
                    <a:lnTo>
                      <a:pt x="6" y="330"/>
                    </a:lnTo>
                    <a:lnTo>
                      <a:pt x="35" y="378"/>
                    </a:lnTo>
                    <a:lnTo>
                      <a:pt x="71" y="426"/>
                    </a:lnTo>
                    <a:lnTo>
                      <a:pt x="125" y="462"/>
                    </a:lnTo>
                    <a:lnTo>
                      <a:pt x="167" y="462"/>
                    </a:lnTo>
                    <a:lnTo>
                      <a:pt x="107" y="426"/>
                    </a:lnTo>
                    <a:lnTo>
                      <a:pt x="59" y="378"/>
                    </a:lnTo>
                    <a:lnTo>
                      <a:pt x="35" y="330"/>
                    </a:lnTo>
                    <a:lnTo>
                      <a:pt x="23" y="276"/>
                    </a:lnTo>
                    <a:lnTo>
                      <a:pt x="23" y="276"/>
                    </a:lnTo>
                    <a:close/>
                  </a:path>
                </a:pathLst>
              </a:custGeom>
              <a:gradFill rotWithShape="0">
                <a:gsLst>
                  <a:gs pos="0">
                    <a:schemeClr val="accent1"/>
                  </a:gs>
                  <a:gs pos="100000">
                    <a:schemeClr val="accent1">
                      <a:gamma/>
                      <a:shade val="84706"/>
                      <a:invGamma/>
                    </a:schemeClr>
                  </a:gs>
                </a:gsLst>
                <a:lin ang="2700000" scaled="1"/>
              </a:gradFill>
              <a:ln w="9525">
                <a:noFill/>
                <a:round/>
                <a:headEnd/>
                <a:tailEnd/>
              </a:ln>
            </p:spPr>
            <p:txBody>
              <a:bodyPr/>
              <a:lstStyle/>
              <a:p>
                <a:pPr>
                  <a:defRPr/>
                </a:pPr>
                <a:endParaRPr lang="th-TH"/>
              </a:p>
            </p:txBody>
          </p:sp>
          <p:sp>
            <p:nvSpPr>
              <p:cNvPr id="21" name="Freeform 27">
                <a:extLst>
                  <a:ext uri="{FF2B5EF4-FFF2-40B4-BE49-F238E27FC236}">
                    <a16:creationId xmlns:a16="http://schemas.microsoft.com/office/drawing/2014/main" id="{7945C1C7-62F1-4F3A-997A-1B4B416BC9DF}"/>
                  </a:ext>
                </a:extLst>
              </p:cNvPr>
              <p:cNvSpPr>
                <a:spLocks/>
              </p:cNvSpPr>
              <p:nvPr/>
            </p:nvSpPr>
            <p:spPr bwMode="hidden">
              <a:xfrm>
                <a:off x="2082" y="3828"/>
                <a:ext cx="407" cy="486"/>
              </a:xfrm>
              <a:custGeom>
                <a:avLst/>
                <a:gdLst/>
                <a:ahLst/>
                <a:cxnLst>
                  <a:cxn ang="0">
                    <a:pos x="18" y="300"/>
                  </a:cxn>
                  <a:cxn ang="0">
                    <a:pos x="24" y="246"/>
                  </a:cxn>
                  <a:cxn ang="0">
                    <a:pos x="48" y="198"/>
                  </a:cxn>
                  <a:cxn ang="0">
                    <a:pos x="83" y="150"/>
                  </a:cxn>
                  <a:cxn ang="0">
                    <a:pos x="131" y="108"/>
                  </a:cxn>
                  <a:cxn ang="0">
                    <a:pos x="185" y="72"/>
                  </a:cxn>
                  <a:cxn ang="0">
                    <a:pos x="251" y="42"/>
                  </a:cxn>
                  <a:cxn ang="0">
                    <a:pos x="329" y="24"/>
                  </a:cxn>
                  <a:cxn ang="0">
                    <a:pos x="406" y="6"/>
                  </a:cxn>
                  <a:cxn ang="0">
                    <a:pos x="406" y="0"/>
                  </a:cxn>
                  <a:cxn ang="0">
                    <a:pos x="323" y="12"/>
                  </a:cxn>
                  <a:cxn ang="0">
                    <a:pos x="245" y="36"/>
                  </a:cxn>
                  <a:cxn ang="0">
                    <a:pos x="179" y="66"/>
                  </a:cxn>
                  <a:cxn ang="0">
                    <a:pos x="119" y="102"/>
                  </a:cxn>
                  <a:cxn ang="0">
                    <a:pos x="72" y="144"/>
                  </a:cxn>
                  <a:cxn ang="0">
                    <a:pos x="30" y="192"/>
                  </a:cxn>
                  <a:cxn ang="0">
                    <a:pos x="6" y="246"/>
                  </a:cxn>
                  <a:cxn ang="0">
                    <a:pos x="0" y="300"/>
                  </a:cxn>
                  <a:cxn ang="0">
                    <a:pos x="6" y="348"/>
                  </a:cxn>
                  <a:cxn ang="0">
                    <a:pos x="30" y="396"/>
                  </a:cxn>
                  <a:cxn ang="0">
                    <a:pos x="66" y="444"/>
                  </a:cxn>
                  <a:cxn ang="0">
                    <a:pos x="107" y="486"/>
                  </a:cxn>
                  <a:cxn ang="0">
                    <a:pos x="131" y="486"/>
                  </a:cxn>
                  <a:cxn ang="0">
                    <a:pos x="83" y="450"/>
                  </a:cxn>
                  <a:cxn ang="0">
                    <a:pos x="48" y="402"/>
                  </a:cxn>
                  <a:cxn ang="0">
                    <a:pos x="24" y="354"/>
                  </a:cxn>
                  <a:cxn ang="0">
                    <a:pos x="18" y="300"/>
                  </a:cxn>
                  <a:cxn ang="0">
                    <a:pos x="18" y="300"/>
                  </a:cxn>
                </a:cxnLst>
                <a:rect l="0" t="0" r="r" b="b"/>
                <a:pathLst>
                  <a:path w="406" h="486">
                    <a:moveTo>
                      <a:pt x="18" y="300"/>
                    </a:moveTo>
                    <a:lnTo>
                      <a:pt x="24" y="246"/>
                    </a:lnTo>
                    <a:lnTo>
                      <a:pt x="48" y="198"/>
                    </a:lnTo>
                    <a:lnTo>
                      <a:pt x="83" y="150"/>
                    </a:lnTo>
                    <a:lnTo>
                      <a:pt x="131" y="108"/>
                    </a:lnTo>
                    <a:lnTo>
                      <a:pt x="185" y="72"/>
                    </a:lnTo>
                    <a:lnTo>
                      <a:pt x="251" y="42"/>
                    </a:lnTo>
                    <a:lnTo>
                      <a:pt x="329" y="24"/>
                    </a:lnTo>
                    <a:lnTo>
                      <a:pt x="406" y="6"/>
                    </a:lnTo>
                    <a:lnTo>
                      <a:pt x="406" y="0"/>
                    </a:lnTo>
                    <a:lnTo>
                      <a:pt x="323" y="12"/>
                    </a:lnTo>
                    <a:lnTo>
                      <a:pt x="245" y="36"/>
                    </a:lnTo>
                    <a:lnTo>
                      <a:pt x="179" y="66"/>
                    </a:lnTo>
                    <a:lnTo>
                      <a:pt x="119" y="102"/>
                    </a:lnTo>
                    <a:lnTo>
                      <a:pt x="72" y="144"/>
                    </a:lnTo>
                    <a:lnTo>
                      <a:pt x="30" y="192"/>
                    </a:lnTo>
                    <a:lnTo>
                      <a:pt x="6" y="246"/>
                    </a:lnTo>
                    <a:lnTo>
                      <a:pt x="0" y="300"/>
                    </a:lnTo>
                    <a:lnTo>
                      <a:pt x="6" y="348"/>
                    </a:lnTo>
                    <a:lnTo>
                      <a:pt x="30" y="396"/>
                    </a:lnTo>
                    <a:lnTo>
                      <a:pt x="66" y="444"/>
                    </a:lnTo>
                    <a:lnTo>
                      <a:pt x="107" y="486"/>
                    </a:lnTo>
                    <a:lnTo>
                      <a:pt x="131" y="486"/>
                    </a:lnTo>
                    <a:lnTo>
                      <a:pt x="83" y="450"/>
                    </a:lnTo>
                    <a:lnTo>
                      <a:pt x="48" y="402"/>
                    </a:lnTo>
                    <a:lnTo>
                      <a:pt x="24" y="354"/>
                    </a:lnTo>
                    <a:lnTo>
                      <a:pt x="18" y="300"/>
                    </a:lnTo>
                    <a:lnTo>
                      <a:pt x="18" y="300"/>
                    </a:lnTo>
                    <a:close/>
                  </a:path>
                </a:pathLst>
              </a:custGeom>
              <a:gradFill rotWithShape="0">
                <a:gsLst>
                  <a:gs pos="0">
                    <a:schemeClr val="accent1"/>
                  </a:gs>
                  <a:gs pos="100000">
                    <a:schemeClr val="accent1">
                      <a:gamma/>
                      <a:shade val="90980"/>
                      <a:invGamma/>
                    </a:schemeClr>
                  </a:gs>
                </a:gsLst>
                <a:lin ang="0" scaled="1"/>
              </a:gradFill>
              <a:ln w="9525">
                <a:noFill/>
                <a:round/>
                <a:headEnd/>
                <a:tailEnd/>
              </a:ln>
            </p:spPr>
            <p:txBody>
              <a:bodyPr/>
              <a:lstStyle/>
              <a:p>
                <a:pPr>
                  <a:defRPr/>
                </a:pPr>
                <a:endParaRPr lang="th-TH"/>
              </a:p>
            </p:txBody>
          </p:sp>
          <p:sp>
            <p:nvSpPr>
              <p:cNvPr id="22" name="Freeform 28">
                <a:extLst>
                  <a:ext uri="{FF2B5EF4-FFF2-40B4-BE49-F238E27FC236}">
                    <a16:creationId xmlns:a16="http://schemas.microsoft.com/office/drawing/2014/main" id="{6BF1F23C-552A-4BAC-B2FE-D9EF41DB13CE}"/>
                  </a:ext>
                </a:extLst>
              </p:cNvPr>
              <p:cNvSpPr>
                <a:spLocks/>
              </p:cNvSpPr>
              <p:nvPr/>
            </p:nvSpPr>
            <p:spPr bwMode="hidden">
              <a:xfrm>
                <a:off x="2987" y="4044"/>
                <a:ext cx="108" cy="252"/>
              </a:xfrm>
              <a:custGeom>
                <a:avLst/>
                <a:gdLst/>
                <a:ahLst/>
                <a:cxnLst>
                  <a:cxn ang="0">
                    <a:pos x="89" y="84"/>
                  </a:cxn>
                  <a:cxn ang="0">
                    <a:pos x="83" y="132"/>
                  </a:cxn>
                  <a:cxn ang="0">
                    <a:pos x="65" y="174"/>
                  </a:cxn>
                  <a:cxn ang="0">
                    <a:pos x="36" y="216"/>
                  </a:cxn>
                  <a:cxn ang="0">
                    <a:pos x="0" y="252"/>
                  </a:cxn>
                  <a:cxn ang="0">
                    <a:pos x="18" y="252"/>
                  </a:cxn>
                  <a:cxn ang="0">
                    <a:pos x="53" y="216"/>
                  </a:cxn>
                  <a:cxn ang="0">
                    <a:pos x="83" y="174"/>
                  </a:cxn>
                  <a:cxn ang="0">
                    <a:pos x="101" y="132"/>
                  </a:cxn>
                  <a:cxn ang="0">
                    <a:pos x="107" y="84"/>
                  </a:cxn>
                  <a:cxn ang="0">
                    <a:pos x="101" y="42"/>
                  </a:cxn>
                  <a:cxn ang="0">
                    <a:pos x="89" y="0"/>
                  </a:cxn>
                  <a:cxn ang="0">
                    <a:pos x="65" y="0"/>
                  </a:cxn>
                  <a:cxn ang="0">
                    <a:pos x="83" y="42"/>
                  </a:cxn>
                  <a:cxn ang="0">
                    <a:pos x="89" y="84"/>
                  </a:cxn>
                  <a:cxn ang="0">
                    <a:pos x="89" y="84"/>
                  </a:cxn>
                </a:cxnLst>
                <a:rect l="0" t="0" r="r" b="b"/>
                <a:pathLst>
                  <a:path w="107" h="252">
                    <a:moveTo>
                      <a:pt x="89" y="84"/>
                    </a:moveTo>
                    <a:lnTo>
                      <a:pt x="83" y="132"/>
                    </a:lnTo>
                    <a:lnTo>
                      <a:pt x="65" y="174"/>
                    </a:lnTo>
                    <a:lnTo>
                      <a:pt x="36" y="216"/>
                    </a:lnTo>
                    <a:lnTo>
                      <a:pt x="0" y="252"/>
                    </a:lnTo>
                    <a:lnTo>
                      <a:pt x="18" y="252"/>
                    </a:lnTo>
                    <a:lnTo>
                      <a:pt x="53" y="216"/>
                    </a:lnTo>
                    <a:lnTo>
                      <a:pt x="83" y="174"/>
                    </a:lnTo>
                    <a:lnTo>
                      <a:pt x="101" y="132"/>
                    </a:lnTo>
                    <a:lnTo>
                      <a:pt x="107" y="84"/>
                    </a:lnTo>
                    <a:lnTo>
                      <a:pt x="101" y="42"/>
                    </a:lnTo>
                    <a:lnTo>
                      <a:pt x="89" y="0"/>
                    </a:lnTo>
                    <a:lnTo>
                      <a:pt x="65" y="0"/>
                    </a:lnTo>
                    <a:lnTo>
                      <a:pt x="83" y="42"/>
                    </a:lnTo>
                    <a:lnTo>
                      <a:pt x="89" y="84"/>
                    </a:lnTo>
                    <a:lnTo>
                      <a:pt x="89" y="84"/>
                    </a:lnTo>
                    <a:close/>
                  </a:path>
                </a:pathLst>
              </a:custGeom>
              <a:gradFill rotWithShape="0">
                <a:gsLst>
                  <a:gs pos="0">
                    <a:schemeClr val="accent1"/>
                  </a:gs>
                  <a:gs pos="100000">
                    <a:schemeClr val="accent1">
                      <a:gamma/>
                      <a:shade val="81961"/>
                      <a:invGamma/>
                    </a:schemeClr>
                  </a:gs>
                </a:gsLst>
                <a:lin ang="5400000" scaled="1"/>
              </a:gradFill>
              <a:ln w="9525">
                <a:noFill/>
                <a:round/>
                <a:headEnd/>
                <a:tailEnd/>
              </a:ln>
            </p:spPr>
            <p:txBody>
              <a:bodyPr/>
              <a:lstStyle/>
              <a:p>
                <a:pPr>
                  <a:defRPr/>
                </a:pPr>
                <a:endParaRPr lang="th-TH"/>
              </a:p>
            </p:txBody>
          </p:sp>
          <p:sp>
            <p:nvSpPr>
              <p:cNvPr id="23" name="Freeform 29">
                <a:extLst>
                  <a:ext uri="{FF2B5EF4-FFF2-40B4-BE49-F238E27FC236}">
                    <a16:creationId xmlns:a16="http://schemas.microsoft.com/office/drawing/2014/main" id="{699B151E-A4ED-4EC4-94C8-A64160046366}"/>
                  </a:ext>
                </a:extLst>
              </p:cNvPr>
              <p:cNvSpPr>
                <a:spLocks/>
              </p:cNvSpPr>
              <p:nvPr/>
            </p:nvSpPr>
            <p:spPr bwMode="hidden">
              <a:xfrm>
                <a:off x="2068" y="3685"/>
                <a:ext cx="835" cy="150"/>
              </a:xfrm>
              <a:custGeom>
                <a:avLst/>
                <a:gdLst/>
                <a:ahLst/>
                <a:cxnLst>
                  <a:cxn ang="0">
                    <a:pos x="518" y="18"/>
                  </a:cxn>
                  <a:cxn ang="0">
                    <a:pos x="597" y="24"/>
                  </a:cxn>
                  <a:cxn ang="0">
                    <a:pos x="682" y="30"/>
                  </a:cxn>
                  <a:cxn ang="0">
                    <a:pos x="755" y="42"/>
                  </a:cxn>
                  <a:cxn ang="0">
                    <a:pos x="828" y="60"/>
                  </a:cxn>
                  <a:cxn ang="0">
                    <a:pos x="835" y="42"/>
                  </a:cxn>
                  <a:cxn ang="0">
                    <a:pos x="761" y="24"/>
                  </a:cxn>
                  <a:cxn ang="0">
                    <a:pos x="688" y="12"/>
                  </a:cxn>
                  <a:cxn ang="0">
                    <a:pos x="603" y="6"/>
                  </a:cxn>
                  <a:cxn ang="0">
                    <a:pos x="518" y="0"/>
                  </a:cxn>
                  <a:cxn ang="0">
                    <a:pos x="372" y="12"/>
                  </a:cxn>
                  <a:cxn ang="0">
                    <a:pos x="232" y="36"/>
                  </a:cxn>
                  <a:cxn ang="0">
                    <a:pos x="110" y="78"/>
                  </a:cxn>
                  <a:cxn ang="0">
                    <a:pos x="0" y="132"/>
                  </a:cxn>
                  <a:cxn ang="0">
                    <a:pos x="19" y="150"/>
                  </a:cxn>
                  <a:cxn ang="0">
                    <a:pos x="122" y="96"/>
                  </a:cxn>
                  <a:cxn ang="0">
                    <a:pos x="244" y="54"/>
                  </a:cxn>
                  <a:cxn ang="0">
                    <a:pos x="378" y="30"/>
                  </a:cxn>
                  <a:cxn ang="0">
                    <a:pos x="518" y="18"/>
                  </a:cxn>
                  <a:cxn ang="0">
                    <a:pos x="518" y="18"/>
                  </a:cxn>
                </a:cxnLst>
                <a:rect l="0" t="0" r="r" b="b"/>
                <a:pathLst>
                  <a:path w="835" h="150">
                    <a:moveTo>
                      <a:pt x="518" y="18"/>
                    </a:moveTo>
                    <a:lnTo>
                      <a:pt x="597" y="24"/>
                    </a:lnTo>
                    <a:lnTo>
                      <a:pt x="682" y="30"/>
                    </a:lnTo>
                    <a:lnTo>
                      <a:pt x="755" y="42"/>
                    </a:lnTo>
                    <a:lnTo>
                      <a:pt x="828" y="60"/>
                    </a:lnTo>
                    <a:lnTo>
                      <a:pt x="835" y="42"/>
                    </a:lnTo>
                    <a:lnTo>
                      <a:pt x="761" y="24"/>
                    </a:lnTo>
                    <a:lnTo>
                      <a:pt x="688" y="12"/>
                    </a:lnTo>
                    <a:lnTo>
                      <a:pt x="603" y="6"/>
                    </a:lnTo>
                    <a:lnTo>
                      <a:pt x="518" y="0"/>
                    </a:lnTo>
                    <a:lnTo>
                      <a:pt x="372" y="12"/>
                    </a:lnTo>
                    <a:lnTo>
                      <a:pt x="232" y="36"/>
                    </a:lnTo>
                    <a:lnTo>
                      <a:pt x="110" y="78"/>
                    </a:lnTo>
                    <a:lnTo>
                      <a:pt x="0" y="132"/>
                    </a:lnTo>
                    <a:lnTo>
                      <a:pt x="19" y="150"/>
                    </a:lnTo>
                    <a:lnTo>
                      <a:pt x="122" y="96"/>
                    </a:lnTo>
                    <a:lnTo>
                      <a:pt x="244" y="54"/>
                    </a:lnTo>
                    <a:lnTo>
                      <a:pt x="378" y="30"/>
                    </a:lnTo>
                    <a:lnTo>
                      <a:pt x="518" y="18"/>
                    </a:lnTo>
                    <a:lnTo>
                      <a:pt x="518" y="18"/>
                    </a:lnTo>
                    <a:close/>
                  </a:path>
                </a:pathLst>
              </a:custGeom>
              <a:solidFill>
                <a:schemeClr val="accent1"/>
              </a:solidFill>
              <a:ln w="9525">
                <a:noFill/>
                <a:round/>
                <a:headEnd/>
                <a:tailEnd/>
              </a:ln>
            </p:spPr>
            <p:txBody>
              <a:bodyPr/>
              <a:lstStyle/>
              <a:p>
                <a:pPr>
                  <a:defRPr/>
                </a:pPr>
                <a:endParaRPr lang="th-TH"/>
              </a:p>
            </p:txBody>
          </p:sp>
          <p:sp>
            <p:nvSpPr>
              <p:cNvPr id="24" name="Freeform 30">
                <a:extLst>
                  <a:ext uri="{FF2B5EF4-FFF2-40B4-BE49-F238E27FC236}">
                    <a16:creationId xmlns:a16="http://schemas.microsoft.com/office/drawing/2014/main" id="{409467E8-6573-4849-AF1A-8B52EAFC3E1F}"/>
                  </a:ext>
                </a:extLst>
              </p:cNvPr>
              <p:cNvSpPr>
                <a:spLocks/>
              </p:cNvSpPr>
              <p:nvPr/>
            </p:nvSpPr>
            <p:spPr bwMode="hidden">
              <a:xfrm>
                <a:off x="1867" y="3853"/>
                <a:ext cx="171" cy="461"/>
              </a:xfrm>
              <a:custGeom>
                <a:avLst/>
                <a:gdLst/>
                <a:ahLst/>
                <a:cxnLst>
                  <a:cxn ang="0">
                    <a:pos x="31" y="263"/>
                  </a:cxn>
                  <a:cxn ang="0">
                    <a:pos x="43" y="191"/>
                  </a:cxn>
                  <a:cxn ang="0">
                    <a:pos x="67" y="131"/>
                  </a:cxn>
                  <a:cxn ang="0">
                    <a:pos x="116" y="72"/>
                  </a:cxn>
                  <a:cxn ang="0">
                    <a:pos x="171" y="18"/>
                  </a:cxn>
                  <a:cxn ang="0">
                    <a:pos x="153" y="0"/>
                  </a:cxn>
                  <a:cxn ang="0">
                    <a:pos x="86" y="60"/>
                  </a:cxn>
                  <a:cxn ang="0">
                    <a:pos x="43" y="120"/>
                  </a:cxn>
                  <a:cxn ang="0">
                    <a:pos x="13" y="191"/>
                  </a:cxn>
                  <a:cxn ang="0">
                    <a:pos x="0" y="263"/>
                  </a:cxn>
                  <a:cxn ang="0">
                    <a:pos x="6" y="317"/>
                  </a:cxn>
                  <a:cxn ang="0">
                    <a:pos x="25" y="365"/>
                  </a:cxn>
                  <a:cxn ang="0">
                    <a:pos x="49" y="413"/>
                  </a:cxn>
                  <a:cxn ang="0">
                    <a:pos x="86" y="461"/>
                  </a:cxn>
                  <a:cxn ang="0">
                    <a:pos x="122" y="461"/>
                  </a:cxn>
                  <a:cxn ang="0">
                    <a:pos x="86" y="413"/>
                  </a:cxn>
                  <a:cxn ang="0">
                    <a:pos x="55" y="365"/>
                  </a:cxn>
                  <a:cxn ang="0">
                    <a:pos x="37" y="317"/>
                  </a:cxn>
                  <a:cxn ang="0">
                    <a:pos x="31" y="263"/>
                  </a:cxn>
                  <a:cxn ang="0">
                    <a:pos x="31" y="263"/>
                  </a:cxn>
                </a:cxnLst>
                <a:rect l="0" t="0" r="r" b="b"/>
                <a:pathLst>
                  <a:path w="171" h="461">
                    <a:moveTo>
                      <a:pt x="31" y="263"/>
                    </a:moveTo>
                    <a:lnTo>
                      <a:pt x="43" y="191"/>
                    </a:lnTo>
                    <a:lnTo>
                      <a:pt x="67" y="131"/>
                    </a:lnTo>
                    <a:lnTo>
                      <a:pt x="116" y="72"/>
                    </a:lnTo>
                    <a:lnTo>
                      <a:pt x="171" y="18"/>
                    </a:lnTo>
                    <a:lnTo>
                      <a:pt x="153" y="0"/>
                    </a:lnTo>
                    <a:lnTo>
                      <a:pt x="86" y="60"/>
                    </a:lnTo>
                    <a:lnTo>
                      <a:pt x="43" y="120"/>
                    </a:lnTo>
                    <a:lnTo>
                      <a:pt x="13" y="191"/>
                    </a:lnTo>
                    <a:lnTo>
                      <a:pt x="0" y="263"/>
                    </a:lnTo>
                    <a:lnTo>
                      <a:pt x="6" y="317"/>
                    </a:lnTo>
                    <a:lnTo>
                      <a:pt x="25" y="365"/>
                    </a:lnTo>
                    <a:lnTo>
                      <a:pt x="49" y="413"/>
                    </a:lnTo>
                    <a:lnTo>
                      <a:pt x="86" y="461"/>
                    </a:lnTo>
                    <a:lnTo>
                      <a:pt x="122" y="461"/>
                    </a:lnTo>
                    <a:lnTo>
                      <a:pt x="86" y="413"/>
                    </a:lnTo>
                    <a:lnTo>
                      <a:pt x="55" y="365"/>
                    </a:lnTo>
                    <a:lnTo>
                      <a:pt x="37" y="317"/>
                    </a:lnTo>
                    <a:lnTo>
                      <a:pt x="31" y="263"/>
                    </a:lnTo>
                    <a:lnTo>
                      <a:pt x="31" y="263"/>
                    </a:lnTo>
                    <a:close/>
                  </a:path>
                </a:pathLst>
              </a:custGeom>
              <a:solidFill>
                <a:schemeClr val="accent1"/>
              </a:solidFill>
              <a:ln w="9525">
                <a:noFill/>
                <a:round/>
                <a:headEnd/>
                <a:tailEnd/>
              </a:ln>
            </p:spPr>
            <p:txBody>
              <a:bodyPr/>
              <a:lstStyle/>
              <a:p>
                <a:pPr>
                  <a:defRPr/>
                </a:pPr>
                <a:endParaRPr lang="th-TH"/>
              </a:p>
            </p:txBody>
          </p:sp>
          <p:sp>
            <p:nvSpPr>
              <p:cNvPr id="25" name="Freeform 31">
                <a:extLst>
                  <a:ext uri="{FF2B5EF4-FFF2-40B4-BE49-F238E27FC236}">
                    <a16:creationId xmlns:a16="http://schemas.microsoft.com/office/drawing/2014/main" id="{BE4E58CF-3292-403D-A80C-3CA0A76E53D7}"/>
                  </a:ext>
                </a:extLst>
              </p:cNvPr>
              <p:cNvSpPr>
                <a:spLocks/>
              </p:cNvSpPr>
              <p:nvPr/>
            </p:nvSpPr>
            <p:spPr bwMode="hidden">
              <a:xfrm>
                <a:off x="2951" y="3751"/>
                <a:ext cx="360" cy="563"/>
              </a:xfrm>
              <a:custGeom>
                <a:avLst/>
                <a:gdLst/>
                <a:ahLst/>
                <a:cxnLst>
                  <a:cxn ang="0">
                    <a:pos x="360" y="365"/>
                  </a:cxn>
                  <a:cxn ang="0">
                    <a:pos x="353" y="305"/>
                  </a:cxn>
                  <a:cxn ang="0">
                    <a:pos x="335" y="251"/>
                  </a:cxn>
                  <a:cxn ang="0">
                    <a:pos x="305" y="204"/>
                  </a:cxn>
                  <a:cxn ang="0">
                    <a:pos x="262" y="156"/>
                  </a:cxn>
                  <a:cxn ang="0">
                    <a:pos x="213" y="108"/>
                  </a:cxn>
                  <a:cxn ang="0">
                    <a:pos x="159" y="66"/>
                  </a:cxn>
                  <a:cxn ang="0">
                    <a:pos x="92" y="30"/>
                  </a:cxn>
                  <a:cxn ang="0">
                    <a:pos x="19" y="0"/>
                  </a:cxn>
                  <a:cxn ang="0">
                    <a:pos x="0" y="12"/>
                  </a:cxn>
                  <a:cxn ang="0">
                    <a:pos x="67" y="42"/>
                  </a:cxn>
                  <a:cxn ang="0">
                    <a:pos x="134" y="78"/>
                  </a:cxn>
                  <a:cxn ang="0">
                    <a:pos x="189" y="114"/>
                  </a:cxn>
                  <a:cxn ang="0">
                    <a:pos x="238" y="162"/>
                  </a:cxn>
                  <a:cxn ang="0">
                    <a:pos x="274" y="210"/>
                  </a:cxn>
                  <a:cxn ang="0">
                    <a:pos x="299" y="257"/>
                  </a:cxn>
                  <a:cxn ang="0">
                    <a:pos x="317" y="311"/>
                  </a:cxn>
                  <a:cxn ang="0">
                    <a:pos x="323" y="365"/>
                  </a:cxn>
                  <a:cxn ang="0">
                    <a:pos x="317" y="419"/>
                  </a:cxn>
                  <a:cxn ang="0">
                    <a:pos x="299" y="467"/>
                  </a:cxn>
                  <a:cxn ang="0">
                    <a:pos x="274" y="515"/>
                  </a:cxn>
                  <a:cxn ang="0">
                    <a:pos x="238" y="563"/>
                  </a:cxn>
                  <a:cxn ang="0">
                    <a:pos x="268" y="563"/>
                  </a:cxn>
                  <a:cxn ang="0">
                    <a:pos x="311" y="515"/>
                  </a:cxn>
                  <a:cxn ang="0">
                    <a:pos x="335" y="467"/>
                  </a:cxn>
                  <a:cxn ang="0">
                    <a:pos x="353" y="419"/>
                  </a:cxn>
                  <a:cxn ang="0">
                    <a:pos x="360" y="365"/>
                  </a:cxn>
                  <a:cxn ang="0">
                    <a:pos x="360" y="365"/>
                  </a:cxn>
                </a:cxnLst>
                <a:rect l="0" t="0" r="r" b="b"/>
                <a:pathLst>
                  <a:path w="360" h="563">
                    <a:moveTo>
                      <a:pt x="360" y="365"/>
                    </a:moveTo>
                    <a:lnTo>
                      <a:pt x="353" y="305"/>
                    </a:lnTo>
                    <a:lnTo>
                      <a:pt x="335" y="251"/>
                    </a:lnTo>
                    <a:lnTo>
                      <a:pt x="305" y="204"/>
                    </a:lnTo>
                    <a:lnTo>
                      <a:pt x="262" y="156"/>
                    </a:lnTo>
                    <a:lnTo>
                      <a:pt x="213" y="108"/>
                    </a:lnTo>
                    <a:lnTo>
                      <a:pt x="159" y="66"/>
                    </a:lnTo>
                    <a:lnTo>
                      <a:pt x="92" y="30"/>
                    </a:lnTo>
                    <a:lnTo>
                      <a:pt x="19" y="0"/>
                    </a:lnTo>
                    <a:lnTo>
                      <a:pt x="0" y="12"/>
                    </a:lnTo>
                    <a:lnTo>
                      <a:pt x="67" y="42"/>
                    </a:lnTo>
                    <a:lnTo>
                      <a:pt x="134" y="78"/>
                    </a:lnTo>
                    <a:lnTo>
                      <a:pt x="189" y="114"/>
                    </a:lnTo>
                    <a:lnTo>
                      <a:pt x="238" y="162"/>
                    </a:lnTo>
                    <a:lnTo>
                      <a:pt x="274" y="210"/>
                    </a:lnTo>
                    <a:lnTo>
                      <a:pt x="299" y="257"/>
                    </a:lnTo>
                    <a:lnTo>
                      <a:pt x="317" y="311"/>
                    </a:lnTo>
                    <a:lnTo>
                      <a:pt x="323" y="365"/>
                    </a:lnTo>
                    <a:lnTo>
                      <a:pt x="317" y="419"/>
                    </a:lnTo>
                    <a:lnTo>
                      <a:pt x="299" y="467"/>
                    </a:lnTo>
                    <a:lnTo>
                      <a:pt x="274" y="515"/>
                    </a:lnTo>
                    <a:lnTo>
                      <a:pt x="238" y="563"/>
                    </a:lnTo>
                    <a:lnTo>
                      <a:pt x="268" y="563"/>
                    </a:lnTo>
                    <a:lnTo>
                      <a:pt x="311" y="515"/>
                    </a:lnTo>
                    <a:lnTo>
                      <a:pt x="335" y="467"/>
                    </a:lnTo>
                    <a:lnTo>
                      <a:pt x="353" y="419"/>
                    </a:lnTo>
                    <a:lnTo>
                      <a:pt x="360" y="365"/>
                    </a:lnTo>
                    <a:lnTo>
                      <a:pt x="360" y="365"/>
                    </a:lnTo>
                    <a:close/>
                  </a:path>
                </a:pathLst>
              </a:custGeom>
              <a:gradFill rotWithShape="0">
                <a:gsLst>
                  <a:gs pos="0">
                    <a:schemeClr val="accent1"/>
                  </a:gs>
                  <a:gs pos="100000">
                    <a:schemeClr val="accent1">
                      <a:gamma/>
                      <a:shade val="87843"/>
                      <a:invGamma/>
                    </a:schemeClr>
                  </a:gs>
                </a:gsLst>
                <a:lin ang="5400000" scaled="1"/>
              </a:gradFill>
              <a:ln w="9525">
                <a:noFill/>
                <a:round/>
                <a:headEnd/>
                <a:tailEnd/>
              </a:ln>
            </p:spPr>
            <p:txBody>
              <a:bodyPr/>
              <a:lstStyle/>
              <a:p>
                <a:pPr>
                  <a:defRPr/>
                </a:pPr>
                <a:endParaRPr lang="th-TH"/>
              </a:p>
            </p:txBody>
          </p:sp>
          <p:sp>
            <p:nvSpPr>
              <p:cNvPr id="26" name="Freeform 32">
                <a:extLst>
                  <a:ext uri="{FF2B5EF4-FFF2-40B4-BE49-F238E27FC236}">
                    <a16:creationId xmlns:a16="http://schemas.microsoft.com/office/drawing/2014/main" id="{006DFD66-8FEF-4537-A4BE-A1C57CEBD12B}"/>
                  </a:ext>
                </a:extLst>
              </p:cNvPr>
              <p:cNvSpPr>
                <a:spLocks/>
              </p:cNvSpPr>
              <p:nvPr/>
            </p:nvSpPr>
            <p:spPr bwMode="hidden">
              <a:xfrm>
                <a:off x="2318" y="3631"/>
                <a:ext cx="1078" cy="425"/>
              </a:xfrm>
              <a:custGeom>
                <a:avLst/>
                <a:gdLst/>
                <a:ahLst/>
                <a:cxnLst>
                  <a:cxn ang="0">
                    <a:pos x="1053" y="425"/>
                  </a:cxn>
                  <a:cxn ang="0">
                    <a:pos x="1078" y="419"/>
                  </a:cxn>
                  <a:cxn ang="0">
                    <a:pos x="1066" y="377"/>
                  </a:cxn>
                  <a:cxn ang="0">
                    <a:pos x="1047" y="336"/>
                  </a:cxn>
                  <a:cxn ang="0">
                    <a:pos x="986" y="252"/>
                  </a:cxn>
                  <a:cxn ang="0">
                    <a:pos x="907" y="180"/>
                  </a:cxn>
                  <a:cxn ang="0">
                    <a:pos x="810" y="120"/>
                  </a:cxn>
                  <a:cxn ang="0">
                    <a:pos x="694" y="72"/>
                  </a:cxn>
                  <a:cxn ang="0">
                    <a:pos x="560" y="30"/>
                  </a:cxn>
                  <a:cxn ang="0">
                    <a:pos x="420" y="6"/>
                  </a:cxn>
                  <a:cxn ang="0">
                    <a:pos x="268" y="0"/>
                  </a:cxn>
                  <a:cxn ang="0">
                    <a:pos x="134" y="6"/>
                  </a:cxn>
                  <a:cxn ang="0">
                    <a:pos x="0" y="24"/>
                  </a:cxn>
                  <a:cxn ang="0">
                    <a:pos x="12" y="36"/>
                  </a:cxn>
                  <a:cxn ang="0">
                    <a:pos x="134" y="18"/>
                  </a:cxn>
                  <a:cxn ang="0">
                    <a:pos x="268" y="12"/>
                  </a:cxn>
                  <a:cxn ang="0">
                    <a:pos x="420" y="18"/>
                  </a:cxn>
                  <a:cxn ang="0">
                    <a:pos x="554" y="42"/>
                  </a:cxn>
                  <a:cxn ang="0">
                    <a:pos x="682" y="84"/>
                  </a:cxn>
                  <a:cxn ang="0">
                    <a:pos x="798" y="132"/>
                  </a:cxn>
                  <a:cxn ang="0">
                    <a:pos x="895" y="192"/>
                  </a:cxn>
                  <a:cxn ang="0">
                    <a:pos x="968" y="264"/>
                  </a:cxn>
                  <a:cxn ang="0">
                    <a:pos x="999" y="300"/>
                  </a:cxn>
                  <a:cxn ang="0">
                    <a:pos x="1023" y="342"/>
                  </a:cxn>
                  <a:cxn ang="0">
                    <a:pos x="1041" y="383"/>
                  </a:cxn>
                  <a:cxn ang="0">
                    <a:pos x="1053" y="425"/>
                  </a:cxn>
                  <a:cxn ang="0">
                    <a:pos x="1053" y="425"/>
                  </a:cxn>
                </a:cxnLst>
                <a:rect l="0" t="0" r="r" b="b"/>
                <a:pathLst>
                  <a:path w="1078" h="425">
                    <a:moveTo>
                      <a:pt x="1053" y="425"/>
                    </a:moveTo>
                    <a:lnTo>
                      <a:pt x="1078" y="419"/>
                    </a:lnTo>
                    <a:lnTo>
                      <a:pt x="1066" y="377"/>
                    </a:lnTo>
                    <a:lnTo>
                      <a:pt x="1047" y="336"/>
                    </a:lnTo>
                    <a:lnTo>
                      <a:pt x="986" y="252"/>
                    </a:lnTo>
                    <a:lnTo>
                      <a:pt x="907" y="180"/>
                    </a:lnTo>
                    <a:lnTo>
                      <a:pt x="810" y="120"/>
                    </a:lnTo>
                    <a:lnTo>
                      <a:pt x="694" y="72"/>
                    </a:lnTo>
                    <a:lnTo>
                      <a:pt x="560" y="30"/>
                    </a:lnTo>
                    <a:lnTo>
                      <a:pt x="420" y="6"/>
                    </a:lnTo>
                    <a:lnTo>
                      <a:pt x="268" y="0"/>
                    </a:lnTo>
                    <a:lnTo>
                      <a:pt x="134" y="6"/>
                    </a:lnTo>
                    <a:lnTo>
                      <a:pt x="0" y="24"/>
                    </a:lnTo>
                    <a:lnTo>
                      <a:pt x="12" y="36"/>
                    </a:lnTo>
                    <a:lnTo>
                      <a:pt x="134" y="18"/>
                    </a:lnTo>
                    <a:lnTo>
                      <a:pt x="268" y="12"/>
                    </a:lnTo>
                    <a:lnTo>
                      <a:pt x="420" y="18"/>
                    </a:lnTo>
                    <a:lnTo>
                      <a:pt x="554" y="42"/>
                    </a:lnTo>
                    <a:lnTo>
                      <a:pt x="682" y="84"/>
                    </a:lnTo>
                    <a:lnTo>
                      <a:pt x="798" y="132"/>
                    </a:lnTo>
                    <a:lnTo>
                      <a:pt x="895" y="192"/>
                    </a:lnTo>
                    <a:lnTo>
                      <a:pt x="968" y="264"/>
                    </a:lnTo>
                    <a:lnTo>
                      <a:pt x="999" y="300"/>
                    </a:lnTo>
                    <a:lnTo>
                      <a:pt x="1023" y="342"/>
                    </a:lnTo>
                    <a:lnTo>
                      <a:pt x="1041" y="383"/>
                    </a:lnTo>
                    <a:lnTo>
                      <a:pt x="1053" y="425"/>
                    </a:lnTo>
                    <a:lnTo>
                      <a:pt x="1053" y="425"/>
                    </a:lnTo>
                    <a:close/>
                  </a:path>
                </a:pathLst>
              </a:custGeom>
              <a:gradFill rotWithShape="0">
                <a:gsLst>
                  <a:gs pos="0">
                    <a:schemeClr val="accent1"/>
                  </a:gs>
                  <a:gs pos="100000">
                    <a:schemeClr val="accent1">
                      <a:gamma/>
                      <a:shade val="87843"/>
                      <a:invGamma/>
                    </a:schemeClr>
                  </a:gs>
                </a:gsLst>
                <a:lin ang="5400000" scaled="1"/>
              </a:gradFill>
              <a:ln w="9525">
                <a:noFill/>
                <a:round/>
                <a:headEnd/>
                <a:tailEnd/>
              </a:ln>
            </p:spPr>
            <p:txBody>
              <a:bodyPr/>
              <a:lstStyle/>
              <a:p>
                <a:pPr>
                  <a:defRPr/>
                </a:pPr>
                <a:endParaRPr lang="th-TH"/>
              </a:p>
            </p:txBody>
          </p:sp>
          <p:sp>
            <p:nvSpPr>
              <p:cNvPr id="27" name="Freeform 33">
                <a:extLst>
                  <a:ext uri="{FF2B5EF4-FFF2-40B4-BE49-F238E27FC236}">
                    <a16:creationId xmlns:a16="http://schemas.microsoft.com/office/drawing/2014/main" id="{C548920A-AA93-42FA-A6C8-846331C3DEF3}"/>
                  </a:ext>
                </a:extLst>
              </p:cNvPr>
              <p:cNvSpPr>
                <a:spLocks/>
              </p:cNvSpPr>
              <p:nvPr/>
            </p:nvSpPr>
            <p:spPr bwMode="hidden">
              <a:xfrm>
                <a:off x="3304" y="4080"/>
                <a:ext cx="98" cy="234"/>
              </a:xfrm>
              <a:custGeom>
                <a:avLst/>
                <a:gdLst/>
                <a:ahLst/>
                <a:cxnLst>
                  <a:cxn ang="0">
                    <a:pos x="0" y="234"/>
                  </a:cxn>
                  <a:cxn ang="0">
                    <a:pos x="25" y="234"/>
                  </a:cxn>
                  <a:cxn ang="0">
                    <a:pos x="55" y="186"/>
                  </a:cxn>
                  <a:cxn ang="0">
                    <a:pos x="80" y="138"/>
                  </a:cxn>
                  <a:cxn ang="0">
                    <a:pos x="92" y="90"/>
                  </a:cxn>
                  <a:cxn ang="0">
                    <a:pos x="98" y="36"/>
                  </a:cxn>
                  <a:cxn ang="0">
                    <a:pos x="98" y="0"/>
                  </a:cxn>
                  <a:cxn ang="0">
                    <a:pos x="74" y="0"/>
                  </a:cxn>
                  <a:cxn ang="0">
                    <a:pos x="74" y="36"/>
                  </a:cxn>
                  <a:cxn ang="0">
                    <a:pos x="67" y="90"/>
                  </a:cxn>
                  <a:cxn ang="0">
                    <a:pos x="55" y="138"/>
                  </a:cxn>
                  <a:cxn ang="0">
                    <a:pos x="31" y="186"/>
                  </a:cxn>
                  <a:cxn ang="0">
                    <a:pos x="0" y="234"/>
                  </a:cxn>
                  <a:cxn ang="0">
                    <a:pos x="0" y="234"/>
                  </a:cxn>
                </a:cxnLst>
                <a:rect l="0" t="0" r="r" b="b"/>
                <a:pathLst>
                  <a:path w="98" h="234">
                    <a:moveTo>
                      <a:pt x="0" y="234"/>
                    </a:moveTo>
                    <a:lnTo>
                      <a:pt x="25" y="234"/>
                    </a:lnTo>
                    <a:lnTo>
                      <a:pt x="55" y="186"/>
                    </a:lnTo>
                    <a:lnTo>
                      <a:pt x="80" y="138"/>
                    </a:lnTo>
                    <a:lnTo>
                      <a:pt x="92" y="90"/>
                    </a:lnTo>
                    <a:lnTo>
                      <a:pt x="98" y="36"/>
                    </a:lnTo>
                    <a:lnTo>
                      <a:pt x="98" y="0"/>
                    </a:lnTo>
                    <a:lnTo>
                      <a:pt x="74" y="0"/>
                    </a:lnTo>
                    <a:lnTo>
                      <a:pt x="74" y="36"/>
                    </a:lnTo>
                    <a:lnTo>
                      <a:pt x="67" y="90"/>
                    </a:lnTo>
                    <a:lnTo>
                      <a:pt x="55" y="138"/>
                    </a:lnTo>
                    <a:lnTo>
                      <a:pt x="31" y="186"/>
                    </a:lnTo>
                    <a:lnTo>
                      <a:pt x="0" y="234"/>
                    </a:lnTo>
                    <a:lnTo>
                      <a:pt x="0" y="234"/>
                    </a:lnTo>
                    <a:close/>
                  </a:path>
                </a:pathLst>
              </a:custGeom>
              <a:gradFill rotWithShape="0">
                <a:gsLst>
                  <a:gs pos="0">
                    <a:schemeClr val="accent1"/>
                  </a:gs>
                  <a:gs pos="100000">
                    <a:schemeClr val="accent1">
                      <a:gamma/>
                      <a:shade val="87843"/>
                      <a:invGamma/>
                    </a:schemeClr>
                  </a:gs>
                </a:gsLst>
                <a:lin ang="5400000" scaled="1"/>
              </a:gradFill>
              <a:ln w="9525">
                <a:noFill/>
                <a:round/>
                <a:headEnd/>
                <a:tailEnd/>
              </a:ln>
            </p:spPr>
            <p:txBody>
              <a:bodyPr/>
              <a:lstStyle/>
              <a:p>
                <a:pPr>
                  <a:defRPr/>
                </a:pPr>
                <a:endParaRPr lang="th-TH"/>
              </a:p>
            </p:txBody>
          </p:sp>
          <p:sp>
            <p:nvSpPr>
              <p:cNvPr id="28" name="Freeform 34">
                <a:extLst>
                  <a:ext uri="{FF2B5EF4-FFF2-40B4-BE49-F238E27FC236}">
                    <a16:creationId xmlns:a16="http://schemas.microsoft.com/office/drawing/2014/main" id="{9F99929A-372D-404E-A6F3-FEDF6F47D289}"/>
                  </a:ext>
                </a:extLst>
              </p:cNvPr>
              <p:cNvSpPr>
                <a:spLocks/>
              </p:cNvSpPr>
              <p:nvPr/>
            </p:nvSpPr>
            <p:spPr bwMode="hidden">
              <a:xfrm>
                <a:off x="1776" y="3673"/>
                <a:ext cx="481" cy="641"/>
              </a:xfrm>
              <a:custGeom>
                <a:avLst/>
                <a:gdLst/>
                <a:ahLst/>
                <a:cxnLst>
                  <a:cxn ang="0">
                    <a:pos x="18" y="443"/>
                  </a:cxn>
                  <a:cxn ang="0">
                    <a:pos x="24" y="371"/>
                  </a:cxn>
                  <a:cxn ang="0">
                    <a:pos x="55" y="305"/>
                  </a:cxn>
                  <a:cxn ang="0">
                    <a:pos x="91" y="246"/>
                  </a:cxn>
                  <a:cxn ang="0">
                    <a:pos x="146" y="186"/>
                  </a:cxn>
                  <a:cxn ang="0">
                    <a:pos x="213" y="132"/>
                  </a:cxn>
                  <a:cxn ang="0">
                    <a:pos x="292" y="84"/>
                  </a:cxn>
                  <a:cxn ang="0">
                    <a:pos x="384" y="48"/>
                  </a:cxn>
                  <a:cxn ang="0">
                    <a:pos x="481" y="12"/>
                  </a:cxn>
                  <a:cxn ang="0">
                    <a:pos x="457" y="0"/>
                  </a:cxn>
                  <a:cxn ang="0">
                    <a:pos x="359" y="36"/>
                  </a:cxn>
                  <a:cxn ang="0">
                    <a:pos x="274" y="78"/>
                  </a:cxn>
                  <a:cxn ang="0">
                    <a:pos x="195" y="126"/>
                  </a:cxn>
                  <a:cxn ang="0">
                    <a:pos x="128" y="180"/>
                  </a:cxn>
                  <a:cxn ang="0">
                    <a:pos x="73" y="240"/>
                  </a:cxn>
                  <a:cxn ang="0">
                    <a:pos x="37" y="305"/>
                  </a:cxn>
                  <a:cxn ang="0">
                    <a:pos x="6" y="371"/>
                  </a:cxn>
                  <a:cxn ang="0">
                    <a:pos x="0" y="443"/>
                  </a:cxn>
                  <a:cxn ang="0">
                    <a:pos x="6" y="497"/>
                  </a:cxn>
                  <a:cxn ang="0">
                    <a:pos x="18" y="545"/>
                  </a:cxn>
                  <a:cxn ang="0">
                    <a:pos x="43" y="593"/>
                  </a:cxn>
                  <a:cxn ang="0">
                    <a:pos x="73" y="641"/>
                  </a:cxn>
                  <a:cxn ang="0">
                    <a:pos x="97" y="641"/>
                  </a:cxn>
                  <a:cxn ang="0">
                    <a:pos x="67" y="593"/>
                  </a:cxn>
                  <a:cxn ang="0">
                    <a:pos x="43" y="545"/>
                  </a:cxn>
                  <a:cxn ang="0">
                    <a:pos x="24" y="497"/>
                  </a:cxn>
                  <a:cxn ang="0">
                    <a:pos x="18" y="443"/>
                  </a:cxn>
                  <a:cxn ang="0">
                    <a:pos x="18" y="443"/>
                  </a:cxn>
                </a:cxnLst>
                <a:rect l="0" t="0" r="r" b="b"/>
                <a:pathLst>
                  <a:path w="481" h="641">
                    <a:moveTo>
                      <a:pt x="18" y="443"/>
                    </a:moveTo>
                    <a:lnTo>
                      <a:pt x="24" y="371"/>
                    </a:lnTo>
                    <a:lnTo>
                      <a:pt x="55" y="305"/>
                    </a:lnTo>
                    <a:lnTo>
                      <a:pt x="91" y="246"/>
                    </a:lnTo>
                    <a:lnTo>
                      <a:pt x="146" y="186"/>
                    </a:lnTo>
                    <a:lnTo>
                      <a:pt x="213" y="132"/>
                    </a:lnTo>
                    <a:lnTo>
                      <a:pt x="292" y="84"/>
                    </a:lnTo>
                    <a:lnTo>
                      <a:pt x="384" y="48"/>
                    </a:lnTo>
                    <a:lnTo>
                      <a:pt x="481" y="12"/>
                    </a:lnTo>
                    <a:lnTo>
                      <a:pt x="457" y="0"/>
                    </a:lnTo>
                    <a:lnTo>
                      <a:pt x="359" y="36"/>
                    </a:lnTo>
                    <a:lnTo>
                      <a:pt x="274" y="78"/>
                    </a:lnTo>
                    <a:lnTo>
                      <a:pt x="195" y="126"/>
                    </a:lnTo>
                    <a:lnTo>
                      <a:pt x="128" y="180"/>
                    </a:lnTo>
                    <a:lnTo>
                      <a:pt x="73" y="240"/>
                    </a:lnTo>
                    <a:lnTo>
                      <a:pt x="37" y="305"/>
                    </a:lnTo>
                    <a:lnTo>
                      <a:pt x="6" y="371"/>
                    </a:lnTo>
                    <a:lnTo>
                      <a:pt x="0" y="443"/>
                    </a:lnTo>
                    <a:lnTo>
                      <a:pt x="6" y="497"/>
                    </a:lnTo>
                    <a:lnTo>
                      <a:pt x="18" y="545"/>
                    </a:lnTo>
                    <a:lnTo>
                      <a:pt x="43" y="593"/>
                    </a:lnTo>
                    <a:lnTo>
                      <a:pt x="73" y="641"/>
                    </a:lnTo>
                    <a:lnTo>
                      <a:pt x="97" y="641"/>
                    </a:lnTo>
                    <a:lnTo>
                      <a:pt x="67" y="593"/>
                    </a:lnTo>
                    <a:lnTo>
                      <a:pt x="43" y="545"/>
                    </a:lnTo>
                    <a:lnTo>
                      <a:pt x="24" y="497"/>
                    </a:lnTo>
                    <a:lnTo>
                      <a:pt x="18" y="443"/>
                    </a:lnTo>
                    <a:lnTo>
                      <a:pt x="18" y="443"/>
                    </a:lnTo>
                    <a:close/>
                  </a:path>
                </a:pathLst>
              </a:custGeom>
              <a:solidFill>
                <a:schemeClr val="accent1"/>
              </a:solidFill>
              <a:ln w="9525">
                <a:noFill/>
                <a:round/>
                <a:headEnd/>
                <a:tailEnd/>
              </a:ln>
            </p:spPr>
            <p:txBody>
              <a:bodyPr/>
              <a:lstStyle/>
              <a:p>
                <a:pPr>
                  <a:defRPr/>
                </a:pPr>
                <a:endParaRPr lang="th-TH"/>
              </a:p>
            </p:txBody>
          </p:sp>
          <p:sp>
            <p:nvSpPr>
              <p:cNvPr id="29" name="Freeform 35">
                <a:extLst>
                  <a:ext uri="{FF2B5EF4-FFF2-40B4-BE49-F238E27FC236}">
                    <a16:creationId xmlns:a16="http://schemas.microsoft.com/office/drawing/2014/main" id="{DDED3DBF-270D-48AB-B82B-C358B30696DC}"/>
                  </a:ext>
                </a:extLst>
              </p:cNvPr>
              <p:cNvSpPr>
                <a:spLocks noEditPoints="1"/>
              </p:cNvSpPr>
              <p:nvPr/>
            </p:nvSpPr>
            <p:spPr bwMode="hidden">
              <a:xfrm>
                <a:off x="4200" y="3402"/>
                <a:ext cx="1201" cy="731"/>
              </a:xfrm>
              <a:custGeom>
                <a:avLst/>
                <a:gdLst/>
                <a:ahLst/>
                <a:cxnLst>
                  <a:cxn ang="0">
                    <a:pos x="484" y="6"/>
                  </a:cxn>
                  <a:cxn ang="0">
                    <a:pos x="263" y="60"/>
                  </a:cxn>
                  <a:cxn ang="0">
                    <a:pos x="101" y="162"/>
                  </a:cxn>
                  <a:cxn ang="0">
                    <a:pos x="12" y="294"/>
                  </a:cxn>
                  <a:cxn ang="0">
                    <a:pos x="0" y="366"/>
                  </a:cxn>
                  <a:cxn ang="0">
                    <a:pos x="12" y="437"/>
                  </a:cxn>
                  <a:cxn ang="0">
                    <a:pos x="101" y="569"/>
                  </a:cxn>
                  <a:cxn ang="0">
                    <a:pos x="263" y="671"/>
                  </a:cxn>
                  <a:cxn ang="0">
                    <a:pos x="484" y="725"/>
                  </a:cxn>
                  <a:cxn ang="0">
                    <a:pos x="723" y="725"/>
                  </a:cxn>
                  <a:cxn ang="0">
                    <a:pos x="938" y="671"/>
                  </a:cxn>
                  <a:cxn ang="0">
                    <a:pos x="1100" y="569"/>
                  </a:cxn>
                  <a:cxn ang="0">
                    <a:pos x="1189" y="437"/>
                  </a:cxn>
                  <a:cxn ang="0">
                    <a:pos x="1201" y="366"/>
                  </a:cxn>
                  <a:cxn ang="0">
                    <a:pos x="1189" y="294"/>
                  </a:cxn>
                  <a:cxn ang="0">
                    <a:pos x="1100" y="162"/>
                  </a:cxn>
                  <a:cxn ang="0">
                    <a:pos x="938" y="60"/>
                  </a:cxn>
                  <a:cxn ang="0">
                    <a:pos x="723" y="6"/>
                  </a:cxn>
                  <a:cxn ang="0">
                    <a:pos x="604" y="0"/>
                  </a:cxn>
                  <a:cxn ang="0">
                    <a:pos x="490" y="701"/>
                  </a:cxn>
                  <a:cxn ang="0">
                    <a:pos x="287" y="647"/>
                  </a:cxn>
                  <a:cxn ang="0">
                    <a:pos x="131" y="557"/>
                  </a:cxn>
                  <a:cxn ang="0">
                    <a:pos x="48" y="437"/>
                  </a:cxn>
                  <a:cxn ang="0">
                    <a:pos x="36" y="366"/>
                  </a:cxn>
                  <a:cxn ang="0">
                    <a:pos x="48" y="300"/>
                  </a:cxn>
                  <a:cxn ang="0">
                    <a:pos x="131" y="174"/>
                  </a:cxn>
                  <a:cxn ang="0">
                    <a:pos x="287" y="84"/>
                  </a:cxn>
                  <a:cxn ang="0">
                    <a:pos x="490" y="30"/>
                  </a:cxn>
                  <a:cxn ang="0">
                    <a:pos x="717" y="30"/>
                  </a:cxn>
                  <a:cxn ang="0">
                    <a:pos x="920" y="84"/>
                  </a:cxn>
                  <a:cxn ang="0">
                    <a:pos x="1070" y="174"/>
                  </a:cxn>
                  <a:cxn ang="0">
                    <a:pos x="1153" y="300"/>
                  </a:cxn>
                  <a:cxn ang="0">
                    <a:pos x="1153" y="437"/>
                  </a:cxn>
                  <a:cxn ang="0">
                    <a:pos x="1070" y="557"/>
                  </a:cxn>
                  <a:cxn ang="0">
                    <a:pos x="920" y="647"/>
                  </a:cxn>
                  <a:cxn ang="0">
                    <a:pos x="717" y="701"/>
                  </a:cxn>
                  <a:cxn ang="0">
                    <a:pos x="604" y="707"/>
                  </a:cxn>
                </a:cxnLst>
                <a:rect l="0" t="0" r="r" b="b"/>
                <a:pathLst>
                  <a:path w="1201" h="731">
                    <a:moveTo>
                      <a:pt x="604" y="0"/>
                    </a:moveTo>
                    <a:lnTo>
                      <a:pt x="484" y="6"/>
                    </a:lnTo>
                    <a:lnTo>
                      <a:pt x="370" y="30"/>
                    </a:lnTo>
                    <a:lnTo>
                      <a:pt x="263" y="60"/>
                    </a:lnTo>
                    <a:lnTo>
                      <a:pt x="179" y="108"/>
                    </a:lnTo>
                    <a:lnTo>
                      <a:pt x="101" y="162"/>
                    </a:lnTo>
                    <a:lnTo>
                      <a:pt x="48" y="222"/>
                    </a:lnTo>
                    <a:lnTo>
                      <a:pt x="12" y="294"/>
                    </a:lnTo>
                    <a:lnTo>
                      <a:pt x="6" y="330"/>
                    </a:lnTo>
                    <a:lnTo>
                      <a:pt x="0" y="366"/>
                    </a:lnTo>
                    <a:lnTo>
                      <a:pt x="6" y="401"/>
                    </a:lnTo>
                    <a:lnTo>
                      <a:pt x="12" y="437"/>
                    </a:lnTo>
                    <a:lnTo>
                      <a:pt x="48" y="509"/>
                    </a:lnTo>
                    <a:lnTo>
                      <a:pt x="101" y="569"/>
                    </a:lnTo>
                    <a:lnTo>
                      <a:pt x="179" y="623"/>
                    </a:lnTo>
                    <a:lnTo>
                      <a:pt x="263" y="671"/>
                    </a:lnTo>
                    <a:lnTo>
                      <a:pt x="370" y="701"/>
                    </a:lnTo>
                    <a:lnTo>
                      <a:pt x="484" y="725"/>
                    </a:lnTo>
                    <a:lnTo>
                      <a:pt x="604" y="731"/>
                    </a:lnTo>
                    <a:lnTo>
                      <a:pt x="723" y="725"/>
                    </a:lnTo>
                    <a:lnTo>
                      <a:pt x="837" y="701"/>
                    </a:lnTo>
                    <a:lnTo>
                      <a:pt x="938" y="671"/>
                    </a:lnTo>
                    <a:lnTo>
                      <a:pt x="1028" y="623"/>
                    </a:lnTo>
                    <a:lnTo>
                      <a:pt x="1100" y="569"/>
                    </a:lnTo>
                    <a:lnTo>
                      <a:pt x="1153" y="509"/>
                    </a:lnTo>
                    <a:lnTo>
                      <a:pt x="1189" y="437"/>
                    </a:lnTo>
                    <a:lnTo>
                      <a:pt x="1201" y="401"/>
                    </a:lnTo>
                    <a:lnTo>
                      <a:pt x="1201" y="366"/>
                    </a:lnTo>
                    <a:lnTo>
                      <a:pt x="1201" y="330"/>
                    </a:lnTo>
                    <a:lnTo>
                      <a:pt x="1189" y="294"/>
                    </a:lnTo>
                    <a:lnTo>
                      <a:pt x="1153" y="222"/>
                    </a:lnTo>
                    <a:lnTo>
                      <a:pt x="1100" y="162"/>
                    </a:lnTo>
                    <a:lnTo>
                      <a:pt x="1028" y="108"/>
                    </a:lnTo>
                    <a:lnTo>
                      <a:pt x="938" y="60"/>
                    </a:lnTo>
                    <a:lnTo>
                      <a:pt x="837" y="30"/>
                    </a:lnTo>
                    <a:lnTo>
                      <a:pt x="723" y="6"/>
                    </a:lnTo>
                    <a:lnTo>
                      <a:pt x="604" y="0"/>
                    </a:lnTo>
                    <a:lnTo>
                      <a:pt x="604" y="0"/>
                    </a:lnTo>
                    <a:close/>
                    <a:moveTo>
                      <a:pt x="604" y="707"/>
                    </a:moveTo>
                    <a:lnTo>
                      <a:pt x="490" y="701"/>
                    </a:lnTo>
                    <a:lnTo>
                      <a:pt x="382" y="683"/>
                    </a:lnTo>
                    <a:lnTo>
                      <a:pt x="287" y="647"/>
                    </a:lnTo>
                    <a:lnTo>
                      <a:pt x="203" y="611"/>
                    </a:lnTo>
                    <a:lnTo>
                      <a:pt x="131" y="557"/>
                    </a:lnTo>
                    <a:lnTo>
                      <a:pt x="83" y="497"/>
                    </a:lnTo>
                    <a:lnTo>
                      <a:pt x="48" y="437"/>
                    </a:lnTo>
                    <a:lnTo>
                      <a:pt x="42" y="401"/>
                    </a:lnTo>
                    <a:lnTo>
                      <a:pt x="36" y="366"/>
                    </a:lnTo>
                    <a:lnTo>
                      <a:pt x="42" y="330"/>
                    </a:lnTo>
                    <a:lnTo>
                      <a:pt x="48" y="300"/>
                    </a:lnTo>
                    <a:lnTo>
                      <a:pt x="83" y="234"/>
                    </a:lnTo>
                    <a:lnTo>
                      <a:pt x="131" y="174"/>
                    </a:lnTo>
                    <a:lnTo>
                      <a:pt x="203" y="126"/>
                    </a:lnTo>
                    <a:lnTo>
                      <a:pt x="287" y="84"/>
                    </a:lnTo>
                    <a:lnTo>
                      <a:pt x="382" y="54"/>
                    </a:lnTo>
                    <a:lnTo>
                      <a:pt x="490" y="30"/>
                    </a:lnTo>
                    <a:lnTo>
                      <a:pt x="604" y="24"/>
                    </a:lnTo>
                    <a:lnTo>
                      <a:pt x="717" y="30"/>
                    </a:lnTo>
                    <a:lnTo>
                      <a:pt x="825" y="54"/>
                    </a:lnTo>
                    <a:lnTo>
                      <a:pt x="920" y="84"/>
                    </a:lnTo>
                    <a:lnTo>
                      <a:pt x="1004" y="126"/>
                    </a:lnTo>
                    <a:lnTo>
                      <a:pt x="1070" y="174"/>
                    </a:lnTo>
                    <a:lnTo>
                      <a:pt x="1124" y="234"/>
                    </a:lnTo>
                    <a:lnTo>
                      <a:pt x="1153" y="300"/>
                    </a:lnTo>
                    <a:lnTo>
                      <a:pt x="1165" y="366"/>
                    </a:lnTo>
                    <a:lnTo>
                      <a:pt x="1153" y="437"/>
                    </a:lnTo>
                    <a:lnTo>
                      <a:pt x="1124" y="497"/>
                    </a:lnTo>
                    <a:lnTo>
                      <a:pt x="1070" y="557"/>
                    </a:lnTo>
                    <a:lnTo>
                      <a:pt x="1004" y="611"/>
                    </a:lnTo>
                    <a:lnTo>
                      <a:pt x="920" y="647"/>
                    </a:lnTo>
                    <a:lnTo>
                      <a:pt x="825" y="683"/>
                    </a:lnTo>
                    <a:lnTo>
                      <a:pt x="717" y="701"/>
                    </a:lnTo>
                    <a:lnTo>
                      <a:pt x="604" y="707"/>
                    </a:lnTo>
                    <a:lnTo>
                      <a:pt x="604" y="707"/>
                    </a:lnTo>
                    <a:close/>
                  </a:path>
                </a:pathLst>
              </a:custGeom>
              <a:gradFill rotWithShape="0">
                <a:gsLst>
                  <a:gs pos="0">
                    <a:schemeClr val="accent1">
                      <a:gamma/>
                      <a:tint val="96863"/>
                      <a:invGamma/>
                    </a:schemeClr>
                  </a:gs>
                  <a:gs pos="100000">
                    <a:schemeClr val="accent1"/>
                  </a:gs>
                </a:gsLst>
                <a:lin ang="5400000" scaled="1"/>
              </a:gradFill>
              <a:ln w="9525">
                <a:noFill/>
                <a:round/>
                <a:headEnd/>
                <a:tailEnd/>
              </a:ln>
            </p:spPr>
            <p:txBody>
              <a:bodyPr/>
              <a:lstStyle/>
              <a:p>
                <a:pPr>
                  <a:defRPr/>
                </a:pPr>
                <a:endParaRPr lang="th-TH"/>
              </a:p>
            </p:txBody>
          </p:sp>
          <p:sp>
            <p:nvSpPr>
              <p:cNvPr id="30" name="Freeform 36">
                <a:extLst>
                  <a:ext uri="{FF2B5EF4-FFF2-40B4-BE49-F238E27FC236}">
                    <a16:creationId xmlns:a16="http://schemas.microsoft.com/office/drawing/2014/main" id="{1C28D263-D79E-486D-B7C7-A7BB41FD5F42}"/>
                  </a:ext>
                </a:extLst>
              </p:cNvPr>
              <p:cNvSpPr>
                <a:spLocks/>
              </p:cNvSpPr>
              <p:nvPr/>
            </p:nvSpPr>
            <p:spPr bwMode="hidden">
              <a:xfrm>
                <a:off x="4128" y="3366"/>
                <a:ext cx="544" cy="737"/>
              </a:xfrm>
              <a:custGeom>
                <a:avLst/>
                <a:gdLst/>
                <a:ahLst/>
                <a:cxnLst>
                  <a:cxn ang="0">
                    <a:pos x="24" y="402"/>
                  </a:cxn>
                  <a:cxn ang="0">
                    <a:pos x="36" y="330"/>
                  </a:cxn>
                  <a:cxn ang="0">
                    <a:pos x="66" y="264"/>
                  </a:cxn>
                  <a:cxn ang="0">
                    <a:pos x="108" y="204"/>
                  </a:cxn>
                  <a:cxn ang="0">
                    <a:pos x="173" y="150"/>
                  </a:cxn>
                  <a:cxn ang="0">
                    <a:pos x="251" y="102"/>
                  </a:cxn>
                  <a:cxn ang="0">
                    <a:pos x="335" y="60"/>
                  </a:cxn>
                  <a:cxn ang="0">
                    <a:pos x="436" y="30"/>
                  </a:cxn>
                  <a:cxn ang="0">
                    <a:pos x="544" y="12"/>
                  </a:cxn>
                  <a:cxn ang="0">
                    <a:pos x="544" y="0"/>
                  </a:cxn>
                  <a:cxn ang="0">
                    <a:pos x="430" y="18"/>
                  </a:cxn>
                  <a:cxn ang="0">
                    <a:pos x="329" y="48"/>
                  </a:cxn>
                  <a:cxn ang="0">
                    <a:pos x="233" y="90"/>
                  </a:cxn>
                  <a:cxn ang="0">
                    <a:pos x="155" y="138"/>
                  </a:cxn>
                  <a:cxn ang="0">
                    <a:pos x="90" y="198"/>
                  </a:cxn>
                  <a:cxn ang="0">
                    <a:pos x="42" y="258"/>
                  </a:cxn>
                  <a:cxn ang="0">
                    <a:pos x="12" y="330"/>
                  </a:cxn>
                  <a:cxn ang="0">
                    <a:pos x="0" y="402"/>
                  </a:cxn>
                  <a:cxn ang="0">
                    <a:pos x="6" y="455"/>
                  </a:cxn>
                  <a:cxn ang="0">
                    <a:pos x="18" y="503"/>
                  </a:cxn>
                  <a:cxn ang="0">
                    <a:pos x="42" y="545"/>
                  </a:cxn>
                  <a:cxn ang="0">
                    <a:pos x="78" y="593"/>
                  </a:cxn>
                  <a:cxn ang="0">
                    <a:pos x="114" y="635"/>
                  </a:cxn>
                  <a:cxn ang="0">
                    <a:pos x="161" y="671"/>
                  </a:cxn>
                  <a:cxn ang="0">
                    <a:pos x="221" y="707"/>
                  </a:cxn>
                  <a:cxn ang="0">
                    <a:pos x="281" y="737"/>
                  </a:cxn>
                  <a:cxn ang="0">
                    <a:pos x="323" y="737"/>
                  </a:cxn>
                  <a:cxn ang="0">
                    <a:pos x="257" y="707"/>
                  </a:cxn>
                  <a:cxn ang="0">
                    <a:pos x="203" y="671"/>
                  </a:cxn>
                  <a:cxn ang="0">
                    <a:pos x="149" y="635"/>
                  </a:cxn>
                  <a:cxn ang="0">
                    <a:pos x="108" y="593"/>
                  </a:cxn>
                  <a:cxn ang="0">
                    <a:pos x="72" y="551"/>
                  </a:cxn>
                  <a:cxn ang="0">
                    <a:pos x="48" y="503"/>
                  </a:cxn>
                  <a:cxn ang="0">
                    <a:pos x="30" y="455"/>
                  </a:cxn>
                  <a:cxn ang="0">
                    <a:pos x="24" y="402"/>
                  </a:cxn>
                  <a:cxn ang="0">
                    <a:pos x="24" y="402"/>
                  </a:cxn>
                </a:cxnLst>
                <a:rect l="0" t="0" r="r" b="b"/>
                <a:pathLst>
                  <a:path w="544" h="737">
                    <a:moveTo>
                      <a:pt x="24" y="402"/>
                    </a:moveTo>
                    <a:lnTo>
                      <a:pt x="36" y="330"/>
                    </a:lnTo>
                    <a:lnTo>
                      <a:pt x="66" y="264"/>
                    </a:lnTo>
                    <a:lnTo>
                      <a:pt x="108" y="204"/>
                    </a:lnTo>
                    <a:lnTo>
                      <a:pt x="173" y="150"/>
                    </a:lnTo>
                    <a:lnTo>
                      <a:pt x="251" y="102"/>
                    </a:lnTo>
                    <a:lnTo>
                      <a:pt x="335" y="60"/>
                    </a:lnTo>
                    <a:lnTo>
                      <a:pt x="436" y="30"/>
                    </a:lnTo>
                    <a:lnTo>
                      <a:pt x="544" y="12"/>
                    </a:lnTo>
                    <a:lnTo>
                      <a:pt x="544" y="0"/>
                    </a:lnTo>
                    <a:lnTo>
                      <a:pt x="430" y="18"/>
                    </a:lnTo>
                    <a:lnTo>
                      <a:pt x="329" y="48"/>
                    </a:lnTo>
                    <a:lnTo>
                      <a:pt x="233" y="90"/>
                    </a:lnTo>
                    <a:lnTo>
                      <a:pt x="155" y="138"/>
                    </a:lnTo>
                    <a:lnTo>
                      <a:pt x="90" y="198"/>
                    </a:lnTo>
                    <a:lnTo>
                      <a:pt x="42" y="258"/>
                    </a:lnTo>
                    <a:lnTo>
                      <a:pt x="12" y="330"/>
                    </a:lnTo>
                    <a:lnTo>
                      <a:pt x="0" y="402"/>
                    </a:lnTo>
                    <a:lnTo>
                      <a:pt x="6" y="455"/>
                    </a:lnTo>
                    <a:lnTo>
                      <a:pt x="18" y="503"/>
                    </a:lnTo>
                    <a:lnTo>
                      <a:pt x="42" y="545"/>
                    </a:lnTo>
                    <a:lnTo>
                      <a:pt x="78" y="593"/>
                    </a:lnTo>
                    <a:lnTo>
                      <a:pt x="114" y="635"/>
                    </a:lnTo>
                    <a:lnTo>
                      <a:pt x="161" y="671"/>
                    </a:lnTo>
                    <a:lnTo>
                      <a:pt x="221" y="707"/>
                    </a:lnTo>
                    <a:lnTo>
                      <a:pt x="281" y="737"/>
                    </a:lnTo>
                    <a:lnTo>
                      <a:pt x="323" y="737"/>
                    </a:lnTo>
                    <a:lnTo>
                      <a:pt x="257" y="707"/>
                    </a:lnTo>
                    <a:lnTo>
                      <a:pt x="203" y="671"/>
                    </a:lnTo>
                    <a:lnTo>
                      <a:pt x="149" y="635"/>
                    </a:lnTo>
                    <a:lnTo>
                      <a:pt x="108" y="593"/>
                    </a:lnTo>
                    <a:lnTo>
                      <a:pt x="72" y="551"/>
                    </a:lnTo>
                    <a:lnTo>
                      <a:pt x="48" y="503"/>
                    </a:lnTo>
                    <a:lnTo>
                      <a:pt x="30" y="455"/>
                    </a:lnTo>
                    <a:lnTo>
                      <a:pt x="24" y="402"/>
                    </a:lnTo>
                    <a:lnTo>
                      <a:pt x="24" y="402"/>
                    </a:lnTo>
                    <a:close/>
                  </a:path>
                </a:pathLst>
              </a:custGeom>
              <a:gradFill rotWithShape="0">
                <a:gsLst>
                  <a:gs pos="0">
                    <a:schemeClr val="accent1">
                      <a:gamma/>
                      <a:tint val="96863"/>
                      <a:invGamma/>
                    </a:schemeClr>
                  </a:gs>
                  <a:gs pos="100000">
                    <a:schemeClr val="accent1"/>
                  </a:gs>
                </a:gsLst>
                <a:lin ang="5400000" scaled="1"/>
              </a:gradFill>
              <a:ln w="9525">
                <a:noFill/>
                <a:round/>
                <a:headEnd/>
                <a:tailEnd/>
              </a:ln>
            </p:spPr>
            <p:txBody>
              <a:bodyPr/>
              <a:lstStyle/>
              <a:p>
                <a:pPr>
                  <a:defRPr/>
                </a:pPr>
                <a:endParaRPr lang="th-TH"/>
              </a:p>
            </p:txBody>
          </p:sp>
          <p:sp>
            <p:nvSpPr>
              <p:cNvPr id="31" name="Freeform 37">
                <a:extLst>
                  <a:ext uri="{FF2B5EF4-FFF2-40B4-BE49-F238E27FC236}">
                    <a16:creationId xmlns:a16="http://schemas.microsoft.com/office/drawing/2014/main" id="{C6B43FEB-CB3B-4066-AE2D-FC00174D3560}"/>
                  </a:ext>
                </a:extLst>
              </p:cNvPr>
              <p:cNvSpPr>
                <a:spLocks/>
              </p:cNvSpPr>
              <p:nvPr/>
            </p:nvSpPr>
            <p:spPr bwMode="hidden">
              <a:xfrm>
                <a:off x="4792" y="3360"/>
                <a:ext cx="609" cy="252"/>
              </a:xfrm>
              <a:custGeom>
                <a:avLst/>
                <a:gdLst/>
                <a:ahLst/>
                <a:cxnLst>
                  <a:cxn ang="0">
                    <a:pos x="12" y="12"/>
                  </a:cxn>
                  <a:cxn ang="0">
                    <a:pos x="113" y="18"/>
                  </a:cxn>
                  <a:cxn ang="0">
                    <a:pos x="203" y="30"/>
                  </a:cxn>
                  <a:cxn ang="0">
                    <a:pos x="292" y="48"/>
                  </a:cxn>
                  <a:cxn ang="0">
                    <a:pos x="376" y="78"/>
                  </a:cxn>
                  <a:cxn ang="0">
                    <a:pos x="448" y="114"/>
                  </a:cxn>
                  <a:cxn ang="0">
                    <a:pos x="514" y="156"/>
                  </a:cxn>
                  <a:cxn ang="0">
                    <a:pos x="567" y="198"/>
                  </a:cxn>
                  <a:cxn ang="0">
                    <a:pos x="609" y="252"/>
                  </a:cxn>
                  <a:cxn ang="0">
                    <a:pos x="609" y="216"/>
                  </a:cxn>
                  <a:cxn ang="0">
                    <a:pos x="561" y="168"/>
                  </a:cxn>
                  <a:cxn ang="0">
                    <a:pos x="502" y="126"/>
                  </a:cxn>
                  <a:cxn ang="0">
                    <a:pos x="436" y="90"/>
                  </a:cxn>
                  <a:cxn ang="0">
                    <a:pos x="364" y="60"/>
                  </a:cxn>
                  <a:cxn ang="0">
                    <a:pos x="286" y="36"/>
                  </a:cxn>
                  <a:cxn ang="0">
                    <a:pos x="197" y="18"/>
                  </a:cxn>
                  <a:cxn ang="0">
                    <a:pos x="107" y="6"/>
                  </a:cxn>
                  <a:cxn ang="0">
                    <a:pos x="12" y="0"/>
                  </a:cxn>
                  <a:cxn ang="0">
                    <a:pos x="6" y="0"/>
                  </a:cxn>
                  <a:cxn ang="0">
                    <a:pos x="0" y="0"/>
                  </a:cxn>
                  <a:cxn ang="0">
                    <a:pos x="0" y="12"/>
                  </a:cxn>
                  <a:cxn ang="0">
                    <a:pos x="6" y="12"/>
                  </a:cxn>
                  <a:cxn ang="0">
                    <a:pos x="12" y="12"/>
                  </a:cxn>
                  <a:cxn ang="0">
                    <a:pos x="12" y="12"/>
                  </a:cxn>
                </a:cxnLst>
                <a:rect l="0" t="0" r="r" b="b"/>
                <a:pathLst>
                  <a:path w="609" h="252">
                    <a:moveTo>
                      <a:pt x="12" y="12"/>
                    </a:moveTo>
                    <a:lnTo>
                      <a:pt x="113" y="18"/>
                    </a:lnTo>
                    <a:lnTo>
                      <a:pt x="203" y="30"/>
                    </a:lnTo>
                    <a:lnTo>
                      <a:pt x="292" y="48"/>
                    </a:lnTo>
                    <a:lnTo>
                      <a:pt x="376" y="78"/>
                    </a:lnTo>
                    <a:lnTo>
                      <a:pt x="448" y="114"/>
                    </a:lnTo>
                    <a:lnTo>
                      <a:pt x="514" y="156"/>
                    </a:lnTo>
                    <a:lnTo>
                      <a:pt x="567" y="198"/>
                    </a:lnTo>
                    <a:lnTo>
                      <a:pt x="609" y="252"/>
                    </a:lnTo>
                    <a:lnTo>
                      <a:pt x="609" y="216"/>
                    </a:lnTo>
                    <a:lnTo>
                      <a:pt x="561" y="168"/>
                    </a:lnTo>
                    <a:lnTo>
                      <a:pt x="502" y="126"/>
                    </a:lnTo>
                    <a:lnTo>
                      <a:pt x="436" y="90"/>
                    </a:lnTo>
                    <a:lnTo>
                      <a:pt x="364" y="60"/>
                    </a:lnTo>
                    <a:lnTo>
                      <a:pt x="286" y="36"/>
                    </a:lnTo>
                    <a:lnTo>
                      <a:pt x="197" y="18"/>
                    </a:lnTo>
                    <a:lnTo>
                      <a:pt x="107" y="6"/>
                    </a:lnTo>
                    <a:lnTo>
                      <a:pt x="12" y="0"/>
                    </a:lnTo>
                    <a:lnTo>
                      <a:pt x="6" y="0"/>
                    </a:lnTo>
                    <a:lnTo>
                      <a:pt x="0" y="0"/>
                    </a:lnTo>
                    <a:lnTo>
                      <a:pt x="0" y="12"/>
                    </a:lnTo>
                    <a:lnTo>
                      <a:pt x="6" y="12"/>
                    </a:lnTo>
                    <a:lnTo>
                      <a:pt x="12" y="12"/>
                    </a:lnTo>
                    <a:lnTo>
                      <a:pt x="12" y="12"/>
                    </a:lnTo>
                    <a:close/>
                  </a:path>
                </a:pathLst>
              </a:custGeom>
              <a:gradFill rotWithShape="0">
                <a:gsLst>
                  <a:gs pos="0">
                    <a:schemeClr val="accent1">
                      <a:gamma/>
                      <a:tint val="94118"/>
                      <a:invGamma/>
                    </a:schemeClr>
                  </a:gs>
                  <a:gs pos="100000">
                    <a:schemeClr val="accent1"/>
                  </a:gs>
                </a:gsLst>
                <a:lin ang="5400000" scaled="1"/>
              </a:gradFill>
              <a:ln w="9525">
                <a:noFill/>
                <a:round/>
                <a:headEnd/>
                <a:tailEnd/>
              </a:ln>
            </p:spPr>
            <p:txBody>
              <a:bodyPr/>
              <a:lstStyle/>
              <a:p>
                <a:pPr>
                  <a:defRPr/>
                </a:pPr>
                <a:endParaRPr lang="th-TH"/>
              </a:p>
            </p:txBody>
          </p:sp>
          <p:sp>
            <p:nvSpPr>
              <p:cNvPr id="32" name="Freeform 38">
                <a:extLst>
                  <a:ext uri="{FF2B5EF4-FFF2-40B4-BE49-F238E27FC236}">
                    <a16:creationId xmlns:a16="http://schemas.microsoft.com/office/drawing/2014/main" id="{2865F523-1513-44E1-9ABD-6FDCE10E95D6}"/>
                  </a:ext>
                </a:extLst>
              </p:cNvPr>
              <p:cNvSpPr>
                <a:spLocks/>
              </p:cNvSpPr>
              <p:nvPr/>
            </p:nvSpPr>
            <p:spPr bwMode="hidden">
              <a:xfrm>
                <a:off x="5246" y="4007"/>
                <a:ext cx="72" cy="54"/>
              </a:xfrm>
              <a:custGeom>
                <a:avLst/>
                <a:gdLst/>
                <a:ahLst/>
                <a:cxnLst>
                  <a:cxn ang="0">
                    <a:pos x="72" y="0"/>
                  </a:cxn>
                  <a:cxn ang="0">
                    <a:pos x="36" y="30"/>
                  </a:cxn>
                  <a:cxn ang="0">
                    <a:pos x="0" y="54"/>
                  </a:cxn>
                  <a:cxn ang="0">
                    <a:pos x="36" y="54"/>
                  </a:cxn>
                  <a:cxn ang="0">
                    <a:pos x="54" y="42"/>
                  </a:cxn>
                  <a:cxn ang="0">
                    <a:pos x="72" y="24"/>
                  </a:cxn>
                  <a:cxn ang="0">
                    <a:pos x="72" y="24"/>
                  </a:cxn>
                  <a:cxn ang="0">
                    <a:pos x="72" y="0"/>
                  </a:cxn>
                  <a:cxn ang="0">
                    <a:pos x="72" y="0"/>
                  </a:cxn>
                </a:cxnLst>
                <a:rect l="0" t="0" r="r" b="b"/>
                <a:pathLst>
                  <a:path w="72" h="54">
                    <a:moveTo>
                      <a:pt x="72" y="0"/>
                    </a:moveTo>
                    <a:lnTo>
                      <a:pt x="36" y="30"/>
                    </a:lnTo>
                    <a:lnTo>
                      <a:pt x="0" y="54"/>
                    </a:lnTo>
                    <a:lnTo>
                      <a:pt x="36" y="54"/>
                    </a:lnTo>
                    <a:lnTo>
                      <a:pt x="54" y="42"/>
                    </a:lnTo>
                    <a:lnTo>
                      <a:pt x="72" y="24"/>
                    </a:lnTo>
                    <a:lnTo>
                      <a:pt x="72" y="24"/>
                    </a:lnTo>
                    <a:lnTo>
                      <a:pt x="72" y="0"/>
                    </a:lnTo>
                    <a:lnTo>
                      <a:pt x="72" y="0"/>
                    </a:lnTo>
                    <a:close/>
                  </a:path>
                </a:pathLst>
              </a:custGeom>
              <a:gradFill rotWithShape="0">
                <a:gsLst>
                  <a:gs pos="0">
                    <a:schemeClr val="accent1"/>
                  </a:gs>
                  <a:gs pos="100000">
                    <a:schemeClr val="accent1">
                      <a:gamma/>
                      <a:shade val="94118"/>
                      <a:invGamma/>
                    </a:schemeClr>
                  </a:gs>
                </a:gsLst>
                <a:lin ang="5400000" scaled="1"/>
              </a:gradFill>
              <a:ln w="9525">
                <a:noFill/>
                <a:round/>
                <a:headEnd/>
                <a:tailEnd/>
              </a:ln>
            </p:spPr>
            <p:txBody>
              <a:bodyPr/>
              <a:lstStyle/>
              <a:p>
                <a:pPr>
                  <a:defRPr/>
                </a:pPr>
                <a:endParaRPr lang="th-TH"/>
              </a:p>
            </p:txBody>
          </p:sp>
          <p:sp>
            <p:nvSpPr>
              <p:cNvPr id="33" name="Freeform 39">
                <a:extLst>
                  <a:ext uri="{FF2B5EF4-FFF2-40B4-BE49-F238E27FC236}">
                    <a16:creationId xmlns:a16="http://schemas.microsoft.com/office/drawing/2014/main" id="{562BA8D4-897C-4DED-BAEF-98AB0C81700F}"/>
                  </a:ext>
                </a:extLst>
              </p:cNvPr>
              <p:cNvSpPr>
                <a:spLocks/>
              </p:cNvSpPr>
              <p:nvPr/>
            </p:nvSpPr>
            <p:spPr bwMode="hidden">
              <a:xfrm>
                <a:off x="4505" y="4073"/>
                <a:ext cx="705" cy="108"/>
              </a:xfrm>
              <a:custGeom>
                <a:avLst/>
                <a:gdLst/>
                <a:ahLst/>
                <a:cxnLst>
                  <a:cxn ang="0">
                    <a:pos x="299" y="90"/>
                  </a:cxn>
                  <a:cxn ang="0">
                    <a:pos x="221" y="90"/>
                  </a:cxn>
                  <a:cxn ang="0">
                    <a:pos x="143" y="78"/>
                  </a:cxn>
                  <a:cxn ang="0">
                    <a:pos x="0" y="48"/>
                  </a:cxn>
                  <a:cxn ang="0">
                    <a:pos x="0" y="66"/>
                  </a:cxn>
                  <a:cxn ang="0">
                    <a:pos x="143" y="96"/>
                  </a:cxn>
                  <a:cxn ang="0">
                    <a:pos x="221" y="108"/>
                  </a:cxn>
                  <a:cxn ang="0">
                    <a:pos x="299" y="108"/>
                  </a:cxn>
                  <a:cxn ang="0">
                    <a:pos x="412" y="102"/>
                  </a:cxn>
                  <a:cxn ang="0">
                    <a:pos x="520" y="84"/>
                  </a:cxn>
                  <a:cxn ang="0">
                    <a:pos x="615" y="60"/>
                  </a:cxn>
                  <a:cxn ang="0">
                    <a:pos x="705" y="24"/>
                  </a:cxn>
                  <a:cxn ang="0">
                    <a:pos x="705" y="0"/>
                  </a:cxn>
                  <a:cxn ang="0">
                    <a:pos x="615" y="42"/>
                  </a:cxn>
                  <a:cxn ang="0">
                    <a:pos x="520" y="66"/>
                  </a:cxn>
                  <a:cxn ang="0">
                    <a:pos x="412" y="84"/>
                  </a:cxn>
                  <a:cxn ang="0">
                    <a:pos x="299" y="90"/>
                  </a:cxn>
                  <a:cxn ang="0">
                    <a:pos x="299" y="90"/>
                  </a:cxn>
                </a:cxnLst>
                <a:rect l="0" t="0" r="r" b="b"/>
                <a:pathLst>
                  <a:path w="705" h="108">
                    <a:moveTo>
                      <a:pt x="299" y="90"/>
                    </a:moveTo>
                    <a:lnTo>
                      <a:pt x="221" y="90"/>
                    </a:lnTo>
                    <a:lnTo>
                      <a:pt x="143" y="78"/>
                    </a:lnTo>
                    <a:lnTo>
                      <a:pt x="0" y="48"/>
                    </a:lnTo>
                    <a:lnTo>
                      <a:pt x="0" y="66"/>
                    </a:lnTo>
                    <a:lnTo>
                      <a:pt x="143" y="96"/>
                    </a:lnTo>
                    <a:lnTo>
                      <a:pt x="221" y="108"/>
                    </a:lnTo>
                    <a:lnTo>
                      <a:pt x="299" y="108"/>
                    </a:lnTo>
                    <a:lnTo>
                      <a:pt x="412" y="102"/>
                    </a:lnTo>
                    <a:lnTo>
                      <a:pt x="520" y="84"/>
                    </a:lnTo>
                    <a:lnTo>
                      <a:pt x="615" y="60"/>
                    </a:lnTo>
                    <a:lnTo>
                      <a:pt x="705" y="24"/>
                    </a:lnTo>
                    <a:lnTo>
                      <a:pt x="705" y="0"/>
                    </a:lnTo>
                    <a:lnTo>
                      <a:pt x="615" y="42"/>
                    </a:lnTo>
                    <a:lnTo>
                      <a:pt x="520" y="66"/>
                    </a:lnTo>
                    <a:lnTo>
                      <a:pt x="412" y="84"/>
                    </a:lnTo>
                    <a:lnTo>
                      <a:pt x="299" y="90"/>
                    </a:lnTo>
                    <a:lnTo>
                      <a:pt x="299" y="90"/>
                    </a:lnTo>
                    <a:close/>
                  </a:path>
                </a:pathLst>
              </a:custGeom>
              <a:gradFill rotWithShape="0">
                <a:gsLst>
                  <a:gs pos="0">
                    <a:schemeClr val="accent1"/>
                  </a:gs>
                  <a:gs pos="100000">
                    <a:schemeClr val="accent1">
                      <a:gamma/>
                      <a:shade val="94118"/>
                      <a:invGamma/>
                    </a:schemeClr>
                  </a:gs>
                </a:gsLst>
                <a:lin ang="5400000" scaled="1"/>
              </a:gradFill>
              <a:ln w="9525">
                <a:noFill/>
                <a:round/>
                <a:headEnd/>
                <a:tailEnd/>
              </a:ln>
            </p:spPr>
            <p:txBody>
              <a:bodyPr/>
              <a:lstStyle/>
              <a:p>
                <a:pPr>
                  <a:defRPr/>
                </a:pPr>
                <a:endParaRPr lang="th-TH"/>
              </a:p>
            </p:txBody>
          </p:sp>
          <p:sp>
            <p:nvSpPr>
              <p:cNvPr id="34" name="Freeform 40">
                <a:extLst>
                  <a:ext uri="{FF2B5EF4-FFF2-40B4-BE49-F238E27FC236}">
                    <a16:creationId xmlns:a16="http://schemas.microsoft.com/office/drawing/2014/main" id="{7E0D5D35-5018-4EA1-9D6B-6B58469FDB98}"/>
                  </a:ext>
                </a:extLst>
              </p:cNvPr>
              <p:cNvSpPr>
                <a:spLocks/>
              </p:cNvSpPr>
              <p:nvPr/>
            </p:nvSpPr>
            <p:spPr bwMode="hidden">
              <a:xfrm>
                <a:off x="5336" y="3654"/>
                <a:ext cx="143" cy="341"/>
              </a:xfrm>
              <a:custGeom>
                <a:avLst/>
                <a:gdLst/>
                <a:ahLst/>
                <a:cxnLst>
                  <a:cxn ang="0">
                    <a:pos x="119" y="114"/>
                  </a:cxn>
                  <a:cxn ang="0">
                    <a:pos x="113" y="173"/>
                  </a:cxn>
                  <a:cxn ang="0">
                    <a:pos x="89" y="239"/>
                  </a:cxn>
                  <a:cxn ang="0">
                    <a:pos x="47" y="293"/>
                  </a:cxn>
                  <a:cxn ang="0">
                    <a:pos x="0" y="341"/>
                  </a:cxn>
                  <a:cxn ang="0">
                    <a:pos x="29" y="341"/>
                  </a:cxn>
                  <a:cxn ang="0">
                    <a:pos x="77" y="287"/>
                  </a:cxn>
                  <a:cxn ang="0">
                    <a:pos x="113" y="233"/>
                  </a:cxn>
                  <a:cxn ang="0">
                    <a:pos x="137" y="173"/>
                  </a:cxn>
                  <a:cxn ang="0">
                    <a:pos x="143" y="114"/>
                  </a:cxn>
                  <a:cxn ang="0">
                    <a:pos x="137" y="60"/>
                  </a:cxn>
                  <a:cxn ang="0">
                    <a:pos x="119" y="0"/>
                  </a:cxn>
                  <a:cxn ang="0">
                    <a:pos x="89" y="0"/>
                  </a:cxn>
                  <a:cxn ang="0">
                    <a:pos x="113" y="60"/>
                  </a:cxn>
                  <a:cxn ang="0">
                    <a:pos x="119" y="114"/>
                  </a:cxn>
                  <a:cxn ang="0">
                    <a:pos x="119" y="114"/>
                  </a:cxn>
                </a:cxnLst>
                <a:rect l="0" t="0" r="r" b="b"/>
                <a:pathLst>
                  <a:path w="143" h="341">
                    <a:moveTo>
                      <a:pt x="119" y="114"/>
                    </a:moveTo>
                    <a:lnTo>
                      <a:pt x="113" y="173"/>
                    </a:lnTo>
                    <a:lnTo>
                      <a:pt x="89" y="239"/>
                    </a:lnTo>
                    <a:lnTo>
                      <a:pt x="47" y="293"/>
                    </a:lnTo>
                    <a:lnTo>
                      <a:pt x="0" y="341"/>
                    </a:lnTo>
                    <a:lnTo>
                      <a:pt x="29" y="341"/>
                    </a:lnTo>
                    <a:lnTo>
                      <a:pt x="77" y="287"/>
                    </a:lnTo>
                    <a:lnTo>
                      <a:pt x="113" y="233"/>
                    </a:lnTo>
                    <a:lnTo>
                      <a:pt x="137" y="173"/>
                    </a:lnTo>
                    <a:lnTo>
                      <a:pt x="143" y="114"/>
                    </a:lnTo>
                    <a:lnTo>
                      <a:pt x="137" y="60"/>
                    </a:lnTo>
                    <a:lnTo>
                      <a:pt x="119" y="0"/>
                    </a:lnTo>
                    <a:lnTo>
                      <a:pt x="89" y="0"/>
                    </a:lnTo>
                    <a:lnTo>
                      <a:pt x="113" y="60"/>
                    </a:lnTo>
                    <a:lnTo>
                      <a:pt x="119" y="114"/>
                    </a:lnTo>
                    <a:lnTo>
                      <a:pt x="119" y="114"/>
                    </a:lnTo>
                    <a:close/>
                  </a:path>
                </a:pathLst>
              </a:custGeom>
              <a:gradFill rotWithShape="0">
                <a:gsLst>
                  <a:gs pos="0">
                    <a:schemeClr val="accent1"/>
                  </a:gs>
                  <a:gs pos="100000">
                    <a:schemeClr val="accent1">
                      <a:gamma/>
                      <a:shade val="94118"/>
                      <a:invGamma/>
                    </a:schemeClr>
                  </a:gs>
                </a:gsLst>
                <a:lin ang="5400000" scaled="1"/>
              </a:gradFill>
              <a:ln w="9525">
                <a:noFill/>
                <a:round/>
                <a:headEnd/>
                <a:tailEnd/>
              </a:ln>
            </p:spPr>
            <p:txBody>
              <a:bodyPr/>
              <a:lstStyle/>
              <a:p>
                <a:pPr>
                  <a:defRPr/>
                </a:pPr>
                <a:endParaRPr lang="th-TH"/>
              </a:p>
            </p:txBody>
          </p:sp>
          <p:sp>
            <p:nvSpPr>
              <p:cNvPr id="35" name="Freeform 41">
                <a:extLst>
                  <a:ext uri="{FF2B5EF4-FFF2-40B4-BE49-F238E27FC236}">
                    <a16:creationId xmlns:a16="http://schemas.microsoft.com/office/drawing/2014/main" id="{939EC0E3-E12C-4425-8357-0BB16C4B76A2}"/>
                  </a:ext>
                </a:extLst>
              </p:cNvPr>
              <p:cNvSpPr>
                <a:spLocks/>
              </p:cNvSpPr>
              <p:nvPr/>
            </p:nvSpPr>
            <p:spPr bwMode="hidden">
              <a:xfrm>
                <a:off x="5061" y="3624"/>
                <a:ext cx="83" cy="90"/>
              </a:xfrm>
              <a:custGeom>
                <a:avLst/>
                <a:gdLst/>
                <a:ahLst/>
                <a:cxnLst>
                  <a:cxn ang="0">
                    <a:pos x="59" y="90"/>
                  </a:cxn>
                  <a:cxn ang="0">
                    <a:pos x="83" y="84"/>
                  </a:cxn>
                  <a:cxn ang="0">
                    <a:pos x="71" y="60"/>
                  </a:cxn>
                  <a:cxn ang="0">
                    <a:pos x="53" y="42"/>
                  </a:cxn>
                  <a:cxn ang="0">
                    <a:pos x="6" y="0"/>
                  </a:cxn>
                  <a:cxn ang="0">
                    <a:pos x="0" y="18"/>
                  </a:cxn>
                  <a:cxn ang="0">
                    <a:pos x="35" y="48"/>
                  </a:cxn>
                  <a:cxn ang="0">
                    <a:pos x="59" y="90"/>
                  </a:cxn>
                  <a:cxn ang="0">
                    <a:pos x="59" y="90"/>
                  </a:cxn>
                </a:cxnLst>
                <a:rect l="0" t="0" r="r" b="b"/>
                <a:pathLst>
                  <a:path w="83" h="90">
                    <a:moveTo>
                      <a:pt x="59" y="90"/>
                    </a:moveTo>
                    <a:lnTo>
                      <a:pt x="83" y="84"/>
                    </a:lnTo>
                    <a:lnTo>
                      <a:pt x="71" y="60"/>
                    </a:lnTo>
                    <a:lnTo>
                      <a:pt x="53" y="42"/>
                    </a:lnTo>
                    <a:lnTo>
                      <a:pt x="6" y="0"/>
                    </a:lnTo>
                    <a:lnTo>
                      <a:pt x="0" y="18"/>
                    </a:lnTo>
                    <a:lnTo>
                      <a:pt x="35" y="48"/>
                    </a:lnTo>
                    <a:lnTo>
                      <a:pt x="59" y="90"/>
                    </a:lnTo>
                    <a:lnTo>
                      <a:pt x="59" y="90"/>
                    </a:lnTo>
                    <a:close/>
                  </a:path>
                </a:pathLst>
              </a:custGeom>
              <a:gradFill rotWithShape="0">
                <a:gsLst>
                  <a:gs pos="0">
                    <a:schemeClr val="accent1"/>
                  </a:gs>
                  <a:gs pos="100000">
                    <a:schemeClr val="accent1">
                      <a:gamma/>
                      <a:shade val="94118"/>
                      <a:invGamma/>
                    </a:schemeClr>
                  </a:gs>
                </a:gsLst>
                <a:lin ang="5400000" scaled="1"/>
              </a:gradFill>
              <a:ln w="9525">
                <a:noFill/>
                <a:round/>
                <a:headEnd/>
                <a:tailEnd/>
              </a:ln>
            </p:spPr>
            <p:txBody>
              <a:bodyPr/>
              <a:lstStyle/>
              <a:p>
                <a:pPr>
                  <a:defRPr/>
                </a:pPr>
                <a:endParaRPr lang="th-TH"/>
              </a:p>
            </p:txBody>
          </p:sp>
          <p:sp>
            <p:nvSpPr>
              <p:cNvPr id="36" name="Freeform 42">
                <a:extLst>
                  <a:ext uri="{FF2B5EF4-FFF2-40B4-BE49-F238E27FC236}">
                    <a16:creationId xmlns:a16="http://schemas.microsoft.com/office/drawing/2014/main" id="{37C5CEDD-9796-45B0-AD17-35D1FBE79A24}"/>
                  </a:ext>
                </a:extLst>
              </p:cNvPr>
              <p:cNvSpPr>
                <a:spLocks/>
              </p:cNvSpPr>
              <p:nvPr/>
            </p:nvSpPr>
            <p:spPr bwMode="hidden">
              <a:xfrm>
                <a:off x="4445" y="3552"/>
                <a:ext cx="717" cy="431"/>
              </a:xfrm>
              <a:custGeom>
                <a:avLst/>
                <a:gdLst/>
                <a:ahLst/>
                <a:cxnLst>
                  <a:cxn ang="0">
                    <a:pos x="693" y="216"/>
                  </a:cxn>
                  <a:cxn ang="0">
                    <a:pos x="687" y="257"/>
                  </a:cxn>
                  <a:cxn ang="0">
                    <a:pos x="669" y="293"/>
                  </a:cxn>
                  <a:cxn ang="0">
                    <a:pos x="633" y="329"/>
                  </a:cxn>
                  <a:cxn ang="0">
                    <a:pos x="598" y="359"/>
                  </a:cxn>
                  <a:cxn ang="0">
                    <a:pos x="544" y="383"/>
                  </a:cxn>
                  <a:cxn ang="0">
                    <a:pos x="490" y="401"/>
                  </a:cxn>
                  <a:cxn ang="0">
                    <a:pos x="424" y="413"/>
                  </a:cxn>
                  <a:cxn ang="0">
                    <a:pos x="359" y="419"/>
                  </a:cxn>
                  <a:cxn ang="0">
                    <a:pos x="293" y="413"/>
                  </a:cxn>
                  <a:cxn ang="0">
                    <a:pos x="227" y="401"/>
                  </a:cxn>
                  <a:cxn ang="0">
                    <a:pos x="173" y="383"/>
                  </a:cxn>
                  <a:cxn ang="0">
                    <a:pos x="119" y="359"/>
                  </a:cxn>
                  <a:cxn ang="0">
                    <a:pos x="84" y="329"/>
                  </a:cxn>
                  <a:cxn ang="0">
                    <a:pos x="48" y="293"/>
                  </a:cxn>
                  <a:cxn ang="0">
                    <a:pos x="30" y="257"/>
                  </a:cxn>
                  <a:cxn ang="0">
                    <a:pos x="24" y="216"/>
                  </a:cxn>
                  <a:cxn ang="0">
                    <a:pos x="30" y="174"/>
                  </a:cxn>
                  <a:cxn ang="0">
                    <a:pos x="48" y="138"/>
                  </a:cxn>
                  <a:cxn ang="0">
                    <a:pos x="84" y="102"/>
                  </a:cxn>
                  <a:cxn ang="0">
                    <a:pos x="119" y="72"/>
                  </a:cxn>
                  <a:cxn ang="0">
                    <a:pos x="173" y="48"/>
                  </a:cxn>
                  <a:cxn ang="0">
                    <a:pos x="227" y="30"/>
                  </a:cxn>
                  <a:cxn ang="0">
                    <a:pos x="293" y="18"/>
                  </a:cxn>
                  <a:cxn ang="0">
                    <a:pos x="359" y="12"/>
                  </a:cxn>
                  <a:cxn ang="0">
                    <a:pos x="418" y="18"/>
                  </a:cxn>
                  <a:cxn ang="0">
                    <a:pos x="478" y="30"/>
                  </a:cxn>
                  <a:cxn ang="0">
                    <a:pos x="532" y="48"/>
                  </a:cxn>
                  <a:cxn ang="0">
                    <a:pos x="580" y="66"/>
                  </a:cxn>
                  <a:cxn ang="0">
                    <a:pos x="586" y="48"/>
                  </a:cxn>
                  <a:cxn ang="0">
                    <a:pos x="478" y="12"/>
                  </a:cxn>
                  <a:cxn ang="0">
                    <a:pos x="418" y="6"/>
                  </a:cxn>
                  <a:cxn ang="0">
                    <a:pos x="359" y="0"/>
                  </a:cxn>
                  <a:cxn ang="0">
                    <a:pos x="287" y="6"/>
                  </a:cxn>
                  <a:cxn ang="0">
                    <a:pos x="221" y="18"/>
                  </a:cxn>
                  <a:cxn ang="0">
                    <a:pos x="161" y="36"/>
                  </a:cxn>
                  <a:cxn ang="0">
                    <a:pos x="107" y="66"/>
                  </a:cxn>
                  <a:cxn ang="0">
                    <a:pos x="60" y="96"/>
                  </a:cxn>
                  <a:cxn ang="0">
                    <a:pos x="30" y="132"/>
                  </a:cxn>
                  <a:cxn ang="0">
                    <a:pos x="6" y="174"/>
                  </a:cxn>
                  <a:cxn ang="0">
                    <a:pos x="0" y="216"/>
                  </a:cxn>
                  <a:cxn ang="0">
                    <a:pos x="6" y="257"/>
                  </a:cxn>
                  <a:cxn ang="0">
                    <a:pos x="30" y="299"/>
                  </a:cxn>
                  <a:cxn ang="0">
                    <a:pos x="60" y="335"/>
                  </a:cxn>
                  <a:cxn ang="0">
                    <a:pos x="107" y="371"/>
                  </a:cxn>
                  <a:cxn ang="0">
                    <a:pos x="161" y="395"/>
                  </a:cxn>
                  <a:cxn ang="0">
                    <a:pos x="221" y="413"/>
                  </a:cxn>
                  <a:cxn ang="0">
                    <a:pos x="287" y="425"/>
                  </a:cxn>
                  <a:cxn ang="0">
                    <a:pos x="359" y="431"/>
                  </a:cxn>
                  <a:cxn ang="0">
                    <a:pos x="430" y="425"/>
                  </a:cxn>
                  <a:cxn ang="0">
                    <a:pos x="496" y="413"/>
                  </a:cxn>
                  <a:cxn ang="0">
                    <a:pos x="562" y="395"/>
                  </a:cxn>
                  <a:cxn ang="0">
                    <a:pos x="610" y="371"/>
                  </a:cxn>
                  <a:cxn ang="0">
                    <a:pos x="657" y="335"/>
                  </a:cxn>
                  <a:cxn ang="0">
                    <a:pos x="687" y="299"/>
                  </a:cxn>
                  <a:cxn ang="0">
                    <a:pos x="711" y="257"/>
                  </a:cxn>
                  <a:cxn ang="0">
                    <a:pos x="717" y="216"/>
                  </a:cxn>
                  <a:cxn ang="0">
                    <a:pos x="717" y="204"/>
                  </a:cxn>
                  <a:cxn ang="0">
                    <a:pos x="711" y="192"/>
                  </a:cxn>
                  <a:cxn ang="0">
                    <a:pos x="687" y="198"/>
                  </a:cxn>
                  <a:cxn ang="0">
                    <a:pos x="693" y="210"/>
                  </a:cxn>
                  <a:cxn ang="0">
                    <a:pos x="693" y="216"/>
                  </a:cxn>
                  <a:cxn ang="0">
                    <a:pos x="693" y="216"/>
                  </a:cxn>
                </a:cxnLst>
                <a:rect l="0" t="0" r="r" b="b"/>
                <a:pathLst>
                  <a:path w="717" h="431">
                    <a:moveTo>
                      <a:pt x="693" y="216"/>
                    </a:moveTo>
                    <a:lnTo>
                      <a:pt x="687" y="257"/>
                    </a:lnTo>
                    <a:lnTo>
                      <a:pt x="669" y="293"/>
                    </a:lnTo>
                    <a:lnTo>
                      <a:pt x="633" y="329"/>
                    </a:lnTo>
                    <a:lnTo>
                      <a:pt x="598" y="359"/>
                    </a:lnTo>
                    <a:lnTo>
                      <a:pt x="544" y="383"/>
                    </a:lnTo>
                    <a:lnTo>
                      <a:pt x="490" y="401"/>
                    </a:lnTo>
                    <a:lnTo>
                      <a:pt x="424" y="413"/>
                    </a:lnTo>
                    <a:lnTo>
                      <a:pt x="359" y="419"/>
                    </a:lnTo>
                    <a:lnTo>
                      <a:pt x="293" y="413"/>
                    </a:lnTo>
                    <a:lnTo>
                      <a:pt x="227" y="401"/>
                    </a:lnTo>
                    <a:lnTo>
                      <a:pt x="173" y="383"/>
                    </a:lnTo>
                    <a:lnTo>
                      <a:pt x="119" y="359"/>
                    </a:lnTo>
                    <a:lnTo>
                      <a:pt x="84" y="329"/>
                    </a:lnTo>
                    <a:lnTo>
                      <a:pt x="48" y="293"/>
                    </a:lnTo>
                    <a:lnTo>
                      <a:pt x="30" y="257"/>
                    </a:lnTo>
                    <a:lnTo>
                      <a:pt x="24" y="216"/>
                    </a:lnTo>
                    <a:lnTo>
                      <a:pt x="30" y="174"/>
                    </a:lnTo>
                    <a:lnTo>
                      <a:pt x="48" y="138"/>
                    </a:lnTo>
                    <a:lnTo>
                      <a:pt x="84" y="102"/>
                    </a:lnTo>
                    <a:lnTo>
                      <a:pt x="119" y="72"/>
                    </a:lnTo>
                    <a:lnTo>
                      <a:pt x="173" y="48"/>
                    </a:lnTo>
                    <a:lnTo>
                      <a:pt x="227" y="30"/>
                    </a:lnTo>
                    <a:lnTo>
                      <a:pt x="293" y="18"/>
                    </a:lnTo>
                    <a:lnTo>
                      <a:pt x="359" y="12"/>
                    </a:lnTo>
                    <a:lnTo>
                      <a:pt x="418" y="18"/>
                    </a:lnTo>
                    <a:lnTo>
                      <a:pt x="478" y="30"/>
                    </a:lnTo>
                    <a:lnTo>
                      <a:pt x="532" y="48"/>
                    </a:lnTo>
                    <a:lnTo>
                      <a:pt x="580" y="66"/>
                    </a:lnTo>
                    <a:lnTo>
                      <a:pt x="586" y="48"/>
                    </a:lnTo>
                    <a:lnTo>
                      <a:pt x="478" y="12"/>
                    </a:lnTo>
                    <a:lnTo>
                      <a:pt x="418" y="6"/>
                    </a:lnTo>
                    <a:lnTo>
                      <a:pt x="359" y="0"/>
                    </a:lnTo>
                    <a:lnTo>
                      <a:pt x="287" y="6"/>
                    </a:lnTo>
                    <a:lnTo>
                      <a:pt x="221" y="18"/>
                    </a:lnTo>
                    <a:lnTo>
                      <a:pt x="161" y="36"/>
                    </a:lnTo>
                    <a:lnTo>
                      <a:pt x="107" y="66"/>
                    </a:lnTo>
                    <a:lnTo>
                      <a:pt x="60" y="96"/>
                    </a:lnTo>
                    <a:lnTo>
                      <a:pt x="30" y="132"/>
                    </a:lnTo>
                    <a:lnTo>
                      <a:pt x="6" y="174"/>
                    </a:lnTo>
                    <a:lnTo>
                      <a:pt x="0" y="216"/>
                    </a:lnTo>
                    <a:lnTo>
                      <a:pt x="6" y="257"/>
                    </a:lnTo>
                    <a:lnTo>
                      <a:pt x="30" y="299"/>
                    </a:lnTo>
                    <a:lnTo>
                      <a:pt x="60" y="335"/>
                    </a:lnTo>
                    <a:lnTo>
                      <a:pt x="107" y="371"/>
                    </a:lnTo>
                    <a:lnTo>
                      <a:pt x="161" y="395"/>
                    </a:lnTo>
                    <a:lnTo>
                      <a:pt x="221" y="413"/>
                    </a:lnTo>
                    <a:lnTo>
                      <a:pt x="287" y="425"/>
                    </a:lnTo>
                    <a:lnTo>
                      <a:pt x="359" y="431"/>
                    </a:lnTo>
                    <a:lnTo>
                      <a:pt x="430" y="425"/>
                    </a:lnTo>
                    <a:lnTo>
                      <a:pt x="496" y="413"/>
                    </a:lnTo>
                    <a:lnTo>
                      <a:pt x="562" y="395"/>
                    </a:lnTo>
                    <a:lnTo>
                      <a:pt x="610" y="371"/>
                    </a:lnTo>
                    <a:lnTo>
                      <a:pt x="657" y="335"/>
                    </a:lnTo>
                    <a:lnTo>
                      <a:pt x="687" y="299"/>
                    </a:lnTo>
                    <a:lnTo>
                      <a:pt x="711" y="257"/>
                    </a:lnTo>
                    <a:lnTo>
                      <a:pt x="717" y="216"/>
                    </a:lnTo>
                    <a:lnTo>
                      <a:pt x="717" y="204"/>
                    </a:lnTo>
                    <a:lnTo>
                      <a:pt x="711" y="192"/>
                    </a:lnTo>
                    <a:lnTo>
                      <a:pt x="687" y="198"/>
                    </a:lnTo>
                    <a:lnTo>
                      <a:pt x="693" y="210"/>
                    </a:lnTo>
                    <a:lnTo>
                      <a:pt x="693" y="216"/>
                    </a:lnTo>
                    <a:lnTo>
                      <a:pt x="693" y="216"/>
                    </a:lnTo>
                    <a:close/>
                  </a:path>
                </a:pathLst>
              </a:custGeom>
              <a:gradFill rotWithShape="0">
                <a:gsLst>
                  <a:gs pos="0">
                    <a:schemeClr val="accent1"/>
                  </a:gs>
                  <a:gs pos="100000">
                    <a:schemeClr val="accent1">
                      <a:gamma/>
                      <a:shade val="96863"/>
                      <a:invGamma/>
                    </a:schemeClr>
                  </a:gs>
                </a:gsLst>
                <a:lin ang="5400000" scaled="1"/>
              </a:gradFill>
              <a:ln w="9525">
                <a:noFill/>
                <a:round/>
                <a:headEnd/>
                <a:tailEnd/>
              </a:ln>
            </p:spPr>
            <p:txBody>
              <a:bodyPr/>
              <a:lstStyle/>
              <a:p>
                <a:pPr>
                  <a:defRPr/>
                </a:pPr>
                <a:endParaRPr lang="th-TH"/>
              </a:p>
            </p:txBody>
          </p:sp>
          <p:sp>
            <p:nvSpPr>
              <p:cNvPr id="37" name="Freeform 43">
                <a:extLst>
                  <a:ext uri="{FF2B5EF4-FFF2-40B4-BE49-F238E27FC236}">
                    <a16:creationId xmlns:a16="http://schemas.microsoft.com/office/drawing/2014/main" id="{CCA8BB9D-61D6-438C-8185-7D5CA1A21813}"/>
                  </a:ext>
                </a:extLst>
              </p:cNvPr>
              <p:cNvSpPr>
                <a:spLocks/>
              </p:cNvSpPr>
              <p:nvPr/>
            </p:nvSpPr>
            <p:spPr bwMode="hidden">
              <a:xfrm>
                <a:off x="4349" y="3510"/>
                <a:ext cx="909" cy="533"/>
              </a:xfrm>
              <a:custGeom>
                <a:avLst/>
                <a:gdLst/>
                <a:ahLst/>
                <a:cxnLst>
                  <a:cxn ang="0">
                    <a:pos x="616" y="0"/>
                  </a:cxn>
                  <a:cxn ang="0">
                    <a:pos x="616" y="18"/>
                  </a:cxn>
                  <a:cxn ang="0">
                    <a:pos x="724" y="60"/>
                  </a:cxn>
                  <a:cxn ang="0">
                    <a:pos x="765" y="84"/>
                  </a:cxn>
                  <a:cxn ang="0">
                    <a:pos x="807" y="114"/>
                  </a:cxn>
                  <a:cxn ang="0">
                    <a:pos x="837" y="144"/>
                  </a:cxn>
                  <a:cxn ang="0">
                    <a:pos x="861" y="180"/>
                  </a:cxn>
                  <a:cxn ang="0">
                    <a:pos x="873" y="216"/>
                  </a:cxn>
                  <a:cxn ang="0">
                    <a:pos x="879" y="258"/>
                  </a:cxn>
                  <a:cxn ang="0">
                    <a:pos x="873" y="311"/>
                  </a:cxn>
                  <a:cxn ang="0">
                    <a:pos x="843" y="359"/>
                  </a:cxn>
                  <a:cxn ang="0">
                    <a:pos x="807" y="401"/>
                  </a:cxn>
                  <a:cxn ang="0">
                    <a:pos x="753" y="443"/>
                  </a:cxn>
                  <a:cxn ang="0">
                    <a:pos x="694" y="473"/>
                  </a:cxn>
                  <a:cxn ang="0">
                    <a:pos x="622" y="497"/>
                  </a:cxn>
                  <a:cxn ang="0">
                    <a:pos x="538" y="509"/>
                  </a:cxn>
                  <a:cxn ang="0">
                    <a:pos x="455" y="515"/>
                  </a:cxn>
                  <a:cxn ang="0">
                    <a:pos x="371" y="509"/>
                  </a:cxn>
                  <a:cxn ang="0">
                    <a:pos x="287" y="497"/>
                  </a:cxn>
                  <a:cxn ang="0">
                    <a:pos x="215" y="473"/>
                  </a:cxn>
                  <a:cxn ang="0">
                    <a:pos x="156" y="443"/>
                  </a:cxn>
                  <a:cxn ang="0">
                    <a:pos x="102" y="401"/>
                  </a:cxn>
                  <a:cxn ang="0">
                    <a:pos x="66" y="359"/>
                  </a:cxn>
                  <a:cxn ang="0">
                    <a:pos x="36" y="311"/>
                  </a:cxn>
                  <a:cxn ang="0">
                    <a:pos x="30" y="258"/>
                  </a:cxn>
                  <a:cxn ang="0">
                    <a:pos x="36" y="222"/>
                  </a:cxn>
                  <a:cxn ang="0">
                    <a:pos x="48" y="186"/>
                  </a:cxn>
                  <a:cxn ang="0">
                    <a:pos x="66" y="156"/>
                  </a:cxn>
                  <a:cxn ang="0">
                    <a:pos x="90" y="126"/>
                  </a:cxn>
                  <a:cxn ang="0">
                    <a:pos x="66" y="114"/>
                  </a:cxn>
                  <a:cxn ang="0">
                    <a:pos x="36" y="144"/>
                  </a:cxn>
                  <a:cxn ang="0">
                    <a:pos x="18" y="180"/>
                  </a:cxn>
                  <a:cxn ang="0">
                    <a:pos x="6" y="216"/>
                  </a:cxn>
                  <a:cxn ang="0">
                    <a:pos x="0" y="258"/>
                  </a:cxn>
                  <a:cxn ang="0">
                    <a:pos x="12" y="311"/>
                  </a:cxn>
                  <a:cxn ang="0">
                    <a:pos x="36" y="365"/>
                  </a:cxn>
                  <a:cxn ang="0">
                    <a:pos x="78" y="413"/>
                  </a:cxn>
                  <a:cxn ang="0">
                    <a:pos x="132" y="449"/>
                  </a:cxn>
                  <a:cxn ang="0">
                    <a:pos x="203" y="485"/>
                  </a:cxn>
                  <a:cxn ang="0">
                    <a:pos x="275" y="509"/>
                  </a:cxn>
                  <a:cxn ang="0">
                    <a:pos x="365" y="527"/>
                  </a:cxn>
                  <a:cxn ang="0">
                    <a:pos x="455" y="533"/>
                  </a:cxn>
                  <a:cxn ang="0">
                    <a:pos x="544" y="527"/>
                  </a:cxn>
                  <a:cxn ang="0">
                    <a:pos x="634" y="509"/>
                  </a:cxn>
                  <a:cxn ang="0">
                    <a:pos x="712" y="485"/>
                  </a:cxn>
                  <a:cxn ang="0">
                    <a:pos x="777" y="449"/>
                  </a:cxn>
                  <a:cxn ang="0">
                    <a:pos x="831" y="413"/>
                  </a:cxn>
                  <a:cxn ang="0">
                    <a:pos x="873" y="365"/>
                  </a:cxn>
                  <a:cxn ang="0">
                    <a:pos x="897" y="311"/>
                  </a:cxn>
                  <a:cxn ang="0">
                    <a:pos x="909" y="258"/>
                  </a:cxn>
                  <a:cxn ang="0">
                    <a:pos x="903" y="216"/>
                  </a:cxn>
                  <a:cxn ang="0">
                    <a:pos x="885" y="174"/>
                  </a:cxn>
                  <a:cxn ang="0">
                    <a:pos x="861" y="132"/>
                  </a:cxn>
                  <a:cxn ang="0">
                    <a:pos x="825" y="102"/>
                  </a:cxn>
                  <a:cxn ang="0">
                    <a:pos x="783" y="66"/>
                  </a:cxn>
                  <a:cxn ang="0">
                    <a:pos x="735" y="42"/>
                  </a:cxn>
                  <a:cxn ang="0">
                    <a:pos x="616" y="0"/>
                  </a:cxn>
                  <a:cxn ang="0">
                    <a:pos x="616" y="0"/>
                  </a:cxn>
                </a:cxnLst>
                <a:rect l="0" t="0" r="r" b="b"/>
                <a:pathLst>
                  <a:path w="909" h="533">
                    <a:moveTo>
                      <a:pt x="616" y="0"/>
                    </a:moveTo>
                    <a:lnTo>
                      <a:pt x="616" y="18"/>
                    </a:lnTo>
                    <a:lnTo>
                      <a:pt x="724" y="60"/>
                    </a:lnTo>
                    <a:lnTo>
                      <a:pt x="765" y="84"/>
                    </a:lnTo>
                    <a:lnTo>
                      <a:pt x="807" y="114"/>
                    </a:lnTo>
                    <a:lnTo>
                      <a:pt x="837" y="144"/>
                    </a:lnTo>
                    <a:lnTo>
                      <a:pt x="861" y="180"/>
                    </a:lnTo>
                    <a:lnTo>
                      <a:pt x="873" y="216"/>
                    </a:lnTo>
                    <a:lnTo>
                      <a:pt x="879" y="258"/>
                    </a:lnTo>
                    <a:lnTo>
                      <a:pt x="873" y="311"/>
                    </a:lnTo>
                    <a:lnTo>
                      <a:pt x="843" y="359"/>
                    </a:lnTo>
                    <a:lnTo>
                      <a:pt x="807" y="401"/>
                    </a:lnTo>
                    <a:lnTo>
                      <a:pt x="753" y="443"/>
                    </a:lnTo>
                    <a:lnTo>
                      <a:pt x="694" y="473"/>
                    </a:lnTo>
                    <a:lnTo>
                      <a:pt x="622" y="497"/>
                    </a:lnTo>
                    <a:lnTo>
                      <a:pt x="538" y="509"/>
                    </a:lnTo>
                    <a:lnTo>
                      <a:pt x="455" y="515"/>
                    </a:lnTo>
                    <a:lnTo>
                      <a:pt x="371" y="509"/>
                    </a:lnTo>
                    <a:lnTo>
                      <a:pt x="287" y="497"/>
                    </a:lnTo>
                    <a:lnTo>
                      <a:pt x="215" y="473"/>
                    </a:lnTo>
                    <a:lnTo>
                      <a:pt x="156" y="443"/>
                    </a:lnTo>
                    <a:lnTo>
                      <a:pt x="102" y="401"/>
                    </a:lnTo>
                    <a:lnTo>
                      <a:pt x="66" y="359"/>
                    </a:lnTo>
                    <a:lnTo>
                      <a:pt x="36" y="311"/>
                    </a:lnTo>
                    <a:lnTo>
                      <a:pt x="30" y="258"/>
                    </a:lnTo>
                    <a:lnTo>
                      <a:pt x="36" y="222"/>
                    </a:lnTo>
                    <a:lnTo>
                      <a:pt x="48" y="186"/>
                    </a:lnTo>
                    <a:lnTo>
                      <a:pt x="66" y="156"/>
                    </a:lnTo>
                    <a:lnTo>
                      <a:pt x="90" y="126"/>
                    </a:lnTo>
                    <a:lnTo>
                      <a:pt x="66" y="114"/>
                    </a:lnTo>
                    <a:lnTo>
                      <a:pt x="36" y="144"/>
                    </a:lnTo>
                    <a:lnTo>
                      <a:pt x="18" y="180"/>
                    </a:lnTo>
                    <a:lnTo>
                      <a:pt x="6" y="216"/>
                    </a:lnTo>
                    <a:lnTo>
                      <a:pt x="0" y="258"/>
                    </a:lnTo>
                    <a:lnTo>
                      <a:pt x="12" y="311"/>
                    </a:lnTo>
                    <a:lnTo>
                      <a:pt x="36" y="365"/>
                    </a:lnTo>
                    <a:lnTo>
                      <a:pt x="78" y="413"/>
                    </a:lnTo>
                    <a:lnTo>
                      <a:pt x="132" y="449"/>
                    </a:lnTo>
                    <a:lnTo>
                      <a:pt x="203" y="485"/>
                    </a:lnTo>
                    <a:lnTo>
                      <a:pt x="275" y="509"/>
                    </a:lnTo>
                    <a:lnTo>
                      <a:pt x="365" y="527"/>
                    </a:lnTo>
                    <a:lnTo>
                      <a:pt x="455" y="533"/>
                    </a:lnTo>
                    <a:lnTo>
                      <a:pt x="544" y="527"/>
                    </a:lnTo>
                    <a:lnTo>
                      <a:pt x="634" y="509"/>
                    </a:lnTo>
                    <a:lnTo>
                      <a:pt x="712" y="485"/>
                    </a:lnTo>
                    <a:lnTo>
                      <a:pt x="777" y="449"/>
                    </a:lnTo>
                    <a:lnTo>
                      <a:pt x="831" y="413"/>
                    </a:lnTo>
                    <a:lnTo>
                      <a:pt x="873" y="365"/>
                    </a:lnTo>
                    <a:lnTo>
                      <a:pt x="897" y="311"/>
                    </a:lnTo>
                    <a:lnTo>
                      <a:pt x="909" y="258"/>
                    </a:lnTo>
                    <a:lnTo>
                      <a:pt x="903" y="216"/>
                    </a:lnTo>
                    <a:lnTo>
                      <a:pt x="885" y="174"/>
                    </a:lnTo>
                    <a:lnTo>
                      <a:pt x="861" y="132"/>
                    </a:lnTo>
                    <a:lnTo>
                      <a:pt x="825" y="102"/>
                    </a:lnTo>
                    <a:lnTo>
                      <a:pt x="783" y="66"/>
                    </a:lnTo>
                    <a:lnTo>
                      <a:pt x="735" y="42"/>
                    </a:lnTo>
                    <a:lnTo>
                      <a:pt x="616" y="0"/>
                    </a:lnTo>
                    <a:lnTo>
                      <a:pt x="616" y="0"/>
                    </a:lnTo>
                    <a:close/>
                  </a:path>
                </a:pathLst>
              </a:custGeom>
              <a:gradFill rotWithShape="0">
                <a:gsLst>
                  <a:gs pos="0">
                    <a:schemeClr val="accent1">
                      <a:gamma/>
                      <a:tint val="96863"/>
                      <a:invGamma/>
                    </a:schemeClr>
                  </a:gs>
                  <a:gs pos="100000">
                    <a:schemeClr val="accent1"/>
                  </a:gs>
                </a:gsLst>
                <a:lin ang="0" scaled="1"/>
              </a:gradFill>
              <a:ln w="9525">
                <a:noFill/>
                <a:round/>
                <a:headEnd/>
                <a:tailEnd/>
              </a:ln>
            </p:spPr>
            <p:txBody>
              <a:bodyPr/>
              <a:lstStyle/>
              <a:p>
                <a:pPr>
                  <a:defRPr/>
                </a:pPr>
                <a:endParaRPr lang="th-TH"/>
              </a:p>
            </p:txBody>
          </p:sp>
          <p:sp>
            <p:nvSpPr>
              <p:cNvPr id="38" name="Freeform 44">
                <a:extLst>
                  <a:ext uri="{FF2B5EF4-FFF2-40B4-BE49-F238E27FC236}">
                    <a16:creationId xmlns:a16="http://schemas.microsoft.com/office/drawing/2014/main" id="{05C8105A-6FD2-4958-8EE1-427D07801DCE}"/>
                  </a:ext>
                </a:extLst>
              </p:cNvPr>
              <p:cNvSpPr>
                <a:spLocks/>
              </p:cNvSpPr>
              <p:nvPr/>
            </p:nvSpPr>
            <p:spPr bwMode="hidden">
              <a:xfrm>
                <a:off x="4564" y="3492"/>
                <a:ext cx="365" cy="66"/>
              </a:xfrm>
              <a:custGeom>
                <a:avLst/>
                <a:gdLst/>
                <a:ahLst/>
                <a:cxnLst>
                  <a:cxn ang="0">
                    <a:pos x="240" y="18"/>
                  </a:cxn>
                  <a:cxn ang="0">
                    <a:pos x="299" y="24"/>
                  </a:cxn>
                  <a:cxn ang="0">
                    <a:pos x="359" y="30"/>
                  </a:cxn>
                  <a:cxn ang="0">
                    <a:pos x="365" y="12"/>
                  </a:cxn>
                  <a:cxn ang="0">
                    <a:pos x="305" y="6"/>
                  </a:cxn>
                  <a:cxn ang="0">
                    <a:pos x="240" y="0"/>
                  </a:cxn>
                  <a:cxn ang="0">
                    <a:pos x="174" y="6"/>
                  </a:cxn>
                  <a:cxn ang="0">
                    <a:pos x="114" y="12"/>
                  </a:cxn>
                  <a:cxn ang="0">
                    <a:pos x="0" y="42"/>
                  </a:cxn>
                  <a:cxn ang="0">
                    <a:pos x="0" y="66"/>
                  </a:cxn>
                  <a:cxn ang="0">
                    <a:pos x="54" y="48"/>
                  </a:cxn>
                  <a:cxn ang="0">
                    <a:pos x="114" y="30"/>
                  </a:cxn>
                  <a:cxn ang="0">
                    <a:pos x="174" y="24"/>
                  </a:cxn>
                  <a:cxn ang="0">
                    <a:pos x="240" y="18"/>
                  </a:cxn>
                  <a:cxn ang="0">
                    <a:pos x="240" y="18"/>
                  </a:cxn>
                </a:cxnLst>
                <a:rect l="0" t="0" r="r" b="b"/>
                <a:pathLst>
                  <a:path w="365" h="66">
                    <a:moveTo>
                      <a:pt x="240" y="18"/>
                    </a:moveTo>
                    <a:lnTo>
                      <a:pt x="299" y="24"/>
                    </a:lnTo>
                    <a:lnTo>
                      <a:pt x="359" y="30"/>
                    </a:lnTo>
                    <a:lnTo>
                      <a:pt x="365" y="12"/>
                    </a:lnTo>
                    <a:lnTo>
                      <a:pt x="305" y="6"/>
                    </a:lnTo>
                    <a:lnTo>
                      <a:pt x="240" y="0"/>
                    </a:lnTo>
                    <a:lnTo>
                      <a:pt x="174" y="6"/>
                    </a:lnTo>
                    <a:lnTo>
                      <a:pt x="114" y="12"/>
                    </a:lnTo>
                    <a:lnTo>
                      <a:pt x="0" y="42"/>
                    </a:lnTo>
                    <a:lnTo>
                      <a:pt x="0" y="66"/>
                    </a:lnTo>
                    <a:lnTo>
                      <a:pt x="54" y="48"/>
                    </a:lnTo>
                    <a:lnTo>
                      <a:pt x="114" y="30"/>
                    </a:lnTo>
                    <a:lnTo>
                      <a:pt x="174" y="24"/>
                    </a:lnTo>
                    <a:lnTo>
                      <a:pt x="240" y="18"/>
                    </a:lnTo>
                    <a:lnTo>
                      <a:pt x="240" y="18"/>
                    </a:lnTo>
                    <a:close/>
                  </a:path>
                </a:pathLst>
              </a:custGeom>
              <a:gradFill rotWithShape="0">
                <a:gsLst>
                  <a:gs pos="0">
                    <a:schemeClr val="accent1">
                      <a:gamma/>
                      <a:tint val="96863"/>
                      <a:invGamma/>
                    </a:schemeClr>
                  </a:gs>
                  <a:gs pos="100000">
                    <a:schemeClr val="accent1"/>
                  </a:gs>
                </a:gsLst>
                <a:lin ang="5400000" scaled="1"/>
              </a:gradFill>
              <a:ln w="9525">
                <a:noFill/>
                <a:round/>
                <a:headEnd/>
                <a:tailEnd/>
              </a:ln>
            </p:spPr>
            <p:txBody>
              <a:bodyPr/>
              <a:lstStyle/>
              <a:p>
                <a:pPr>
                  <a:defRPr/>
                </a:pPr>
                <a:endParaRPr lang="th-TH"/>
              </a:p>
            </p:txBody>
          </p:sp>
          <p:sp>
            <p:nvSpPr>
              <p:cNvPr id="39" name="Freeform 45">
                <a:extLst>
                  <a:ext uri="{FF2B5EF4-FFF2-40B4-BE49-F238E27FC236}">
                    <a16:creationId xmlns:a16="http://schemas.microsoft.com/office/drawing/2014/main" id="{3F3BA76C-04F7-4DA7-B1EA-49C291EC1E1D}"/>
                  </a:ext>
                </a:extLst>
              </p:cNvPr>
              <p:cNvSpPr>
                <a:spLocks/>
              </p:cNvSpPr>
              <p:nvPr/>
            </p:nvSpPr>
            <p:spPr bwMode="hidden">
              <a:xfrm>
                <a:off x="4463" y="3558"/>
                <a:ext cx="66" cy="48"/>
              </a:xfrm>
              <a:custGeom>
                <a:avLst/>
                <a:gdLst/>
                <a:ahLst/>
                <a:cxnLst>
                  <a:cxn ang="0">
                    <a:pos x="66" y="18"/>
                  </a:cxn>
                  <a:cxn ang="0">
                    <a:pos x="48" y="0"/>
                  </a:cxn>
                  <a:cxn ang="0">
                    <a:pos x="24" y="12"/>
                  </a:cxn>
                  <a:cxn ang="0">
                    <a:pos x="0" y="30"/>
                  </a:cxn>
                  <a:cxn ang="0">
                    <a:pos x="12" y="48"/>
                  </a:cxn>
                  <a:cxn ang="0">
                    <a:pos x="42" y="30"/>
                  </a:cxn>
                  <a:cxn ang="0">
                    <a:pos x="66" y="18"/>
                  </a:cxn>
                  <a:cxn ang="0">
                    <a:pos x="66" y="18"/>
                  </a:cxn>
                </a:cxnLst>
                <a:rect l="0" t="0" r="r" b="b"/>
                <a:pathLst>
                  <a:path w="66" h="48">
                    <a:moveTo>
                      <a:pt x="66" y="18"/>
                    </a:moveTo>
                    <a:lnTo>
                      <a:pt x="48" y="0"/>
                    </a:lnTo>
                    <a:lnTo>
                      <a:pt x="24" y="12"/>
                    </a:lnTo>
                    <a:lnTo>
                      <a:pt x="0" y="30"/>
                    </a:lnTo>
                    <a:lnTo>
                      <a:pt x="12" y="48"/>
                    </a:lnTo>
                    <a:lnTo>
                      <a:pt x="42" y="30"/>
                    </a:lnTo>
                    <a:lnTo>
                      <a:pt x="66" y="18"/>
                    </a:lnTo>
                    <a:lnTo>
                      <a:pt x="66" y="18"/>
                    </a:lnTo>
                    <a:close/>
                  </a:path>
                </a:pathLst>
              </a:custGeom>
              <a:gradFill rotWithShape="0">
                <a:gsLst>
                  <a:gs pos="0">
                    <a:schemeClr val="accent1">
                      <a:gamma/>
                      <a:tint val="96863"/>
                      <a:invGamma/>
                    </a:schemeClr>
                  </a:gs>
                  <a:gs pos="100000">
                    <a:schemeClr val="accent1"/>
                  </a:gs>
                </a:gsLst>
                <a:lin ang="5400000" scaled="1"/>
              </a:gradFill>
              <a:ln w="9525">
                <a:noFill/>
                <a:round/>
                <a:headEnd/>
                <a:tailEnd/>
              </a:ln>
            </p:spPr>
            <p:txBody>
              <a:bodyPr/>
              <a:lstStyle/>
              <a:p>
                <a:pPr>
                  <a:defRPr/>
                </a:pPr>
                <a:endParaRPr lang="th-TH"/>
              </a:p>
            </p:txBody>
          </p:sp>
          <p:sp>
            <p:nvSpPr>
              <p:cNvPr id="40" name="Freeform 46">
                <a:extLst>
                  <a:ext uri="{FF2B5EF4-FFF2-40B4-BE49-F238E27FC236}">
                    <a16:creationId xmlns:a16="http://schemas.microsoft.com/office/drawing/2014/main" id="{C1E5A37C-854C-43A1-88FB-9EA437DD5A2D}"/>
                  </a:ext>
                </a:extLst>
              </p:cNvPr>
              <p:cNvSpPr>
                <a:spLocks/>
              </p:cNvSpPr>
              <p:nvPr/>
            </p:nvSpPr>
            <p:spPr bwMode="hidden">
              <a:xfrm>
                <a:off x="5280" y="3186"/>
                <a:ext cx="383" cy="96"/>
              </a:xfrm>
              <a:custGeom>
                <a:avLst/>
                <a:gdLst/>
                <a:ahLst/>
                <a:cxnLst>
                  <a:cxn ang="0">
                    <a:pos x="209" y="96"/>
                  </a:cxn>
                  <a:cxn ang="0">
                    <a:pos x="143" y="90"/>
                  </a:cxn>
                  <a:cxn ang="0">
                    <a:pos x="83" y="66"/>
                  </a:cxn>
                  <a:cxn ang="0">
                    <a:pos x="35" y="36"/>
                  </a:cxn>
                  <a:cxn ang="0">
                    <a:pos x="6" y="0"/>
                  </a:cxn>
                  <a:cxn ang="0">
                    <a:pos x="0" y="6"/>
                  </a:cxn>
                  <a:cxn ang="0">
                    <a:pos x="29" y="42"/>
                  </a:cxn>
                  <a:cxn ang="0">
                    <a:pos x="77" y="72"/>
                  </a:cxn>
                  <a:cxn ang="0">
                    <a:pos x="137" y="90"/>
                  </a:cxn>
                  <a:cxn ang="0">
                    <a:pos x="209" y="96"/>
                  </a:cxn>
                  <a:cxn ang="0">
                    <a:pos x="263" y="90"/>
                  </a:cxn>
                  <a:cxn ang="0">
                    <a:pos x="311" y="84"/>
                  </a:cxn>
                  <a:cxn ang="0">
                    <a:pos x="352" y="66"/>
                  </a:cxn>
                  <a:cxn ang="0">
                    <a:pos x="382" y="42"/>
                  </a:cxn>
                  <a:cxn ang="0">
                    <a:pos x="376" y="42"/>
                  </a:cxn>
                  <a:cxn ang="0">
                    <a:pos x="346" y="66"/>
                  </a:cxn>
                  <a:cxn ang="0">
                    <a:pos x="305" y="78"/>
                  </a:cxn>
                  <a:cxn ang="0">
                    <a:pos x="263" y="90"/>
                  </a:cxn>
                  <a:cxn ang="0">
                    <a:pos x="209" y="96"/>
                  </a:cxn>
                  <a:cxn ang="0">
                    <a:pos x="209" y="96"/>
                  </a:cxn>
                </a:cxnLst>
                <a:rect l="0" t="0" r="r" b="b"/>
                <a:pathLst>
                  <a:path w="382" h="96">
                    <a:moveTo>
                      <a:pt x="209" y="96"/>
                    </a:moveTo>
                    <a:lnTo>
                      <a:pt x="143" y="90"/>
                    </a:lnTo>
                    <a:lnTo>
                      <a:pt x="83" y="66"/>
                    </a:lnTo>
                    <a:lnTo>
                      <a:pt x="35" y="36"/>
                    </a:lnTo>
                    <a:lnTo>
                      <a:pt x="6" y="0"/>
                    </a:lnTo>
                    <a:lnTo>
                      <a:pt x="0" y="6"/>
                    </a:lnTo>
                    <a:lnTo>
                      <a:pt x="29" y="42"/>
                    </a:lnTo>
                    <a:lnTo>
                      <a:pt x="77" y="72"/>
                    </a:lnTo>
                    <a:lnTo>
                      <a:pt x="137" y="90"/>
                    </a:lnTo>
                    <a:lnTo>
                      <a:pt x="209" y="96"/>
                    </a:lnTo>
                    <a:lnTo>
                      <a:pt x="263" y="90"/>
                    </a:lnTo>
                    <a:lnTo>
                      <a:pt x="311" y="84"/>
                    </a:lnTo>
                    <a:lnTo>
                      <a:pt x="352" y="66"/>
                    </a:lnTo>
                    <a:lnTo>
                      <a:pt x="382" y="42"/>
                    </a:lnTo>
                    <a:lnTo>
                      <a:pt x="376" y="42"/>
                    </a:lnTo>
                    <a:lnTo>
                      <a:pt x="346" y="66"/>
                    </a:lnTo>
                    <a:lnTo>
                      <a:pt x="305" y="78"/>
                    </a:lnTo>
                    <a:lnTo>
                      <a:pt x="263" y="90"/>
                    </a:lnTo>
                    <a:lnTo>
                      <a:pt x="209" y="96"/>
                    </a:lnTo>
                    <a:lnTo>
                      <a:pt x="209" y="96"/>
                    </a:lnTo>
                    <a:close/>
                  </a:path>
                </a:pathLst>
              </a:custGeom>
              <a:gradFill rotWithShape="0">
                <a:gsLst>
                  <a:gs pos="0">
                    <a:schemeClr val="accent1"/>
                  </a:gs>
                  <a:gs pos="100000">
                    <a:schemeClr val="bg1"/>
                  </a:gs>
                </a:gsLst>
                <a:lin ang="5400000" scaled="1"/>
              </a:gradFill>
              <a:ln w="9525">
                <a:noFill/>
                <a:round/>
                <a:headEnd/>
                <a:tailEnd/>
              </a:ln>
            </p:spPr>
            <p:txBody>
              <a:bodyPr/>
              <a:lstStyle/>
              <a:p>
                <a:pPr>
                  <a:defRPr/>
                </a:pPr>
                <a:endParaRPr lang="th-TH"/>
              </a:p>
            </p:txBody>
          </p:sp>
          <p:sp>
            <p:nvSpPr>
              <p:cNvPr id="41" name="Freeform 47">
                <a:extLst>
                  <a:ext uri="{FF2B5EF4-FFF2-40B4-BE49-F238E27FC236}">
                    <a16:creationId xmlns:a16="http://schemas.microsoft.com/office/drawing/2014/main" id="{44A49912-CCCE-4DCF-986F-D3E8C6096DC8}"/>
                  </a:ext>
                </a:extLst>
              </p:cNvPr>
              <p:cNvSpPr>
                <a:spLocks/>
              </p:cNvSpPr>
              <p:nvPr/>
            </p:nvSpPr>
            <p:spPr bwMode="hidden">
              <a:xfrm>
                <a:off x="5315" y="3024"/>
                <a:ext cx="258" cy="54"/>
              </a:xfrm>
              <a:custGeom>
                <a:avLst/>
                <a:gdLst/>
                <a:ahLst/>
                <a:cxnLst>
                  <a:cxn ang="0">
                    <a:pos x="174" y="0"/>
                  </a:cxn>
                  <a:cxn ang="0">
                    <a:pos x="216" y="6"/>
                  </a:cxn>
                  <a:cxn ang="0">
                    <a:pos x="258" y="12"/>
                  </a:cxn>
                  <a:cxn ang="0">
                    <a:pos x="252" y="6"/>
                  </a:cxn>
                  <a:cxn ang="0">
                    <a:pos x="216" y="0"/>
                  </a:cxn>
                  <a:cxn ang="0">
                    <a:pos x="174" y="0"/>
                  </a:cxn>
                  <a:cxn ang="0">
                    <a:pos x="120" y="6"/>
                  </a:cxn>
                  <a:cxn ang="0">
                    <a:pos x="78" y="12"/>
                  </a:cxn>
                  <a:cxn ang="0">
                    <a:pos x="36" y="30"/>
                  </a:cxn>
                  <a:cxn ang="0">
                    <a:pos x="0" y="48"/>
                  </a:cxn>
                  <a:cxn ang="0">
                    <a:pos x="6" y="54"/>
                  </a:cxn>
                  <a:cxn ang="0">
                    <a:pos x="36" y="36"/>
                  </a:cxn>
                  <a:cxn ang="0">
                    <a:pos x="78" y="18"/>
                  </a:cxn>
                  <a:cxn ang="0">
                    <a:pos x="120" y="6"/>
                  </a:cxn>
                  <a:cxn ang="0">
                    <a:pos x="174" y="0"/>
                  </a:cxn>
                  <a:cxn ang="0">
                    <a:pos x="174" y="0"/>
                  </a:cxn>
                </a:cxnLst>
                <a:rect l="0" t="0" r="r" b="b"/>
                <a:pathLst>
                  <a:path w="258" h="54">
                    <a:moveTo>
                      <a:pt x="174" y="0"/>
                    </a:moveTo>
                    <a:lnTo>
                      <a:pt x="216" y="6"/>
                    </a:lnTo>
                    <a:lnTo>
                      <a:pt x="258" y="12"/>
                    </a:lnTo>
                    <a:lnTo>
                      <a:pt x="252" y="6"/>
                    </a:lnTo>
                    <a:lnTo>
                      <a:pt x="216" y="0"/>
                    </a:lnTo>
                    <a:lnTo>
                      <a:pt x="174" y="0"/>
                    </a:lnTo>
                    <a:lnTo>
                      <a:pt x="120" y="6"/>
                    </a:lnTo>
                    <a:lnTo>
                      <a:pt x="78" y="12"/>
                    </a:lnTo>
                    <a:lnTo>
                      <a:pt x="36" y="30"/>
                    </a:lnTo>
                    <a:lnTo>
                      <a:pt x="0" y="48"/>
                    </a:lnTo>
                    <a:lnTo>
                      <a:pt x="6" y="54"/>
                    </a:lnTo>
                    <a:lnTo>
                      <a:pt x="36" y="36"/>
                    </a:lnTo>
                    <a:lnTo>
                      <a:pt x="78" y="18"/>
                    </a:lnTo>
                    <a:lnTo>
                      <a:pt x="120" y="6"/>
                    </a:lnTo>
                    <a:lnTo>
                      <a:pt x="174" y="0"/>
                    </a:lnTo>
                    <a:lnTo>
                      <a:pt x="174" y="0"/>
                    </a:lnTo>
                    <a:close/>
                  </a:path>
                </a:pathLst>
              </a:custGeom>
              <a:gradFill rotWithShape="0">
                <a:gsLst>
                  <a:gs pos="0">
                    <a:schemeClr val="accent1"/>
                  </a:gs>
                  <a:gs pos="100000">
                    <a:schemeClr val="bg1"/>
                  </a:gs>
                </a:gsLst>
                <a:lin ang="5400000" scaled="1"/>
              </a:gradFill>
              <a:ln w="9525">
                <a:noFill/>
                <a:round/>
                <a:headEnd/>
                <a:tailEnd/>
              </a:ln>
            </p:spPr>
            <p:txBody>
              <a:bodyPr/>
              <a:lstStyle/>
              <a:p>
                <a:pPr>
                  <a:defRPr/>
                </a:pPr>
                <a:endParaRPr lang="th-TH"/>
              </a:p>
            </p:txBody>
          </p:sp>
          <p:sp>
            <p:nvSpPr>
              <p:cNvPr id="42" name="Freeform 48">
                <a:extLst>
                  <a:ext uri="{FF2B5EF4-FFF2-40B4-BE49-F238E27FC236}">
                    <a16:creationId xmlns:a16="http://schemas.microsoft.com/office/drawing/2014/main" id="{CF0EB01D-D721-472A-9FCF-EC714BECA16A}"/>
                  </a:ext>
                </a:extLst>
              </p:cNvPr>
              <p:cNvSpPr>
                <a:spLocks/>
              </p:cNvSpPr>
              <p:nvPr/>
            </p:nvSpPr>
            <p:spPr bwMode="hidden">
              <a:xfrm>
                <a:off x="5645" y="3066"/>
                <a:ext cx="60" cy="156"/>
              </a:xfrm>
              <a:custGeom>
                <a:avLst/>
                <a:gdLst/>
                <a:ahLst/>
                <a:cxnLst>
                  <a:cxn ang="0">
                    <a:pos x="54" y="90"/>
                  </a:cxn>
                  <a:cxn ang="0">
                    <a:pos x="48" y="126"/>
                  </a:cxn>
                  <a:cxn ang="0">
                    <a:pos x="24" y="156"/>
                  </a:cxn>
                  <a:cxn ang="0">
                    <a:pos x="30" y="156"/>
                  </a:cxn>
                  <a:cxn ang="0">
                    <a:pos x="54" y="126"/>
                  </a:cxn>
                  <a:cxn ang="0">
                    <a:pos x="60" y="90"/>
                  </a:cxn>
                  <a:cxn ang="0">
                    <a:pos x="54" y="66"/>
                  </a:cxn>
                  <a:cxn ang="0">
                    <a:pos x="48" y="42"/>
                  </a:cxn>
                  <a:cxn ang="0">
                    <a:pos x="30" y="18"/>
                  </a:cxn>
                  <a:cxn ang="0">
                    <a:pos x="6" y="0"/>
                  </a:cxn>
                  <a:cxn ang="0">
                    <a:pos x="0" y="6"/>
                  </a:cxn>
                  <a:cxn ang="0">
                    <a:pos x="24" y="24"/>
                  </a:cxn>
                  <a:cxn ang="0">
                    <a:pos x="42" y="42"/>
                  </a:cxn>
                  <a:cxn ang="0">
                    <a:pos x="48" y="66"/>
                  </a:cxn>
                  <a:cxn ang="0">
                    <a:pos x="54" y="90"/>
                  </a:cxn>
                  <a:cxn ang="0">
                    <a:pos x="54" y="90"/>
                  </a:cxn>
                </a:cxnLst>
                <a:rect l="0" t="0" r="r" b="b"/>
                <a:pathLst>
                  <a:path w="60" h="156">
                    <a:moveTo>
                      <a:pt x="54" y="90"/>
                    </a:moveTo>
                    <a:lnTo>
                      <a:pt x="48" y="126"/>
                    </a:lnTo>
                    <a:lnTo>
                      <a:pt x="24" y="156"/>
                    </a:lnTo>
                    <a:lnTo>
                      <a:pt x="30" y="156"/>
                    </a:lnTo>
                    <a:lnTo>
                      <a:pt x="54" y="126"/>
                    </a:lnTo>
                    <a:lnTo>
                      <a:pt x="60" y="90"/>
                    </a:lnTo>
                    <a:lnTo>
                      <a:pt x="54" y="66"/>
                    </a:lnTo>
                    <a:lnTo>
                      <a:pt x="48" y="42"/>
                    </a:lnTo>
                    <a:lnTo>
                      <a:pt x="30" y="18"/>
                    </a:lnTo>
                    <a:lnTo>
                      <a:pt x="6" y="0"/>
                    </a:lnTo>
                    <a:lnTo>
                      <a:pt x="0" y="6"/>
                    </a:lnTo>
                    <a:lnTo>
                      <a:pt x="24" y="24"/>
                    </a:lnTo>
                    <a:lnTo>
                      <a:pt x="42" y="42"/>
                    </a:lnTo>
                    <a:lnTo>
                      <a:pt x="48" y="66"/>
                    </a:lnTo>
                    <a:lnTo>
                      <a:pt x="54" y="90"/>
                    </a:lnTo>
                    <a:lnTo>
                      <a:pt x="54" y="90"/>
                    </a:lnTo>
                    <a:close/>
                  </a:path>
                </a:pathLst>
              </a:custGeom>
              <a:gradFill rotWithShape="0">
                <a:gsLst>
                  <a:gs pos="0">
                    <a:schemeClr val="accent1"/>
                  </a:gs>
                  <a:gs pos="100000">
                    <a:schemeClr val="bg1"/>
                  </a:gs>
                </a:gsLst>
                <a:lin ang="5400000" scaled="1"/>
              </a:gradFill>
              <a:ln w="9525">
                <a:noFill/>
                <a:round/>
                <a:headEnd/>
                <a:tailEnd/>
              </a:ln>
            </p:spPr>
            <p:txBody>
              <a:bodyPr/>
              <a:lstStyle/>
              <a:p>
                <a:pPr>
                  <a:defRPr/>
                </a:pPr>
                <a:endParaRPr lang="th-TH"/>
              </a:p>
            </p:txBody>
          </p:sp>
          <p:sp>
            <p:nvSpPr>
              <p:cNvPr id="43" name="Freeform 49">
                <a:extLst>
                  <a:ext uri="{FF2B5EF4-FFF2-40B4-BE49-F238E27FC236}">
                    <a16:creationId xmlns:a16="http://schemas.microsoft.com/office/drawing/2014/main" id="{182D4073-B6F9-4F50-85D6-E07BEFFBB018}"/>
                  </a:ext>
                </a:extLst>
              </p:cNvPr>
              <p:cNvSpPr>
                <a:spLocks/>
              </p:cNvSpPr>
              <p:nvPr/>
            </p:nvSpPr>
            <p:spPr bwMode="hidden">
              <a:xfrm>
                <a:off x="5375" y="3246"/>
                <a:ext cx="192" cy="18"/>
              </a:xfrm>
              <a:custGeom>
                <a:avLst/>
                <a:gdLst/>
                <a:ahLst/>
                <a:cxnLst>
                  <a:cxn ang="0">
                    <a:pos x="114" y="12"/>
                  </a:cxn>
                  <a:cxn ang="0">
                    <a:pos x="72" y="6"/>
                  </a:cxn>
                  <a:cxn ang="0">
                    <a:pos x="30" y="0"/>
                  </a:cxn>
                  <a:cxn ang="0">
                    <a:pos x="0" y="0"/>
                  </a:cxn>
                  <a:cxn ang="0">
                    <a:pos x="54" y="12"/>
                  </a:cxn>
                  <a:cxn ang="0">
                    <a:pos x="114" y="18"/>
                  </a:cxn>
                  <a:cxn ang="0">
                    <a:pos x="156" y="18"/>
                  </a:cxn>
                  <a:cxn ang="0">
                    <a:pos x="192" y="12"/>
                  </a:cxn>
                  <a:cxn ang="0">
                    <a:pos x="186" y="0"/>
                  </a:cxn>
                  <a:cxn ang="0">
                    <a:pos x="150" y="6"/>
                  </a:cxn>
                  <a:cxn ang="0">
                    <a:pos x="114" y="12"/>
                  </a:cxn>
                  <a:cxn ang="0">
                    <a:pos x="114" y="12"/>
                  </a:cxn>
                </a:cxnLst>
                <a:rect l="0" t="0" r="r" b="b"/>
                <a:pathLst>
                  <a:path w="192" h="18">
                    <a:moveTo>
                      <a:pt x="114" y="12"/>
                    </a:moveTo>
                    <a:lnTo>
                      <a:pt x="72" y="6"/>
                    </a:lnTo>
                    <a:lnTo>
                      <a:pt x="30" y="0"/>
                    </a:lnTo>
                    <a:lnTo>
                      <a:pt x="0" y="0"/>
                    </a:lnTo>
                    <a:lnTo>
                      <a:pt x="54" y="12"/>
                    </a:lnTo>
                    <a:lnTo>
                      <a:pt x="114" y="18"/>
                    </a:lnTo>
                    <a:lnTo>
                      <a:pt x="156" y="18"/>
                    </a:lnTo>
                    <a:lnTo>
                      <a:pt x="192" y="12"/>
                    </a:lnTo>
                    <a:lnTo>
                      <a:pt x="186" y="0"/>
                    </a:lnTo>
                    <a:lnTo>
                      <a:pt x="150" y="6"/>
                    </a:lnTo>
                    <a:lnTo>
                      <a:pt x="114" y="12"/>
                    </a:lnTo>
                    <a:lnTo>
                      <a:pt x="114" y="12"/>
                    </a:lnTo>
                    <a:close/>
                  </a:path>
                </a:pathLst>
              </a:custGeom>
              <a:gradFill rotWithShape="0">
                <a:gsLst>
                  <a:gs pos="0">
                    <a:schemeClr val="accent1"/>
                  </a:gs>
                  <a:gs pos="100000">
                    <a:schemeClr val="bg1"/>
                  </a:gs>
                </a:gsLst>
                <a:lin ang="5400000" scaled="1"/>
              </a:gradFill>
              <a:ln w="9525">
                <a:noFill/>
                <a:round/>
                <a:headEnd/>
                <a:tailEnd/>
              </a:ln>
            </p:spPr>
            <p:txBody>
              <a:bodyPr/>
              <a:lstStyle/>
              <a:p>
                <a:pPr>
                  <a:defRPr/>
                </a:pPr>
                <a:endParaRPr lang="th-TH"/>
              </a:p>
            </p:txBody>
          </p:sp>
          <p:sp>
            <p:nvSpPr>
              <p:cNvPr id="44" name="Freeform 50">
                <a:extLst>
                  <a:ext uri="{FF2B5EF4-FFF2-40B4-BE49-F238E27FC236}">
                    <a16:creationId xmlns:a16="http://schemas.microsoft.com/office/drawing/2014/main" id="{DDB781BC-5AFB-4F77-B167-8C90CA24C211}"/>
                  </a:ext>
                </a:extLst>
              </p:cNvPr>
              <p:cNvSpPr>
                <a:spLocks/>
              </p:cNvSpPr>
              <p:nvPr/>
            </p:nvSpPr>
            <p:spPr bwMode="hidden">
              <a:xfrm>
                <a:off x="5304" y="3042"/>
                <a:ext cx="161" cy="186"/>
              </a:xfrm>
              <a:custGeom>
                <a:avLst/>
                <a:gdLst/>
                <a:ahLst/>
                <a:cxnLst>
                  <a:cxn ang="0">
                    <a:pos x="11" y="114"/>
                  </a:cxn>
                  <a:cxn ang="0">
                    <a:pos x="17" y="96"/>
                  </a:cxn>
                  <a:cxn ang="0">
                    <a:pos x="23" y="78"/>
                  </a:cxn>
                  <a:cxn ang="0">
                    <a:pos x="53" y="42"/>
                  </a:cxn>
                  <a:cxn ang="0">
                    <a:pos x="101" y="18"/>
                  </a:cxn>
                  <a:cxn ang="0">
                    <a:pos x="155" y="6"/>
                  </a:cxn>
                  <a:cxn ang="0">
                    <a:pos x="161" y="0"/>
                  </a:cxn>
                  <a:cxn ang="0">
                    <a:pos x="95" y="12"/>
                  </a:cxn>
                  <a:cxn ang="0">
                    <a:pos x="47" y="36"/>
                  </a:cxn>
                  <a:cxn ang="0">
                    <a:pos x="11" y="72"/>
                  </a:cxn>
                  <a:cxn ang="0">
                    <a:pos x="5" y="90"/>
                  </a:cxn>
                  <a:cxn ang="0">
                    <a:pos x="0" y="114"/>
                  </a:cxn>
                  <a:cxn ang="0">
                    <a:pos x="11" y="150"/>
                  </a:cxn>
                  <a:cxn ang="0">
                    <a:pos x="23" y="168"/>
                  </a:cxn>
                  <a:cxn ang="0">
                    <a:pos x="41" y="186"/>
                  </a:cxn>
                  <a:cxn ang="0">
                    <a:pos x="65" y="186"/>
                  </a:cxn>
                  <a:cxn ang="0">
                    <a:pos x="41" y="168"/>
                  </a:cxn>
                  <a:cxn ang="0">
                    <a:pos x="23" y="150"/>
                  </a:cxn>
                  <a:cxn ang="0">
                    <a:pos x="17" y="132"/>
                  </a:cxn>
                  <a:cxn ang="0">
                    <a:pos x="11" y="114"/>
                  </a:cxn>
                  <a:cxn ang="0">
                    <a:pos x="11" y="114"/>
                  </a:cxn>
                </a:cxnLst>
                <a:rect l="0" t="0" r="r" b="b"/>
                <a:pathLst>
                  <a:path w="161" h="186">
                    <a:moveTo>
                      <a:pt x="11" y="114"/>
                    </a:moveTo>
                    <a:lnTo>
                      <a:pt x="17" y="96"/>
                    </a:lnTo>
                    <a:lnTo>
                      <a:pt x="23" y="78"/>
                    </a:lnTo>
                    <a:lnTo>
                      <a:pt x="53" y="42"/>
                    </a:lnTo>
                    <a:lnTo>
                      <a:pt x="101" y="18"/>
                    </a:lnTo>
                    <a:lnTo>
                      <a:pt x="155" y="6"/>
                    </a:lnTo>
                    <a:lnTo>
                      <a:pt x="161" y="0"/>
                    </a:lnTo>
                    <a:lnTo>
                      <a:pt x="95" y="12"/>
                    </a:lnTo>
                    <a:lnTo>
                      <a:pt x="47" y="36"/>
                    </a:lnTo>
                    <a:lnTo>
                      <a:pt x="11" y="72"/>
                    </a:lnTo>
                    <a:lnTo>
                      <a:pt x="5" y="90"/>
                    </a:lnTo>
                    <a:lnTo>
                      <a:pt x="0" y="114"/>
                    </a:lnTo>
                    <a:lnTo>
                      <a:pt x="11" y="150"/>
                    </a:lnTo>
                    <a:lnTo>
                      <a:pt x="23" y="168"/>
                    </a:lnTo>
                    <a:lnTo>
                      <a:pt x="41" y="186"/>
                    </a:lnTo>
                    <a:lnTo>
                      <a:pt x="65" y="186"/>
                    </a:lnTo>
                    <a:lnTo>
                      <a:pt x="41" y="168"/>
                    </a:lnTo>
                    <a:lnTo>
                      <a:pt x="23" y="150"/>
                    </a:lnTo>
                    <a:lnTo>
                      <a:pt x="17" y="132"/>
                    </a:lnTo>
                    <a:lnTo>
                      <a:pt x="11" y="114"/>
                    </a:lnTo>
                    <a:lnTo>
                      <a:pt x="11" y="114"/>
                    </a:lnTo>
                    <a:close/>
                  </a:path>
                </a:pathLst>
              </a:custGeom>
              <a:gradFill rotWithShape="0">
                <a:gsLst>
                  <a:gs pos="0">
                    <a:schemeClr val="bg1"/>
                  </a:gs>
                  <a:gs pos="100000">
                    <a:schemeClr val="accent1"/>
                  </a:gs>
                </a:gsLst>
                <a:lin ang="5400000" scaled="1"/>
              </a:gradFill>
              <a:ln w="9525">
                <a:noFill/>
                <a:round/>
                <a:headEnd/>
                <a:tailEnd/>
              </a:ln>
            </p:spPr>
            <p:txBody>
              <a:bodyPr/>
              <a:lstStyle/>
              <a:p>
                <a:pPr>
                  <a:defRPr/>
                </a:pPr>
                <a:endParaRPr lang="th-TH"/>
              </a:p>
            </p:txBody>
          </p:sp>
          <p:sp>
            <p:nvSpPr>
              <p:cNvPr id="45" name="Freeform 51">
                <a:extLst>
                  <a:ext uri="{FF2B5EF4-FFF2-40B4-BE49-F238E27FC236}">
                    <a16:creationId xmlns:a16="http://schemas.microsoft.com/office/drawing/2014/main" id="{77158584-8A38-40FB-B865-B3799472EF41}"/>
                  </a:ext>
                </a:extLst>
              </p:cNvPr>
              <p:cNvSpPr>
                <a:spLocks/>
              </p:cNvSpPr>
              <p:nvPr/>
            </p:nvSpPr>
            <p:spPr bwMode="hidden">
              <a:xfrm>
                <a:off x="5489" y="3042"/>
                <a:ext cx="186" cy="210"/>
              </a:xfrm>
              <a:custGeom>
                <a:avLst/>
                <a:gdLst/>
                <a:ahLst/>
                <a:cxnLst>
                  <a:cxn ang="0">
                    <a:pos x="0" y="6"/>
                  </a:cxn>
                  <a:cxn ang="0">
                    <a:pos x="66" y="12"/>
                  </a:cxn>
                  <a:cxn ang="0">
                    <a:pos x="119" y="36"/>
                  </a:cxn>
                  <a:cxn ang="0">
                    <a:pos x="155" y="72"/>
                  </a:cxn>
                  <a:cxn ang="0">
                    <a:pos x="161" y="90"/>
                  </a:cxn>
                  <a:cxn ang="0">
                    <a:pos x="167" y="114"/>
                  </a:cxn>
                  <a:cxn ang="0">
                    <a:pos x="161" y="138"/>
                  </a:cxn>
                  <a:cxn ang="0">
                    <a:pos x="149" y="162"/>
                  </a:cxn>
                  <a:cxn ang="0">
                    <a:pos x="119" y="180"/>
                  </a:cxn>
                  <a:cxn ang="0">
                    <a:pos x="90" y="198"/>
                  </a:cxn>
                  <a:cxn ang="0">
                    <a:pos x="96" y="210"/>
                  </a:cxn>
                  <a:cxn ang="0">
                    <a:pos x="131" y="192"/>
                  </a:cxn>
                  <a:cxn ang="0">
                    <a:pos x="161" y="168"/>
                  </a:cxn>
                  <a:cxn ang="0">
                    <a:pos x="179" y="144"/>
                  </a:cxn>
                  <a:cxn ang="0">
                    <a:pos x="185" y="114"/>
                  </a:cxn>
                  <a:cxn ang="0">
                    <a:pos x="179" y="90"/>
                  </a:cxn>
                  <a:cxn ang="0">
                    <a:pos x="173" y="66"/>
                  </a:cxn>
                  <a:cxn ang="0">
                    <a:pos x="155" y="48"/>
                  </a:cxn>
                  <a:cxn ang="0">
                    <a:pos x="131" y="30"/>
                  </a:cxn>
                  <a:cxn ang="0">
                    <a:pos x="72" y="6"/>
                  </a:cxn>
                  <a:cxn ang="0">
                    <a:pos x="0" y="0"/>
                  </a:cxn>
                  <a:cxn ang="0">
                    <a:pos x="0" y="6"/>
                  </a:cxn>
                  <a:cxn ang="0">
                    <a:pos x="0" y="6"/>
                  </a:cxn>
                  <a:cxn ang="0">
                    <a:pos x="0" y="6"/>
                  </a:cxn>
                </a:cxnLst>
                <a:rect l="0" t="0" r="r" b="b"/>
                <a:pathLst>
                  <a:path w="185" h="210">
                    <a:moveTo>
                      <a:pt x="0" y="6"/>
                    </a:moveTo>
                    <a:lnTo>
                      <a:pt x="66" y="12"/>
                    </a:lnTo>
                    <a:lnTo>
                      <a:pt x="119" y="36"/>
                    </a:lnTo>
                    <a:lnTo>
                      <a:pt x="155" y="72"/>
                    </a:lnTo>
                    <a:lnTo>
                      <a:pt x="161" y="90"/>
                    </a:lnTo>
                    <a:lnTo>
                      <a:pt x="167" y="114"/>
                    </a:lnTo>
                    <a:lnTo>
                      <a:pt x="161" y="138"/>
                    </a:lnTo>
                    <a:lnTo>
                      <a:pt x="149" y="162"/>
                    </a:lnTo>
                    <a:lnTo>
                      <a:pt x="119" y="180"/>
                    </a:lnTo>
                    <a:lnTo>
                      <a:pt x="90" y="198"/>
                    </a:lnTo>
                    <a:lnTo>
                      <a:pt x="96" y="210"/>
                    </a:lnTo>
                    <a:lnTo>
                      <a:pt x="131" y="192"/>
                    </a:lnTo>
                    <a:lnTo>
                      <a:pt x="161" y="168"/>
                    </a:lnTo>
                    <a:lnTo>
                      <a:pt x="179" y="144"/>
                    </a:lnTo>
                    <a:lnTo>
                      <a:pt x="185" y="114"/>
                    </a:lnTo>
                    <a:lnTo>
                      <a:pt x="179" y="90"/>
                    </a:lnTo>
                    <a:lnTo>
                      <a:pt x="173" y="66"/>
                    </a:lnTo>
                    <a:lnTo>
                      <a:pt x="155" y="48"/>
                    </a:lnTo>
                    <a:lnTo>
                      <a:pt x="131" y="30"/>
                    </a:lnTo>
                    <a:lnTo>
                      <a:pt x="72" y="6"/>
                    </a:lnTo>
                    <a:lnTo>
                      <a:pt x="0" y="0"/>
                    </a:lnTo>
                    <a:lnTo>
                      <a:pt x="0" y="6"/>
                    </a:lnTo>
                    <a:lnTo>
                      <a:pt x="0" y="6"/>
                    </a:lnTo>
                    <a:lnTo>
                      <a:pt x="0" y="6"/>
                    </a:lnTo>
                    <a:close/>
                  </a:path>
                </a:pathLst>
              </a:custGeom>
              <a:gradFill rotWithShape="0">
                <a:gsLst>
                  <a:gs pos="0">
                    <a:schemeClr val="bg1"/>
                  </a:gs>
                  <a:gs pos="100000">
                    <a:schemeClr val="accent1"/>
                  </a:gs>
                </a:gsLst>
                <a:lin ang="5400000" scaled="1"/>
              </a:gradFill>
              <a:ln w="9525">
                <a:noFill/>
                <a:round/>
                <a:headEnd/>
                <a:tailEnd/>
              </a:ln>
            </p:spPr>
            <p:txBody>
              <a:bodyPr/>
              <a:lstStyle/>
              <a:p>
                <a:pPr>
                  <a:defRPr/>
                </a:pPr>
                <a:endParaRPr lang="th-TH"/>
              </a:p>
            </p:txBody>
          </p:sp>
          <p:sp>
            <p:nvSpPr>
              <p:cNvPr id="46" name="Freeform 52">
                <a:extLst>
                  <a:ext uri="{FF2B5EF4-FFF2-40B4-BE49-F238E27FC236}">
                    <a16:creationId xmlns:a16="http://schemas.microsoft.com/office/drawing/2014/main" id="{4BD5E52A-722F-4E0D-BC63-2C12E95DBBE3}"/>
                  </a:ext>
                </a:extLst>
              </p:cNvPr>
              <p:cNvSpPr>
                <a:spLocks noEditPoints="1"/>
              </p:cNvSpPr>
              <p:nvPr/>
            </p:nvSpPr>
            <p:spPr bwMode="hidden">
              <a:xfrm>
                <a:off x="5345" y="3058"/>
                <a:ext cx="299" cy="186"/>
              </a:xfrm>
              <a:custGeom>
                <a:avLst/>
                <a:gdLst/>
                <a:ahLst/>
                <a:cxnLst>
                  <a:cxn ang="0">
                    <a:pos x="150" y="0"/>
                  </a:cxn>
                  <a:cxn ang="0">
                    <a:pos x="90" y="6"/>
                  </a:cxn>
                  <a:cxn ang="0">
                    <a:pos x="42" y="30"/>
                  </a:cxn>
                  <a:cxn ang="0">
                    <a:pos x="12" y="54"/>
                  </a:cxn>
                  <a:cxn ang="0">
                    <a:pos x="6" y="72"/>
                  </a:cxn>
                  <a:cxn ang="0">
                    <a:pos x="0" y="90"/>
                  </a:cxn>
                  <a:cxn ang="0">
                    <a:pos x="6" y="108"/>
                  </a:cxn>
                  <a:cxn ang="0">
                    <a:pos x="12" y="126"/>
                  </a:cxn>
                  <a:cxn ang="0">
                    <a:pos x="42" y="156"/>
                  </a:cxn>
                  <a:cxn ang="0">
                    <a:pos x="90" y="180"/>
                  </a:cxn>
                  <a:cxn ang="0">
                    <a:pos x="150" y="186"/>
                  </a:cxn>
                  <a:cxn ang="0">
                    <a:pos x="209" y="180"/>
                  </a:cxn>
                  <a:cxn ang="0">
                    <a:pos x="257" y="156"/>
                  </a:cxn>
                  <a:cxn ang="0">
                    <a:pos x="287" y="126"/>
                  </a:cxn>
                  <a:cxn ang="0">
                    <a:pos x="299" y="108"/>
                  </a:cxn>
                  <a:cxn ang="0">
                    <a:pos x="299" y="90"/>
                  </a:cxn>
                  <a:cxn ang="0">
                    <a:pos x="299" y="72"/>
                  </a:cxn>
                  <a:cxn ang="0">
                    <a:pos x="287" y="54"/>
                  </a:cxn>
                  <a:cxn ang="0">
                    <a:pos x="257" y="30"/>
                  </a:cxn>
                  <a:cxn ang="0">
                    <a:pos x="209" y="6"/>
                  </a:cxn>
                  <a:cxn ang="0">
                    <a:pos x="150" y="0"/>
                  </a:cxn>
                  <a:cxn ang="0">
                    <a:pos x="150" y="0"/>
                  </a:cxn>
                  <a:cxn ang="0">
                    <a:pos x="150" y="180"/>
                  </a:cxn>
                  <a:cxn ang="0">
                    <a:pos x="96" y="174"/>
                  </a:cxn>
                  <a:cxn ang="0">
                    <a:pos x="48" y="156"/>
                  </a:cxn>
                  <a:cxn ang="0">
                    <a:pos x="18" y="126"/>
                  </a:cxn>
                  <a:cxn ang="0">
                    <a:pos x="12" y="108"/>
                  </a:cxn>
                  <a:cxn ang="0">
                    <a:pos x="6" y="90"/>
                  </a:cxn>
                  <a:cxn ang="0">
                    <a:pos x="12" y="72"/>
                  </a:cxn>
                  <a:cxn ang="0">
                    <a:pos x="18" y="54"/>
                  </a:cxn>
                  <a:cxn ang="0">
                    <a:pos x="48" y="30"/>
                  </a:cxn>
                  <a:cxn ang="0">
                    <a:pos x="96" y="12"/>
                  </a:cxn>
                  <a:cxn ang="0">
                    <a:pos x="150" y="6"/>
                  </a:cxn>
                  <a:cxn ang="0">
                    <a:pos x="203" y="12"/>
                  </a:cxn>
                  <a:cxn ang="0">
                    <a:pos x="251" y="30"/>
                  </a:cxn>
                  <a:cxn ang="0">
                    <a:pos x="281" y="54"/>
                  </a:cxn>
                  <a:cxn ang="0">
                    <a:pos x="293" y="72"/>
                  </a:cxn>
                  <a:cxn ang="0">
                    <a:pos x="293" y="90"/>
                  </a:cxn>
                  <a:cxn ang="0">
                    <a:pos x="293" y="108"/>
                  </a:cxn>
                  <a:cxn ang="0">
                    <a:pos x="281" y="126"/>
                  </a:cxn>
                  <a:cxn ang="0">
                    <a:pos x="251" y="156"/>
                  </a:cxn>
                  <a:cxn ang="0">
                    <a:pos x="203" y="174"/>
                  </a:cxn>
                  <a:cxn ang="0">
                    <a:pos x="150" y="180"/>
                  </a:cxn>
                  <a:cxn ang="0">
                    <a:pos x="150" y="180"/>
                  </a:cxn>
                </a:cxnLst>
                <a:rect l="0" t="0" r="r" b="b"/>
                <a:pathLst>
                  <a:path w="299" h="186">
                    <a:moveTo>
                      <a:pt x="150" y="0"/>
                    </a:moveTo>
                    <a:lnTo>
                      <a:pt x="90" y="6"/>
                    </a:lnTo>
                    <a:lnTo>
                      <a:pt x="42" y="30"/>
                    </a:lnTo>
                    <a:lnTo>
                      <a:pt x="12" y="54"/>
                    </a:lnTo>
                    <a:lnTo>
                      <a:pt x="6" y="72"/>
                    </a:lnTo>
                    <a:lnTo>
                      <a:pt x="0" y="90"/>
                    </a:lnTo>
                    <a:lnTo>
                      <a:pt x="6" y="108"/>
                    </a:lnTo>
                    <a:lnTo>
                      <a:pt x="12" y="126"/>
                    </a:lnTo>
                    <a:lnTo>
                      <a:pt x="42" y="156"/>
                    </a:lnTo>
                    <a:lnTo>
                      <a:pt x="90" y="180"/>
                    </a:lnTo>
                    <a:lnTo>
                      <a:pt x="150" y="186"/>
                    </a:lnTo>
                    <a:lnTo>
                      <a:pt x="209" y="180"/>
                    </a:lnTo>
                    <a:lnTo>
                      <a:pt x="257" y="156"/>
                    </a:lnTo>
                    <a:lnTo>
                      <a:pt x="287" y="126"/>
                    </a:lnTo>
                    <a:lnTo>
                      <a:pt x="299" y="108"/>
                    </a:lnTo>
                    <a:lnTo>
                      <a:pt x="299" y="90"/>
                    </a:lnTo>
                    <a:lnTo>
                      <a:pt x="299" y="72"/>
                    </a:lnTo>
                    <a:lnTo>
                      <a:pt x="287" y="54"/>
                    </a:lnTo>
                    <a:lnTo>
                      <a:pt x="257" y="30"/>
                    </a:lnTo>
                    <a:lnTo>
                      <a:pt x="209" y="6"/>
                    </a:lnTo>
                    <a:lnTo>
                      <a:pt x="150" y="0"/>
                    </a:lnTo>
                    <a:lnTo>
                      <a:pt x="150" y="0"/>
                    </a:lnTo>
                    <a:close/>
                    <a:moveTo>
                      <a:pt x="150" y="180"/>
                    </a:moveTo>
                    <a:lnTo>
                      <a:pt x="96" y="174"/>
                    </a:lnTo>
                    <a:lnTo>
                      <a:pt x="48" y="156"/>
                    </a:lnTo>
                    <a:lnTo>
                      <a:pt x="18" y="126"/>
                    </a:lnTo>
                    <a:lnTo>
                      <a:pt x="12" y="108"/>
                    </a:lnTo>
                    <a:lnTo>
                      <a:pt x="6" y="90"/>
                    </a:lnTo>
                    <a:lnTo>
                      <a:pt x="12" y="72"/>
                    </a:lnTo>
                    <a:lnTo>
                      <a:pt x="18" y="54"/>
                    </a:lnTo>
                    <a:lnTo>
                      <a:pt x="48" y="30"/>
                    </a:lnTo>
                    <a:lnTo>
                      <a:pt x="96" y="12"/>
                    </a:lnTo>
                    <a:lnTo>
                      <a:pt x="150" y="6"/>
                    </a:lnTo>
                    <a:lnTo>
                      <a:pt x="203" y="12"/>
                    </a:lnTo>
                    <a:lnTo>
                      <a:pt x="251" y="30"/>
                    </a:lnTo>
                    <a:lnTo>
                      <a:pt x="281" y="54"/>
                    </a:lnTo>
                    <a:lnTo>
                      <a:pt x="293" y="72"/>
                    </a:lnTo>
                    <a:lnTo>
                      <a:pt x="293" y="90"/>
                    </a:lnTo>
                    <a:lnTo>
                      <a:pt x="293" y="108"/>
                    </a:lnTo>
                    <a:lnTo>
                      <a:pt x="281" y="126"/>
                    </a:lnTo>
                    <a:lnTo>
                      <a:pt x="251" y="156"/>
                    </a:lnTo>
                    <a:lnTo>
                      <a:pt x="203" y="174"/>
                    </a:lnTo>
                    <a:lnTo>
                      <a:pt x="150" y="180"/>
                    </a:lnTo>
                    <a:lnTo>
                      <a:pt x="150" y="180"/>
                    </a:lnTo>
                    <a:close/>
                  </a:path>
                </a:pathLst>
              </a:custGeom>
              <a:gradFill rotWithShape="0">
                <a:gsLst>
                  <a:gs pos="0">
                    <a:schemeClr val="accent1"/>
                  </a:gs>
                  <a:gs pos="100000">
                    <a:schemeClr val="bg1"/>
                  </a:gs>
                </a:gsLst>
                <a:lin ang="5400000" scaled="1"/>
              </a:gradFill>
              <a:ln w="9525">
                <a:noFill/>
                <a:round/>
                <a:headEnd/>
                <a:tailEnd/>
              </a:ln>
            </p:spPr>
            <p:txBody>
              <a:bodyPr/>
              <a:lstStyle/>
              <a:p>
                <a:pPr>
                  <a:defRPr/>
                </a:pPr>
                <a:endParaRPr lang="th-TH"/>
              </a:p>
            </p:txBody>
          </p:sp>
          <p:sp>
            <p:nvSpPr>
              <p:cNvPr id="47" name="Oval 53">
                <a:extLst>
                  <a:ext uri="{FF2B5EF4-FFF2-40B4-BE49-F238E27FC236}">
                    <a16:creationId xmlns:a16="http://schemas.microsoft.com/office/drawing/2014/main" id="{850F6FB5-3C63-485D-9629-1941D34721C3}"/>
                  </a:ext>
                </a:extLst>
              </p:cNvPr>
              <p:cNvSpPr>
                <a:spLocks noChangeArrowheads="1"/>
              </p:cNvSpPr>
              <p:nvPr/>
            </p:nvSpPr>
            <p:spPr bwMode="hidden">
              <a:xfrm>
                <a:off x="3910" y="3948"/>
                <a:ext cx="84" cy="53"/>
              </a:xfrm>
              <a:prstGeom prst="ellipse">
                <a:avLst/>
              </a:prstGeom>
              <a:gradFill rotWithShape="0">
                <a:gsLst>
                  <a:gs pos="0">
                    <a:schemeClr val="accent1">
                      <a:gamma/>
                      <a:shade val="94118"/>
                      <a:invGamma/>
                    </a:schemeClr>
                  </a:gs>
                  <a:gs pos="100000">
                    <a:schemeClr val="accent1"/>
                  </a:gs>
                </a:gsLst>
                <a:lin ang="5400000" scaled="1"/>
              </a:gradFill>
              <a:ln w="9525">
                <a:noFill/>
                <a:round/>
                <a:headEnd/>
                <a:tailEnd/>
              </a:ln>
              <a:effectLst/>
            </p:spPr>
            <p:txBody>
              <a:bodyPr/>
              <a:lstStyle/>
              <a:p>
                <a:pPr>
                  <a:defRPr/>
                </a:pPr>
                <a:endParaRPr lang="th-TH"/>
              </a:p>
            </p:txBody>
          </p:sp>
          <p:grpSp>
            <p:nvGrpSpPr>
              <p:cNvPr id="48" name="Group 54">
                <a:extLst>
                  <a:ext uri="{FF2B5EF4-FFF2-40B4-BE49-F238E27FC236}">
                    <a16:creationId xmlns:a16="http://schemas.microsoft.com/office/drawing/2014/main" id="{C5F458C6-6ABE-4408-9C80-AA5260BE21B5}"/>
                  </a:ext>
                </a:extLst>
              </p:cNvPr>
              <p:cNvGrpSpPr>
                <a:grpSpLocks/>
              </p:cNvGrpSpPr>
              <p:nvPr/>
            </p:nvGrpSpPr>
            <p:grpSpPr bwMode="auto">
              <a:xfrm>
                <a:off x="4546" y="3608"/>
                <a:ext cx="518" cy="319"/>
                <a:chOff x="4546" y="3608"/>
                <a:chExt cx="518" cy="319"/>
              </a:xfrm>
            </p:grpSpPr>
            <p:sp>
              <p:nvSpPr>
                <p:cNvPr id="54" name="Oval 55">
                  <a:extLst>
                    <a:ext uri="{FF2B5EF4-FFF2-40B4-BE49-F238E27FC236}">
                      <a16:creationId xmlns:a16="http://schemas.microsoft.com/office/drawing/2014/main" id="{EF26760E-675F-4097-8D22-30F709950311}"/>
                    </a:ext>
                  </a:extLst>
                </p:cNvPr>
                <p:cNvSpPr>
                  <a:spLocks noChangeArrowheads="1"/>
                </p:cNvSpPr>
                <p:nvPr/>
              </p:nvSpPr>
              <p:spPr bwMode="hidden">
                <a:xfrm>
                  <a:off x="4546" y="3608"/>
                  <a:ext cx="518" cy="319"/>
                </a:xfrm>
                <a:prstGeom prst="ellipse">
                  <a:avLst/>
                </a:prstGeom>
                <a:gradFill rotWithShape="0">
                  <a:gsLst>
                    <a:gs pos="0">
                      <a:schemeClr val="accent1">
                        <a:gamma/>
                        <a:shade val="94118"/>
                        <a:invGamma/>
                      </a:schemeClr>
                    </a:gs>
                    <a:gs pos="100000">
                      <a:schemeClr val="accent1"/>
                    </a:gs>
                  </a:gsLst>
                  <a:lin ang="0" scaled="1"/>
                </a:gradFill>
                <a:ln w="9525">
                  <a:noFill/>
                  <a:round/>
                  <a:headEnd/>
                  <a:tailEnd/>
                </a:ln>
                <a:effectLst/>
              </p:spPr>
              <p:txBody>
                <a:bodyPr/>
                <a:lstStyle/>
                <a:p>
                  <a:pPr>
                    <a:defRPr/>
                  </a:pPr>
                  <a:endParaRPr lang="th-TH"/>
                </a:p>
              </p:txBody>
            </p:sp>
            <p:sp>
              <p:nvSpPr>
                <p:cNvPr id="55" name="Oval 56">
                  <a:extLst>
                    <a:ext uri="{FF2B5EF4-FFF2-40B4-BE49-F238E27FC236}">
                      <a16:creationId xmlns:a16="http://schemas.microsoft.com/office/drawing/2014/main" id="{FA22978F-EE0D-4F68-8B91-7D9DA072CADD}"/>
                    </a:ext>
                  </a:extLst>
                </p:cNvPr>
                <p:cNvSpPr>
                  <a:spLocks noChangeArrowheads="1"/>
                </p:cNvSpPr>
                <p:nvPr/>
              </p:nvSpPr>
              <p:spPr bwMode="hidden">
                <a:xfrm>
                  <a:off x="4578" y="3630"/>
                  <a:ext cx="446" cy="271"/>
                </a:xfrm>
                <a:prstGeom prst="ellipse">
                  <a:avLst/>
                </a:prstGeom>
                <a:gradFill rotWithShape="0">
                  <a:gsLst>
                    <a:gs pos="0">
                      <a:schemeClr val="accent1">
                        <a:gamma/>
                        <a:tint val="96863"/>
                        <a:invGamma/>
                      </a:schemeClr>
                    </a:gs>
                    <a:gs pos="100000">
                      <a:schemeClr val="accent1"/>
                    </a:gs>
                  </a:gsLst>
                  <a:lin ang="5400000" scaled="1"/>
                </a:gradFill>
                <a:ln w="9525">
                  <a:noFill/>
                  <a:round/>
                  <a:headEnd/>
                  <a:tailEnd/>
                </a:ln>
                <a:effectLst/>
              </p:spPr>
              <p:txBody>
                <a:bodyPr/>
                <a:lstStyle/>
                <a:p>
                  <a:pPr>
                    <a:defRPr/>
                  </a:pPr>
                  <a:endParaRPr lang="th-TH"/>
                </a:p>
              </p:txBody>
            </p:sp>
            <p:sp>
              <p:nvSpPr>
                <p:cNvPr id="56" name="Oval 57">
                  <a:extLst>
                    <a:ext uri="{FF2B5EF4-FFF2-40B4-BE49-F238E27FC236}">
                      <a16:creationId xmlns:a16="http://schemas.microsoft.com/office/drawing/2014/main" id="{5F54C64C-3340-4F5A-8F34-CB2EE939D9D4}"/>
                    </a:ext>
                  </a:extLst>
                </p:cNvPr>
                <p:cNvSpPr>
                  <a:spLocks noChangeArrowheads="1"/>
                </p:cNvSpPr>
                <p:nvPr/>
              </p:nvSpPr>
              <p:spPr bwMode="hidden">
                <a:xfrm>
                  <a:off x="4610" y="3650"/>
                  <a:ext cx="386" cy="233"/>
                </a:xfrm>
                <a:prstGeom prst="ellipse">
                  <a:avLst/>
                </a:prstGeom>
                <a:gradFill rotWithShape="0">
                  <a:gsLst>
                    <a:gs pos="0">
                      <a:schemeClr val="accent1"/>
                    </a:gs>
                    <a:gs pos="100000">
                      <a:schemeClr val="accent1">
                        <a:gamma/>
                        <a:shade val="94118"/>
                        <a:invGamma/>
                      </a:schemeClr>
                    </a:gs>
                  </a:gsLst>
                  <a:lin ang="5400000" scaled="1"/>
                </a:gradFill>
                <a:ln w="9525">
                  <a:noFill/>
                  <a:round/>
                  <a:headEnd/>
                  <a:tailEnd/>
                </a:ln>
                <a:effectLst/>
              </p:spPr>
              <p:txBody>
                <a:bodyPr/>
                <a:lstStyle/>
                <a:p>
                  <a:pPr>
                    <a:defRPr/>
                  </a:pPr>
                  <a:endParaRPr lang="th-TH"/>
                </a:p>
              </p:txBody>
            </p:sp>
            <p:sp>
              <p:nvSpPr>
                <p:cNvPr id="57" name="Oval 58">
                  <a:extLst>
                    <a:ext uri="{FF2B5EF4-FFF2-40B4-BE49-F238E27FC236}">
                      <a16:creationId xmlns:a16="http://schemas.microsoft.com/office/drawing/2014/main" id="{E04DD690-78FF-4DAA-BE99-34798E0DD85C}"/>
                    </a:ext>
                  </a:extLst>
                </p:cNvPr>
                <p:cNvSpPr>
                  <a:spLocks noChangeArrowheads="1"/>
                </p:cNvSpPr>
                <p:nvPr/>
              </p:nvSpPr>
              <p:spPr bwMode="hidden">
                <a:xfrm>
                  <a:off x="4654" y="3678"/>
                  <a:ext cx="298" cy="177"/>
                </a:xfrm>
                <a:prstGeom prst="ellipse">
                  <a:avLst/>
                </a:prstGeom>
                <a:gradFill rotWithShape="0">
                  <a:gsLst>
                    <a:gs pos="0">
                      <a:schemeClr val="accent1">
                        <a:gamma/>
                        <a:shade val="94118"/>
                        <a:invGamma/>
                      </a:schemeClr>
                    </a:gs>
                    <a:gs pos="100000">
                      <a:schemeClr val="accent1"/>
                    </a:gs>
                  </a:gsLst>
                  <a:lin ang="5400000" scaled="1"/>
                </a:gradFill>
                <a:ln w="9525">
                  <a:noFill/>
                  <a:round/>
                  <a:headEnd/>
                  <a:tailEnd/>
                </a:ln>
                <a:effectLst/>
              </p:spPr>
              <p:txBody>
                <a:bodyPr/>
                <a:lstStyle/>
                <a:p>
                  <a:pPr>
                    <a:defRPr/>
                  </a:pPr>
                  <a:endParaRPr lang="th-TH"/>
                </a:p>
              </p:txBody>
            </p:sp>
            <p:sp>
              <p:nvSpPr>
                <p:cNvPr id="58" name="Oval 59">
                  <a:extLst>
                    <a:ext uri="{FF2B5EF4-FFF2-40B4-BE49-F238E27FC236}">
                      <a16:creationId xmlns:a16="http://schemas.microsoft.com/office/drawing/2014/main" id="{458D7BEF-A4AD-41ED-A3D2-617A92DCF2CC}"/>
                    </a:ext>
                  </a:extLst>
                </p:cNvPr>
                <p:cNvSpPr>
                  <a:spLocks noChangeArrowheads="1"/>
                </p:cNvSpPr>
                <p:nvPr/>
              </p:nvSpPr>
              <p:spPr bwMode="hidden">
                <a:xfrm>
                  <a:off x="4690" y="3698"/>
                  <a:ext cx="222" cy="139"/>
                </a:xfrm>
                <a:prstGeom prst="ellipse">
                  <a:avLst/>
                </a:prstGeom>
                <a:gradFill rotWithShape="0">
                  <a:gsLst>
                    <a:gs pos="0">
                      <a:schemeClr val="accent1"/>
                    </a:gs>
                    <a:gs pos="100000">
                      <a:schemeClr val="accent1">
                        <a:gamma/>
                        <a:shade val="94118"/>
                        <a:invGamma/>
                      </a:schemeClr>
                    </a:gs>
                  </a:gsLst>
                  <a:lin ang="5400000" scaled="1"/>
                </a:gradFill>
                <a:ln w="9525">
                  <a:noFill/>
                  <a:round/>
                  <a:headEnd/>
                  <a:tailEnd/>
                </a:ln>
                <a:effectLst/>
              </p:spPr>
              <p:txBody>
                <a:bodyPr/>
                <a:lstStyle/>
                <a:p>
                  <a:pPr>
                    <a:defRPr/>
                  </a:pPr>
                  <a:endParaRPr lang="th-TH"/>
                </a:p>
              </p:txBody>
            </p:sp>
            <p:sp>
              <p:nvSpPr>
                <p:cNvPr id="59" name="Oval 60">
                  <a:extLst>
                    <a:ext uri="{FF2B5EF4-FFF2-40B4-BE49-F238E27FC236}">
                      <a16:creationId xmlns:a16="http://schemas.microsoft.com/office/drawing/2014/main" id="{B6A1BA22-1FB8-4236-BB0A-5953939827A7}"/>
                    </a:ext>
                  </a:extLst>
                </p:cNvPr>
                <p:cNvSpPr>
                  <a:spLocks noChangeArrowheads="1"/>
                </p:cNvSpPr>
                <p:nvPr/>
              </p:nvSpPr>
              <p:spPr bwMode="hidden">
                <a:xfrm>
                  <a:off x="4738" y="3728"/>
                  <a:ext cx="126" cy="81"/>
                </a:xfrm>
                <a:prstGeom prst="ellipse">
                  <a:avLst/>
                </a:prstGeom>
                <a:gradFill rotWithShape="0">
                  <a:gsLst>
                    <a:gs pos="0">
                      <a:schemeClr val="accent1">
                        <a:gamma/>
                        <a:shade val="96863"/>
                        <a:invGamma/>
                      </a:schemeClr>
                    </a:gs>
                    <a:gs pos="100000">
                      <a:schemeClr val="accent1"/>
                    </a:gs>
                  </a:gsLst>
                  <a:lin ang="5400000" scaled="1"/>
                </a:gradFill>
                <a:ln w="9525">
                  <a:noFill/>
                  <a:round/>
                  <a:headEnd/>
                  <a:tailEnd/>
                </a:ln>
                <a:effectLst/>
              </p:spPr>
              <p:txBody>
                <a:bodyPr/>
                <a:lstStyle/>
                <a:p>
                  <a:pPr>
                    <a:defRPr/>
                  </a:pPr>
                  <a:endParaRPr lang="th-TH"/>
                </a:p>
              </p:txBody>
            </p:sp>
          </p:grpSp>
          <p:grpSp>
            <p:nvGrpSpPr>
              <p:cNvPr id="49" name="Group 61">
                <a:extLst>
                  <a:ext uri="{FF2B5EF4-FFF2-40B4-BE49-F238E27FC236}">
                    <a16:creationId xmlns:a16="http://schemas.microsoft.com/office/drawing/2014/main" id="{50FB306B-E3E4-4C9B-9EA0-0FCAA4D4D193}"/>
                  </a:ext>
                </a:extLst>
              </p:cNvPr>
              <p:cNvGrpSpPr>
                <a:grpSpLocks/>
              </p:cNvGrpSpPr>
              <p:nvPr/>
            </p:nvGrpSpPr>
            <p:grpSpPr bwMode="auto">
              <a:xfrm>
                <a:off x="5381" y="3085"/>
                <a:ext cx="227" cy="132"/>
                <a:chOff x="5381" y="3085"/>
                <a:chExt cx="227" cy="132"/>
              </a:xfrm>
            </p:grpSpPr>
            <p:sp>
              <p:nvSpPr>
                <p:cNvPr id="50" name="Oval 62">
                  <a:extLst>
                    <a:ext uri="{FF2B5EF4-FFF2-40B4-BE49-F238E27FC236}">
                      <a16:creationId xmlns:a16="http://schemas.microsoft.com/office/drawing/2014/main" id="{7134E6FA-AFAB-4172-A77E-916179A41A9C}"/>
                    </a:ext>
                  </a:extLst>
                </p:cNvPr>
                <p:cNvSpPr>
                  <a:spLocks noChangeArrowheads="1"/>
                </p:cNvSpPr>
                <p:nvPr/>
              </p:nvSpPr>
              <p:spPr bwMode="hidden">
                <a:xfrm>
                  <a:off x="5381" y="3085"/>
                  <a:ext cx="227" cy="132"/>
                </a:xfrm>
                <a:prstGeom prst="ellipse">
                  <a:avLst/>
                </a:prstGeom>
                <a:gradFill rotWithShape="0">
                  <a:gsLst>
                    <a:gs pos="0">
                      <a:schemeClr val="bg1"/>
                    </a:gs>
                    <a:gs pos="100000">
                      <a:schemeClr val="accent1"/>
                    </a:gs>
                  </a:gsLst>
                  <a:lin ang="5400000" scaled="1"/>
                </a:gradFill>
                <a:ln w="9525">
                  <a:noFill/>
                  <a:round/>
                  <a:headEnd/>
                  <a:tailEnd/>
                </a:ln>
                <a:effectLst/>
              </p:spPr>
              <p:txBody>
                <a:bodyPr/>
                <a:lstStyle/>
                <a:p>
                  <a:pPr>
                    <a:defRPr/>
                  </a:pPr>
                  <a:endParaRPr lang="th-TH"/>
                </a:p>
              </p:txBody>
            </p:sp>
            <p:sp>
              <p:nvSpPr>
                <p:cNvPr id="51" name="Oval 63">
                  <a:extLst>
                    <a:ext uri="{FF2B5EF4-FFF2-40B4-BE49-F238E27FC236}">
                      <a16:creationId xmlns:a16="http://schemas.microsoft.com/office/drawing/2014/main" id="{A0D45062-5B8E-456E-98C1-192E2E7E3499}"/>
                    </a:ext>
                  </a:extLst>
                </p:cNvPr>
                <p:cNvSpPr>
                  <a:spLocks noChangeArrowheads="1"/>
                </p:cNvSpPr>
                <p:nvPr/>
              </p:nvSpPr>
              <p:spPr bwMode="hidden">
                <a:xfrm>
                  <a:off x="5403" y="3099"/>
                  <a:ext cx="182" cy="102"/>
                </a:xfrm>
                <a:prstGeom prst="ellipse">
                  <a:avLst/>
                </a:prstGeom>
                <a:gradFill rotWithShape="0">
                  <a:gsLst>
                    <a:gs pos="0">
                      <a:schemeClr val="accent1"/>
                    </a:gs>
                    <a:gs pos="100000">
                      <a:schemeClr val="bg1"/>
                    </a:gs>
                  </a:gsLst>
                  <a:lin ang="5400000" scaled="1"/>
                </a:gradFill>
                <a:ln w="9525">
                  <a:noFill/>
                  <a:round/>
                  <a:headEnd/>
                  <a:tailEnd/>
                </a:ln>
                <a:effectLst/>
              </p:spPr>
              <p:txBody>
                <a:bodyPr/>
                <a:lstStyle/>
                <a:p>
                  <a:pPr>
                    <a:defRPr/>
                  </a:pPr>
                  <a:endParaRPr lang="th-TH"/>
                </a:p>
              </p:txBody>
            </p:sp>
            <p:sp>
              <p:nvSpPr>
                <p:cNvPr id="52" name="Oval 64">
                  <a:extLst>
                    <a:ext uri="{FF2B5EF4-FFF2-40B4-BE49-F238E27FC236}">
                      <a16:creationId xmlns:a16="http://schemas.microsoft.com/office/drawing/2014/main" id="{DA9466A8-7B26-4817-8F3F-18C39B9156BE}"/>
                    </a:ext>
                  </a:extLst>
                </p:cNvPr>
                <p:cNvSpPr>
                  <a:spLocks noChangeArrowheads="1"/>
                </p:cNvSpPr>
                <p:nvPr/>
              </p:nvSpPr>
              <p:spPr bwMode="hidden">
                <a:xfrm>
                  <a:off x="5431" y="3109"/>
                  <a:ext cx="125" cy="82"/>
                </a:xfrm>
                <a:prstGeom prst="ellipse">
                  <a:avLst/>
                </a:prstGeom>
                <a:gradFill rotWithShape="0">
                  <a:gsLst>
                    <a:gs pos="0">
                      <a:schemeClr val="bg1"/>
                    </a:gs>
                    <a:gs pos="100000">
                      <a:schemeClr val="accent1"/>
                    </a:gs>
                  </a:gsLst>
                  <a:lin ang="5400000" scaled="1"/>
                </a:gradFill>
                <a:ln w="9525">
                  <a:noFill/>
                  <a:round/>
                  <a:headEnd/>
                  <a:tailEnd/>
                </a:ln>
                <a:effectLst/>
              </p:spPr>
              <p:txBody>
                <a:bodyPr/>
                <a:lstStyle/>
                <a:p>
                  <a:pPr>
                    <a:defRPr/>
                  </a:pPr>
                  <a:endParaRPr lang="th-TH"/>
                </a:p>
              </p:txBody>
            </p:sp>
            <p:sp>
              <p:nvSpPr>
                <p:cNvPr id="53" name="Oval 65">
                  <a:extLst>
                    <a:ext uri="{FF2B5EF4-FFF2-40B4-BE49-F238E27FC236}">
                      <a16:creationId xmlns:a16="http://schemas.microsoft.com/office/drawing/2014/main" id="{B5EFC5E8-C2C9-4D63-B624-864F0CDF990C}"/>
                    </a:ext>
                  </a:extLst>
                </p:cNvPr>
                <p:cNvSpPr>
                  <a:spLocks noChangeArrowheads="1"/>
                </p:cNvSpPr>
                <p:nvPr/>
              </p:nvSpPr>
              <p:spPr bwMode="hidden">
                <a:xfrm>
                  <a:off x="5458" y="3125"/>
                  <a:ext cx="73" cy="47"/>
                </a:xfrm>
                <a:prstGeom prst="ellipse">
                  <a:avLst/>
                </a:prstGeom>
                <a:gradFill rotWithShape="0">
                  <a:gsLst>
                    <a:gs pos="0">
                      <a:schemeClr val="accent1"/>
                    </a:gs>
                    <a:gs pos="100000">
                      <a:schemeClr val="bg1"/>
                    </a:gs>
                  </a:gsLst>
                  <a:lin ang="5400000" scaled="1"/>
                </a:gradFill>
                <a:ln w="9525">
                  <a:noFill/>
                  <a:round/>
                  <a:headEnd/>
                  <a:tailEnd/>
                </a:ln>
                <a:effectLst/>
              </p:spPr>
              <p:txBody>
                <a:bodyPr/>
                <a:lstStyle/>
                <a:p>
                  <a:pPr>
                    <a:defRPr/>
                  </a:pPr>
                  <a:endParaRPr lang="th-TH"/>
                </a:p>
              </p:txBody>
            </p:sp>
          </p:grpSp>
        </p:grpSp>
      </p:grpSp>
      <p:sp>
        <p:nvSpPr>
          <p:cNvPr id="76866" name="Rectangle 66"/>
          <p:cNvSpPr>
            <a:spLocks noGrp="1" noChangeArrowheads="1"/>
          </p:cNvSpPr>
          <p:nvPr>
            <p:ph type="ctrTitle" sz="quarter"/>
          </p:nvPr>
        </p:nvSpPr>
        <p:spPr>
          <a:xfrm>
            <a:off x="685800" y="1692275"/>
            <a:ext cx="7772400" cy="1736725"/>
          </a:xfrm>
        </p:spPr>
        <p:txBody>
          <a:bodyPr anchor="b"/>
          <a:lstStyle>
            <a:lvl1pPr>
              <a:defRPr sz="5400"/>
            </a:lvl1pPr>
          </a:lstStyle>
          <a:p>
            <a:r>
              <a:rPr lang="en-US"/>
              <a:t>Click to edit Master title style</a:t>
            </a:r>
          </a:p>
        </p:txBody>
      </p:sp>
      <p:sp>
        <p:nvSpPr>
          <p:cNvPr id="76867" name="Rectangle 67"/>
          <p:cNvSpPr>
            <a:spLocks noGrp="1" noChangeArrowheads="1"/>
          </p:cNvSpPr>
          <p:nvPr>
            <p:ph type="subTitle" sz="quarter" idx="1"/>
          </p:nvPr>
        </p:nvSpPr>
        <p:spPr>
          <a:xfrm>
            <a:off x="1371600" y="3886200"/>
            <a:ext cx="6400800" cy="1752600"/>
          </a:xfrm>
        </p:spPr>
        <p:txBody>
          <a:bodyPr/>
          <a:lstStyle>
            <a:lvl1pPr marL="0" indent="0" algn="ctr">
              <a:buFont typeface="Wingdings" pitchFamily="2" charset="2"/>
              <a:buNone/>
              <a:defRPr/>
            </a:lvl1pPr>
          </a:lstStyle>
          <a:p>
            <a:r>
              <a:rPr lang="en-US"/>
              <a:t>Click to edit Master subtitle style</a:t>
            </a:r>
          </a:p>
        </p:txBody>
      </p:sp>
      <p:sp>
        <p:nvSpPr>
          <p:cNvPr id="68" name="Rectangle 68">
            <a:extLst>
              <a:ext uri="{FF2B5EF4-FFF2-40B4-BE49-F238E27FC236}">
                <a16:creationId xmlns:a16="http://schemas.microsoft.com/office/drawing/2014/main" id="{A1D203B6-79DB-498D-A2BB-81AB720118AB}"/>
              </a:ext>
            </a:extLst>
          </p:cNvPr>
          <p:cNvSpPr>
            <a:spLocks noGrp="1" noChangeArrowheads="1"/>
          </p:cNvSpPr>
          <p:nvPr>
            <p:ph type="dt" sz="quarter" idx="10"/>
          </p:nvPr>
        </p:nvSpPr>
        <p:spPr/>
        <p:txBody>
          <a:bodyPr/>
          <a:lstStyle>
            <a:lvl1pPr>
              <a:defRPr smtClean="0"/>
            </a:lvl1pPr>
          </a:lstStyle>
          <a:p>
            <a:pPr>
              <a:defRPr/>
            </a:pPr>
            <a:endParaRPr lang="en-US"/>
          </a:p>
        </p:txBody>
      </p:sp>
      <p:sp>
        <p:nvSpPr>
          <p:cNvPr id="69" name="Rectangle 69">
            <a:extLst>
              <a:ext uri="{FF2B5EF4-FFF2-40B4-BE49-F238E27FC236}">
                <a16:creationId xmlns:a16="http://schemas.microsoft.com/office/drawing/2014/main" id="{57DE0B2F-B880-4F50-829B-D2BA35CB6CBE}"/>
              </a:ext>
            </a:extLst>
          </p:cNvPr>
          <p:cNvSpPr>
            <a:spLocks noGrp="1" noChangeArrowheads="1"/>
          </p:cNvSpPr>
          <p:nvPr>
            <p:ph type="ftr" sz="quarter" idx="11"/>
          </p:nvPr>
        </p:nvSpPr>
        <p:spPr/>
        <p:txBody>
          <a:bodyPr/>
          <a:lstStyle>
            <a:lvl1pPr>
              <a:defRPr smtClean="0"/>
            </a:lvl1pPr>
          </a:lstStyle>
          <a:p>
            <a:pPr>
              <a:defRPr/>
            </a:pPr>
            <a:endParaRPr lang="en-US"/>
          </a:p>
        </p:txBody>
      </p:sp>
      <p:sp>
        <p:nvSpPr>
          <p:cNvPr id="70" name="Rectangle 70">
            <a:extLst>
              <a:ext uri="{FF2B5EF4-FFF2-40B4-BE49-F238E27FC236}">
                <a16:creationId xmlns:a16="http://schemas.microsoft.com/office/drawing/2014/main" id="{977C4C04-3B2F-4258-9F83-4ECBD3653BB9}"/>
              </a:ext>
            </a:extLst>
          </p:cNvPr>
          <p:cNvSpPr>
            <a:spLocks noGrp="1" noChangeArrowheads="1"/>
          </p:cNvSpPr>
          <p:nvPr>
            <p:ph type="sldNum" sz="quarter" idx="12"/>
          </p:nvPr>
        </p:nvSpPr>
        <p:spPr/>
        <p:txBody>
          <a:bodyPr/>
          <a:lstStyle>
            <a:lvl1pPr>
              <a:defRPr/>
            </a:lvl1pPr>
          </a:lstStyle>
          <a:p>
            <a:fld id="{F101449D-2A01-4DD0-A6C8-00D41A2D5404}" type="slidenum">
              <a:rPr lang="en-US" altLang="en-US"/>
              <a:pPr/>
              <a:t>‹#›</a:t>
            </a:fld>
            <a:endParaRPr lang="en-US" altLang="en-US"/>
          </a:p>
        </p:txBody>
      </p:sp>
    </p:spTree>
    <p:extLst>
      <p:ext uri="{BB962C8B-B14F-4D97-AF65-F5344CB8AC3E}">
        <p14:creationId xmlns:p14="http://schemas.microsoft.com/office/powerpoint/2010/main" val="23078694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th-TH"/>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4" name="Rectangle 67">
            <a:extLst>
              <a:ext uri="{FF2B5EF4-FFF2-40B4-BE49-F238E27FC236}">
                <a16:creationId xmlns:a16="http://schemas.microsoft.com/office/drawing/2014/main" id="{07BE7B9D-C6CF-43EF-AF74-D5398C7EF1E5}"/>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68">
            <a:extLst>
              <a:ext uri="{FF2B5EF4-FFF2-40B4-BE49-F238E27FC236}">
                <a16:creationId xmlns:a16="http://schemas.microsoft.com/office/drawing/2014/main" id="{B29705A2-3B3B-4BF5-AC90-3E6EB30D4AEC}"/>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9">
            <a:extLst>
              <a:ext uri="{FF2B5EF4-FFF2-40B4-BE49-F238E27FC236}">
                <a16:creationId xmlns:a16="http://schemas.microsoft.com/office/drawing/2014/main" id="{47B810BA-244D-4809-8B75-93742D349BE5}"/>
              </a:ext>
            </a:extLst>
          </p:cNvPr>
          <p:cNvSpPr>
            <a:spLocks noGrp="1" noChangeArrowheads="1"/>
          </p:cNvSpPr>
          <p:nvPr>
            <p:ph type="sldNum" sz="quarter" idx="12"/>
          </p:nvPr>
        </p:nvSpPr>
        <p:spPr>
          <a:ln/>
        </p:spPr>
        <p:txBody>
          <a:bodyPr/>
          <a:lstStyle>
            <a:lvl1pPr>
              <a:defRPr/>
            </a:lvl1pPr>
          </a:lstStyle>
          <a:p>
            <a:fld id="{252BB3C2-71AA-4CA5-A032-16555EECE13D}" type="slidenum">
              <a:rPr lang="en-US" altLang="en-US"/>
              <a:pPr/>
              <a:t>‹#›</a:t>
            </a:fld>
            <a:endParaRPr lang="en-US" altLang="en-US"/>
          </a:p>
        </p:txBody>
      </p:sp>
    </p:spTree>
    <p:extLst>
      <p:ext uri="{BB962C8B-B14F-4D97-AF65-F5344CB8AC3E}">
        <p14:creationId xmlns:p14="http://schemas.microsoft.com/office/powerpoint/2010/main" val="29724089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th-TH"/>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67">
            <a:extLst>
              <a:ext uri="{FF2B5EF4-FFF2-40B4-BE49-F238E27FC236}">
                <a16:creationId xmlns:a16="http://schemas.microsoft.com/office/drawing/2014/main" id="{01D45B22-FE75-4761-AA97-8797D463002C}"/>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68">
            <a:extLst>
              <a:ext uri="{FF2B5EF4-FFF2-40B4-BE49-F238E27FC236}">
                <a16:creationId xmlns:a16="http://schemas.microsoft.com/office/drawing/2014/main" id="{CC5E952E-4CC3-4802-A06F-13F1B5FD88FB}"/>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9">
            <a:extLst>
              <a:ext uri="{FF2B5EF4-FFF2-40B4-BE49-F238E27FC236}">
                <a16:creationId xmlns:a16="http://schemas.microsoft.com/office/drawing/2014/main" id="{E80DFFD6-F23B-4D49-A577-59A9FDEE63CB}"/>
              </a:ext>
            </a:extLst>
          </p:cNvPr>
          <p:cNvSpPr>
            <a:spLocks noGrp="1" noChangeArrowheads="1"/>
          </p:cNvSpPr>
          <p:nvPr>
            <p:ph type="sldNum" sz="quarter" idx="12"/>
          </p:nvPr>
        </p:nvSpPr>
        <p:spPr>
          <a:ln/>
        </p:spPr>
        <p:txBody>
          <a:bodyPr/>
          <a:lstStyle>
            <a:lvl1pPr>
              <a:defRPr/>
            </a:lvl1pPr>
          </a:lstStyle>
          <a:p>
            <a:fld id="{CED0CF3E-D15E-46E4-890F-20265303A636}" type="slidenum">
              <a:rPr lang="en-US" altLang="en-US"/>
              <a:pPr/>
              <a:t>‹#›</a:t>
            </a:fld>
            <a:endParaRPr lang="en-US" altLang="en-US"/>
          </a:p>
        </p:txBody>
      </p:sp>
    </p:spTree>
    <p:extLst>
      <p:ext uri="{BB962C8B-B14F-4D97-AF65-F5344CB8AC3E}">
        <p14:creationId xmlns:p14="http://schemas.microsoft.com/office/powerpoint/2010/main" val="37060419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th-TH"/>
          </a:p>
        </p:txBody>
      </p:sp>
      <p:sp>
        <p:nvSpPr>
          <p:cNvPr id="3" name="Content Placeholder 2"/>
          <p:cNvSpPr>
            <a:spLocks noGrp="1"/>
          </p:cNvSpPr>
          <p:nvPr>
            <p:ph sz="half" idx="1"/>
          </p:nvPr>
        </p:nvSpPr>
        <p:spPr>
          <a:xfrm>
            <a:off x="457200" y="1676400"/>
            <a:ext cx="4038600" cy="44545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4" name="Content Placeholder 3"/>
          <p:cNvSpPr>
            <a:spLocks noGrp="1"/>
          </p:cNvSpPr>
          <p:nvPr>
            <p:ph sz="half" idx="2"/>
          </p:nvPr>
        </p:nvSpPr>
        <p:spPr>
          <a:xfrm>
            <a:off x="4648200" y="1676400"/>
            <a:ext cx="4038600" cy="44545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5" name="Rectangle 67">
            <a:extLst>
              <a:ext uri="{FF2B5EF4-FFF2-40B4-BE49-F238E27FC236}">
                <a16:creationId xmlns:a16="http://schemas.microsoft.com/office/drawing/2014/main" id="{8C65EB87-23DE-425C-AC85-73C98D53BF99}"/>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68">
            <a:extLst>
              <a:ext uri="{FF2B5EF4-FFF2-40B4-BE49-F238E27FC236}">
                <a16:creationId xmlns:a16="http://schemas.microsoft.com/office/drawing/2014/main" id="{1DADDCB4-4149-41C9-82E1-E7E2717FCCE7}"/>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9">
            <a:extLst>
              <a:ext uri="{FF2B5EF4-FFF2-40B4-BE49-F238E27FC236}">
                <a16:creationId xmlns:a16="http://schemas.microsoft.com/office/drawing/2014/main" id="{84683506-ABCD-4B61-8FA1-BD8A932980F3}"/>
              </a:ext>
            </a:extLst>
          </p:cNvPr>
          <p:cNvSpPr>
            <a:spLocks noGrp="1" noChangeArrowheads="1"/>
          </p:cNvSpPr>
          <p:nvPr>
            <p:ph type="sldNum" sz="quarter" idx="12"/>
          </p:nvPr>
        </p:nvSpPr>
        <p:spPr>
          <a:ln/>
        </p:spPr>
        <p:txBody>
          <a:bodyPr/>
          <a:lstStyle>
            <a:lvl1pPr>
              <a:defRPr/>
            </a:lvl1pPr>
          </a:lstStyle>
          <a:p>
            <a:fld id="{7CDDFAA5-52F3-4ACB-8E5D-FB56DF4B772B}" type="slidenum">
              <a:rPr lang="en-US" altLang="en-US"/>
              <a:pPr/>
              <a:t>‹#›</a:t>
            </a:fld>
            <a:endParaRPr lang="en-US" altLang="en-US"/>
          </a:p>
        </p:txBody>
      </p:sp>
    </p:spTree>
    <p:extLst>
      <p:ext uri="{BB962C8B-B14F-4D97-AF65-F5344CB8AC3E}">
        <p14:creationId xmlns:p14="http://schemas.microsoft.com/office/powerpoint/2010/main" val="27787945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endParaRPr lang="th-TH"/>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7" name="Rectangle 67">
            <a:extLst>
              <a:ext uri="{FF2B5EF4-FFF2-40B4-BE49-F238E27FC236}">
                <a16:creationId xmlns:a16="http://schemas.microsoft.com/office/drawing/2014/main" id="{BAB21226-6B0F-4D38-AF00-245808DE5926}"/>
              </a:ext>
            </a:extLst>
          </p:cNvPr>
          <p:cNvSpPr>
            <a:spLocks noGrp="1" noChangeArrowheads="1"/>
          </p:cNvSpPr>
          <p:nvPr>
            <p:ph type="dt" sz="half" idx="10"/>
          </p:nvPr>
        </p:nvSpPr>
        <p:spPr>
          <a:ln/>
        </p:spPr>
        <p:txBody>
          <a:bodyPr/>
          <a:lstStyle>
            <a:lvl1pPr>
              <a:defRPr/>
            </a:lvl1pPr>
          </a:lstStyle>
          <a:p>
            <a:pPr>
              <a:defRPr/>
            </a:pPr>
            <a:endParaRPr lang="en-US"/>
          </a:p>
        </p:txBody>
      </p:sp>
      <p:sp>
        <p:nvSpPr>
          <p:cNvPr id="8" name="Rectangle 68">
            <a:extLst>
              <a:ext uri="{FF2B5EF4-FFF2-40B4-BE49-F238E27FC236}">
                <a16:creationId xmlns:a16="http://schemas.microsoft.com/office/drawing/2014/main" id="{52FBC517-C6F9-4DCB-9F59-0A7D803E386F}"/>
              </a:ext>
            </a:extLst>
          </p:cNvPr>
          <p:cNvSpPr>
            <a:spLocks noGrp="1" noChangeArrowheads="1"/>
          </p:cNvSpPr>
          <p:nvPr>
            <p:ph type="ftr" sz="quarter" idx="11"/>
          </p:nvPr>
        </p:nvSpPr>
        <p:spPr>
          <a:ln/>
        </p:spPr>
        <p:txBody>
          <a:bodyPr/>
          <a:lstStyle>
            <a:lvl1pPr>
              <a:defRPr/>
            </a:lvl1pPr>
          </a:lstStyle>
          <a:p>
            <a:pPr>
              <a:defRPr/>
            </a:pPr>
            <a:endParaRPr lang="en-US"/>
          </a:p>
        </p:txBody>
      </p:sp>
      <p:sp>
        <p:nvSpPr>
          <p:cNvPr id="9" name="Rectangle 69">
            <a:extLst>
              <a:ext uri="{FF2B5EF4-FFF2-40B4-BE49-F238E27FC236}">
                <a16:creationId xmlns:a16="http://schemas.microsoft.com/office/drawing/2014/main" id="{D7B4417B-9DC7-4D57-9AB5-D504FAFD1430}"/>
              </a:ext>
            </a:extLst>
          </p:cNvPr>
          <p:cNvSpPr>
            <a:spLocks noGrp="1" noChangeArrowheads="1"/>
          </p:cNvSpPr>
          <p:nvPr>
            <p:ph type="sldNum" sz="quarter" idx="12"/>
          </p:nvPr>
        </p:nvSpPr>
        <p:spPr>
          <a:ln/>
        </p:spPr>
        <p:txBody>
          <a:bodyPr/>
          <a:lstStyle>
            <a:lvl1pPr>
              <a:defRPr/>
            </a:lvl1pPr>
          </a:lstStyle>
          <a:p>
            <a:fld id="{3B06A0B1-543C-4F84-A69E-D942FE1C345E}" type="slidenum">
              <a:rPr lang="en-US" altLang="en-US"/>
              <a:pPr/>
              <a:t>‹#›</a:t>
            </a:fld>
            <a:endParaRPr lang="en-US" altLang="en-US"/>
          </a:p>
        </p:txBody>
      </p:sp>
    </p:spTree>
    <p:extLst>
      <p:ext uri="{BB962C8B-B14F-4D97-AF65-F5344CB8AC3E}">
        <p14:creationId xmlns:p14="http://schemas.microsoft.com/office/powerpoint/2010/main" val="36486420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th-TH"/>
          </a:p>
        </p:txBody>
      </p:sp>
      <p:sp>
        <p:nvSpPr>
          <p:cNvPr id="3" name="Rectangle 67">
            <a:extLst>
              <a:ext uri="{FF2B5EF4-FFF2-40B4-BE49-F238E27FC236}">
                <a16:creationId xmlns:a16="http://schemas.microsoft.com/office/drawing/2014/main" id="{380A6A50-9B7F-450A-8321-8150B4620D7A}"/>
              </a:ext>
            </a:extLst>
          </p:cNvPr>
          <p:cNvSpPr>
            <a:spLocks noGrp="1" noChangeArrowheads="1"/>
          </p:cNvSpPr>
          <p:nvPr>
            <p:ph type="dt" sz="half" idx="10"/>
          </p:nvPr>
        </p:nvSpPr>
        <p:spPr>
          <a:ln/>
        </p:spPr>
        <p:txBody>
          <a:bodyPr/>
          <a:lstStyle>
            <a:lvl1pPr>
              <a:defRPr/>
            </a:lvl1pPr>
          </a:lstStyle>
          <a:p>
            <a:pPr>
              <a:defRPr/>
            </a:pPr>
            <a:endParaRPr lang="en-US"/>
          </a:p>
        </p:txBody>
      </p:sp>
      <p:sp>
        <p:nvSpPr>
          <p:cNvPr id="4" name="Rectangle 68">
            <a:extLst>
              <a:ext uri="{FF2B5EF4-FFF2-40B4-BE49-F238E27FC236}">
                <a16:creationId xmlns:a16="http://schemas.microsoft.com/office/drawing/2014/main" id="{8CFB79F9-DEFC-49BB-AF66-4E85C9540B3B}"/>
              </a:ext>
            </a:extLst>
          </p:cNvPr>
          <p:cNvSpPr>
            <a:spLocks noGrp="1" noChangeArrowheads="1"/>
          </p:cNvSpPr>
          <p:nvPr>
            <p:ph type="ftr" sz="quarter" idx="11"/>
          </p:nvPr>
        </p:nvSpPr>
        <p:spPr>
          <a:ln/>
        </p:spPr>
        <p:txBody>
          <a:bodyPr/>
          <a:lstStyle>
            <a:lvl1pPr>
              <a:defRPr/>
            </a:lvl1pPr>
          </a:lstStyle>
          <a:p>
            <a:pPr>
              <a:defRPr/>
            </a:pPr>
            <a:endParaRPr lang="en-US"/>
          </a:p>
        </p:txBody>
      </p:sp>
      <p:sp>
        <p:nvSpPr>
          <p:cNvPr id="5" name="Rectangle 69">
            <a:extLst>
              <a:ext uri="{FF2B5EF4-FFF2-40B4-BE49-F238E27FC236}">
                <a16:creationId xmlns:a16="http://schemas.microsoft.com/office/drawing/2014/main" id="{B33C25CB-12BC-4E91-8BEB-7BA5FB1322A8}"/>
              </a:ext>
            </a:extLst>
          </p:cNvPr>
          <p:cNvSpPr>
            <a:spLocks noGrp="1" noChangeArrowheads="1"/>
          </p:cNvSpPr>
          <p:nvPr>
            <p:ph type="sldNum" sz="quarter" idx="12"/>
          </p:nvPr>
        </p:nvSpPr>
        <p:spPr>
          <a:ln/>
        </p:spPr>
        <p:txBody>
          <a:bodyPr/>
          <a:lstStyle>
            <a:lvl1pPr>
              <a:defRPr/>
            </a:lvl1pPr>
          </a:lstStyle>
          <a:p>
            <a:fld id="{6AD9B393-07A5-4807-BFB1-B83D322D4042}" type="slidenum">
              <a:rPr lang="en-US" altLang="en-US"/>
              <a:pPr/>
              <a:t>‹#›</a:t>
            </a:fld>
            <a:endParaRPr lang="en-US" altLang="en-US"/>
          </a:p>
        </p:txBody>
      </p:sp>
    </p:spTree>
    <p:extLst>
      <p:ext uri="{BB962C8B-B14F-4D97-AF65-F5344CB8AC3E}">
        <p14:creationId xmlns:p14="http://schemas.microsoft.com/office/powerpoint/2010/main" val="14494717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67">
            <a:extLst>
              <a:ext uri="{FF2B5EF4-FFF2-40B4-BE49-F238E27FC236}">
                <a16:creationId xmlns:a16="http://schemas.microsoft.com/office/drawing/2014/main" id="{F1C6D2EA-4D50-4BD2-A99D-D2ABE6E4DA38}"/>
              </a:ext>
            </a:extLst>
          </p:cNvPr>
          <p:cNvSpPr>
            <a:spLocks noGrp="1" noChangeArrowheads="1"/>
          </p:cNvSpPr>
          <p:nvPr>
            <p:ph type="dt" sz="half" idx="10"/>
          </p:nvPr>
        </p:nvSpPr>
        <p:spPr>
          <a:ln/>
        </p:spPr>
        <p:txBody>
          <a:bodyPr/>
          <a:lstStyle>
            <a:lvl1pPr>
              <a:defRPr/>
            </a:lvl1pPr>
          </a:lstStyle>
          <a:p>
            <a:pPr>
              <a:defRPr/>
            </a:pPr>
            <a:endParaRPr lang="en-US"/>
          </a:p>
        </p:txBody>
      </p:sp>
      <p:sp>
        <p:nvSpPr>
          <p:cNvPr id="3" name="Rectangle 68">
            <a:extLst>
              <a:ext uri="{FF2B5EF4-FFF2-40B4-BE49-F238E27FC236}">
                <a16:creationId xmlns:a16="http://schemas.microsoft.com/office/drawing/2014/main" id="{BA83362C-4328-4B08-B86C-4B375DE07007}"/>
              </a:ext>
            </a:extLst>
          </p:cNvPr>
          <p:cNvSpPr>
            <a:spLocks noGrp="1" noChangeArrowheads="1"/>
          </p:cNvSpPr>
          <p:nvPr>
            <p:ph type="ftr" sz="quarter" idx="11"/>
          </p:nvPr>
        </p:nvSpPr>
        <p:spPr>
          <a:ln/>
        </p:spPr>
        <p:txBody>
          <a:bodyPr/>
          <a:lstStyle>
            <a:lvl1pPr>
              <a:defRPr/>
            </a:lvl1pPr>
          </a:lstStyle>
          <a:p>
            <a:pPr>
              <a:defRPr/>
            </a:pPr>
            <a:endParaRPr lang="en-US"/>
          </a:p>
        </p:txBody>
      </p:sp>
      <p:sp>
        <p:nvSpPr>
          <p:cNvPr id="4" name="Rectangle 69">
            <a:extLst>
              <a:ext uri="{FF2B5EF4-FFF2-40B4-BE49-F238E27FC236}">
                <a16:creationId xmlns:a16="http://schemas.microsoft.com/office/drawing/2014/main" id="{09229281-B1BD-4E36-8AB2-49A6E4D5CE04}"/>
              </a:ext>
            </a:extLst>
          </p:cNvPr>
          <p:cNvSpPr>
            <a:spLocks noGrp="1" noChangeArrowheads="1"/>
          </p:cNvSpPr>
          <p:nvPr>
            <p:ph type="sldNum" sz="quarter" idx="12"/>
          </p:nvPr>
        </p:nvSpPr>
        <p:spPr>
          <a:ln/>
        </p:spPr>
        <p:txBody>
          <a:bodyPr/>
          <a:lstStyle>
            <a:lvl1pPr>
              <a:defRPr/>
            </a:lvl1pPr>
          </a:lstStyle>
          <a:p>
            <a:fld id="{B19F9FD3-0FE6-4536-8502-955EFA4B6D0C}" type="slidenum">
              <a:rPr lang="en-US" altLang="en-US"/>
              <a:pPr/>
              <a:t>‹#›</a:t>
            </a:fld>
            <a:endParaRPr lang="en-US" altLang="en-US"/>
          </a:p>
        </p:txBody>
      </p:sp>
    </p:spTree>
    <p:extLst>
      <p:ext uri="{BB962C8B-B14F-4D97-AF65-F5344CB8AC3E}">
        <p14:creationId xmlns:p14="http://schemas.microsoft.com/office/powerpoint/2010/main" val="22540186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th-TH"/>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7">
            <a:extLst>
              <a:ext uri="{FF2B5EF4-FFF2-40B4-BE49-F238E27FC236}">
                <a16:creationId xmlns:a16="http://schemas.microsoft.com/office/drawing/2014/main" id="{CBEED607-8F52-4640-BF09-152FD292CDD0}"/>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68">
            <a:extLst>
              <a:ext uri="{FF2B5EF4-FFF2-40B4-BE49-F238E27FC236}">
                <a16:creationId xmlns:a16="http://schemas.microsoft.com/office/drawing/2014/main" id="{F920594D-76E4-48E4-B918-BE97EF0D42E5}"/>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9">
            <a:extLst>
              <a:ext uri="{FF2B5EF4-FFF2-40B4-BE49-F238E27FC236}">
                <a16:creationId xmlns:a16="http://schemas.microsoft.com/office/drawing/2014/main" id="{A4DDFCE5-BBE1-4104-BF32-F61E6F4E2452}"/>
              </a:ext>
            </a:extLst>
          </p:cNvPr>
          <p:cNvSpPr>
            <a:spLocks noGrp="1" noChangeArrowheads="1"/>
          </p:cNvSpPr>
          <p:nvPr>
            <p:ph type="sldNum" sz="quarter" idx="12"/>
          </p:nvPr>
        </p:nvSpPr>
        <p:spPr>
          <a:ln/>
        </p:spPr>
        <p:txBody>
          <a:bodyPr/>
          <a:lstStyle>
            <a:lvl1pPr>
              <a:defRPr/>
            </a:lvl1pPr>
          </a:lstStyle>
          <a:p>
            <a:fld id="{AE4AFCDC-DB7F-4B90-8FB7-8BA1204A71FA}" type="slidenum">
              <a:rPr lang="en-US" altLang="en-US"/>
              <a:pPr/>
              <a:t>‹#›</a:t>
            </a:fld>
            <a:endParaRPr lang="en-US" altLang="en-US"/>
          </a:p>
        </p:txBody>
      </p:sp>
    </p:spTree>
    <p:extLst>
      <p:ext uri="{BB962C8B-B14F-4D97-AF65-F5344CB8AC3E}">
        <p14:creationId xmlns:p14="http://schemas.microsoft.com/office/powerpoint/2010/main" val="31950467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th-TH"/>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th-TH"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7">
            <a:extLst>
              <a:ext uri="{FF2B5EF4-FFF2-40B4-BE49-F238E27FC236}">
                <a16:creationId xmlns:a16="http://schemas.microsoft.com/office/drawing/2014/main" id="{A2496C9A-C9E5-4A43-B213-41760525E393}"/>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68">
            <a:extLst>
              <a:ext uri="{FF2B5EF4-FFF2-40B4-BE49-F238E27FC236}">
                <a16:creationId xmlns:a16="http://schemas.microsoft.com/office/drawing/2014/main" id="{4EDA93B0-4C47-4632-B010-CBF0D4712A84}"/>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9">
            <a:extLst>
              <a:ext uri="{FF2B5EF4-FFF2-40B4-BE49-F238E27FC236}">
                <a16:creationId xmlns:a16="http://schemas.microsoft.com/office/drawing/2014/main" id="{EC6836CA-7558-4A13-BA5A-B753F81FC467}"/>
              </a:ext>
            </a:extLst>
          </p:cNvPr>
          <p:cNvSpPr>
            <a:spLocks noGrp="1" noChangeArrowheads="1"/>
          </p:cNvSpPr>
          <p:nvPr>
            <p:ph type="sldNum" sz="quarter" idx="12"/>
          </p:nvPr>
        </p:nvSpPr>
        <p:spPr>
          <a:ln/>
        </p:spPr>
        <p:txBody>
          <a:bodyPr/>
          <a:lstStyle>
            <a:lvl1pPr>
              <a:defRPr/>
            </a:lvl1pPr>
          </a:lstStyle>
          <a:p>
            <a:fld id="{367564DF-A2EB-49FD-B645-589145D9B009}" type="slidenum">
              <a:rPr lang="en-US" altLang="en-US"/>
              <a:pPr/>
              <a:t>‹#›</a:t>
            </a:fld>
            <a:endParaRPr lang="en-US" altLang="en-US"/>
          </a:p>
        </p:txBody>
      </p:sp>
    </p:spTree>
    <p:extLst>
      <p:ext uri="{BB962C8B-B14F-4D97-AF65-F5344CB8AC3E}">
        <p14:creationId xmlns:p14="http://schemas.microsoft.com/office/powerpoint/2010/main" val="6088202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th-TH"/>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4" name="Rectangle 67">
            <a:extLst>
              <a:ext uri="{FF2B5EF4-FFF2-40B4-BE49-F238E27FC236}">
                <a16:creationId xmlns:a16="http://schemas.microsoft.com/office/drawing/2014/main" id="{DE6F7D85-7D61-40EA-9E8E-40421D109BB8}"/>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68">
            <a:extLst>
              <a:ext uri="{FF2B5EF4-FFF2-40B4-BE49-F238E27FC236}">
                <a16:creationId xmlns:a16="http://schemas.microsoft.com/office/drawing/2014/main" id="{4ED8B095-C154-4CEB-BBF5-3CCC1D53C910}"/>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9">
            <a:extLst>
              <a:ext uri="{FF2B5EF4-FFF2-40B4-BE49-F238E27FC236}">
                <a16:creationId xmlns:a16="http://schemas.microsoft.com/office/drawing/2014/main" id="{C6487FCB-E8A0-4B44-A751-2E437E367B47}"/>
              </a:ext>
            </a:extLst>
          </p:cNvPr>
          <p:cNvSpPr>
            <a:spLocks noGrp="1" noChangeArrowheads="1"/>
          </p:cNvSpPr>
          <p:nvPr>
            <p:ph type="sldNum" sz="quarter" idx="12"/>
          </p:nvPr>
        </p:nvSpPr>
        <p:spPr>
          <a:ln/>
        </p:spPr>
        <p:txBody>
          <a:bodyPr/>
          <a:lstStyle>
            <a:lvl1pPr>
              <a:defRPr/>
            </a:lvl1pPr>
          </a:lstStyle>
          <a:p>
            <a:fld id="{70B75549-196A-407F-B3F6-97C78F6CEA2E}" type="slidenum">
              <a:rPr lang="en-US" altLang="en-US"/>
              <a:pPr/>
              <a:t>‹#›</a:t>
            </a:fld>
            <a:endParaRPr lang="en-US" altLang="en-US"/>
          </a:p>
        </p:txBody>
      </p:sp>
    </p:spTree>
    <p:extLst>
      <p:ext uri="{BB962C8B-B14F-4D97-AF65-F5344CB8AC3E}">
        <p14:creationId xmlns:p14="http://schemas.microsoft.com/office/powerpoint/2010/main" val="5540771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7813"/>
            <a:ext cx="2057400" cy="5853112"/>
          </a:xfrm>
        </p:spPr>
        <p:txBody>
          <a:bodyPr vert="eaVert"/>
          <a:lstStyle/>
          <a:p>
            <a:r>
              <a:rPr lang="en-US"/>
              <a:t>Click to edit Master title style</a:t>
            </a:r>
            <a:endParaRPr lang="th-TH"/>
          </a:p>
        </p:txBody>
      </p:sp>
      <p:sp>
        <p:nvSpPr>
          <p:cNvPr id="3" name="Vertical Text Placeholder 2"/>
          <p:cNvSpPr>
            <a:spLocks noGrp="1"/>
          </p:cNvSpPr>
          <p:nvPr>
            <p:ph type="body" orient="vert" idx="1"/>
          </p:nvPr>
        </p:nvSpPr>
        <p:spPr>
          <a:xfrm>
            <a:off x="457200" y="277813"/>
            <a:ext cx="6019800" cy="585311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4" name="Rectangle 67">
            <a:extLst>
              <a:ext uri="{FF2B5EF4-FFF2-40B4-BE49-F238E27FC236}">
                <a16:creationId xmlns:a16="http://schemas.microsoft.com/office/drawing/2014/main" id="{B6ED9A37-DF94-4ACF-8A9C-0C398ED2616A}"/>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68">
            <a:extLst>
              <a:ext uri="{FF2B5EF4-FFF2-40B4-BE49-F238E27FC236}">
                <a16:creationId xmlns:a16="http://schemas.microsoft.com/office/drawing/2014/main" id="{E269CFD7-2146-499A-A222-E66CE063A90C}"/>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9">
            <a:extLst>
              <a:ext uri="{FF2B5EF4-FFF2-40B4-BE49-F238E27FC236}">
                <a16:creationId xmlns:a16="http://schemas.microsoft.com/office/drawing/2014/main" id="{128CE93B-AB9C-43DA-84CD-1BD3235323F9}"/>
              </a:ext>
            </a:extLst>
          </p:cNvPr>
          <p:cNvSpPr>
            <a:spLocks noGrp="1" noChangeArrowheads="1"/>
          </p:cNvSpPr>
          <p:nvPr>
            <p:ph type="sldNum" sz="quarter" idx="12"/>
          </p:nvPr>
        </p:nvSpPr>
        <p:spPr>
          <a:ln/>
        </p:spPr>
        <p:txBody>
          <a:bodyPr/>
          <a:lstStyle>
            <a:lvl1pPr>
              <a:defRPr/>
            </a:lvl1pPr>
          </a:lstStyle>
          <a:p>
            <a:fld id="{72081C67-D03B-463D-A32F-A1B39D5A8B90}" type="slidenum">
              <a:rPr lang="en-US" altLang="en-US"/>
              <a:pPr/>
              <a:t>‹#›</a:t>
            </a:fld>
            <a:endParaRPr lang="en-US" altLang="en-US"/>
          </a:p>
        </p:txBody>
      </p:sp>
    </p:spTree>
    <p:extLst>
      <p:ext uri="{BB962C8B-B14F-4D97-AF65-F5344CB8AC3E}">
        <p14:creationId xmlns:p14="http://schemas.microsoft.com/office/powerpoint/2010/main" val="11885805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26" name="Group 2">
            <a:extLst>
              <a:ext uri="{FF2B5EF4-FFF2-40B4-BE49-F238E27FC236}">
                <a16:creationId xmlns:a16="http://schemas.microsoft.com/office/drawing/2014/main" id="{B124AC9E-6722-4806-9F54-3C5FFD28BDE7}"/>
              </a:ext>
            </a:extLst>
          </p:cNvPr>
          <p:cNvGrpSpPr>
            <a:grpSpLocks/>
          </p:cNvGrpSpPr>
          <p:nvPr/>
        </p:nvGrpSpPr>
        <p:grpSpPr bwMode="auto">
          <a:xfrm>
            <a:off x="3175" y="4267200"/>
            <a:ext cx="9140825" cy="2590800"/>
            <a:chOff x="2" y="2688"/>
            <a:chExt cx="5758" cy="1632"/>
          </a:xfrm>
        </p:grpSpPr>
        <p:sp>
          <p:nvSpPr>
            <p:cNvPr id="75779" name="Freeform 3">
              <a:extLst>
                <a:ext uri="{FF2B5EF4-FFF2-40B4-BE49-F238E27FC236}">
                  <a16:creationId xmlns:a16="http://schemas.microsoft.com/office/drawing/2014/main" id="{60D7A57D-24C7-4C4C-9FEE-E3BE733A3FC4}"/>
                </a:ext>
              </a:extLst>
            </p:cNvPr>
            <p:cNvSpPr>
              <a:spLocks/>
            </p:cNvSpPr>
            <p:nvPr/>
          </p:nvSpPr>
          <p:spPr bwMode="hidden">
            <a:xfrm>
              <a:off x="2" y="2688"/>
              <a:ext cx="5758" cy="1632"/>
            </a:xfrm>
            <a:custGeom>
              <a:avLst/>
              <a:gdLst/>
              <a:ahLst/>
              <a:cxnLst>
                <a:cxn ang="0">
                  <a:pos x="5740" y="4316"/>
                </a:cxn>
                <a:cxn ang="0">
                  <a:pos x="0" y="4316"/>
                </a:cxn>
                <a:cxn ang="0">
                  <a:pos x="0" y="0"/>
                </a:cxn>
                <a:cxn ang="0">
                  <a:pos x="5740" y="0"/>
                </a:cxn>
                <a:cxn ang="0">
                  <a:pos x="5740" y="4316"/>
                </a:cxn>
                <a:cxn ang="0">
                  <a:pos x="5740" y="4316"/>
                </a:cxn>
              </a:cxnLst>
              <a:rect l="0" t="0" r="r" b="b"/>
              <a:pathLst>
                <a:path w="5740" h="4316">
                  <a:moveTo>
                    <a:pt x="5740" y="4316"/>
                  </a:moveTo>
                  <a:lnTo>
                    <a:pt x="0" y="4316"/>
                  </a:lnTo>
                  <a:lnTo>
                    <a:pt x="0" y="0"/>
                  </a:lnTo>
                  <a:lnTo>
                    <a:pt x="5740" y="0"/>
                  </a:lnTo>
                  <a:lnTo>
                    <a:pt x="5740" y="4316"/>
                  </a:lnTo>
                  <a:lnTo>
                    <a:pt x="5740" y="4316"/>
                  </a:lnTo>
                  <a:close/>
                </a:path>
              </a:pathLst>
            </a:custGeom>
            <a:gradFill rotWithShape="0">
              <a:gsLst>
                <a:gs pos="0">
                  <a:schemeClr val="bg1"/>
                </a:gs>
                <a:gs pos="100000">
                  <a:schemeClr val="accent1"/>
                </a:gs>
              </a:gsLst>
              <a:lin ang="5400000" scaled="1"/>
            </a:gradFill>
            <a:ln w="9525">
              <a:noFill/>
              <a:round/>
              <a:headEnd/>
              <a:tailEnd/>
            </a:ln>
          </p:spPr>
          <p:txBody>
            <a:bodyPr/>
            <a:lstStyle/>
            <a:p>
              <a:pPr>
                <a:defRPr/>
              </a:pPr>
              <a:endParaRPr lang="th-TH"/>
            </a:p>
          </p:txBody>
        </p:sp>
        <p:grpSp>
          <p:nvGrpSpPr>
            <p:cNvPr id="1033" name="Group 4">
              <a:extLst>
                <a:ext uri="{FF2B5EF4-FFF2-40B4-BE49-F238E27FC236}">
                  <a16:creationId xmlns:a16="http://schemas.microsoft.com/office/drawing/2014/main" id="{614762F8-F7B3-4C9A-AD77-080A750DF8FF}"/>
                </a:ext>
              </a:extLst>
            </p:cNvPr>
            <p:cNvGrpSpPr>
              <a:grpSpLocks/>
            </p:cNvGrpSpPr>
            <p:nvPr/>
          </p:nvGrpSpPr>
          <p:grpSpPr bwMode="auto">
            <a:xfrm>
              <a:off x="1776" y="3024"/>
              <a:ext cx="3929" cy="1290"/>
              <a:chOff x="1776" y="3024"/>
              <a:chExt cx="3929" cy="1290"/>
            </a:xfrm>
          </p:grpSpPr>
          <p:grpSp>
            <p:nvGrpSpPr>
              <p:cNvPr id="1034" name="Group 5">
                <a:extLst>
                  <a:ext uri="{FF2B5EF4-FFF2-40B4-BE49-F238E27FC236}">
                    <a16:creationId xmlns:a16="http://schemas.microsoft.com/office/drawing/2014/main" id="{9CB38331-3FB0-4ECD-85FA-B7C7E163234F}"/>
                  </a:ext>
                </a:extLst>
              </p:cNvPr>
              <p:cNvGrpSpPr>
                <a:grpSpLocks/>
              </p:cNvGrpSpPr>
              <p:nvPr userDrawn="1"/>
            </p:nvGrpSpPr>
            <p:grpSpPr bwMode="auto">
              <a:xfrm>
                <a:off x="2268" y="3934"/>
                <a:ext cx="638" cy="377"/>
                <a:chOff x="2268" y="3934"/>
                <a:chExt cx="638" cy="377"/>
              </a:xfrm>
            </p:grpSpPr>
            <p:sp>
              <p:nvSpPr>
                <p:cNvPr id="75782" name="Oval 6">
                  <a:extLst>
                    <a:ext uri="{FF2B5EF4-FFF2-40B4-BE49-F238E27FC236}">
                      <a16:creationId xmlns:a16="http://schemas.microsoft.com/office/drawing/2014/main" id="{A0F01B35-B0F8-44FF-8D81-C609BB251999}"/>
                    </a:ext>
                  </a:extLst>
                </p:cNvPr>
                <p:cNvSpPr>
                  <a:spLocks noChangeArrowheads="1"/>
                </p:cNvSpPr>
                <p:nvPr/>
              </p:nvSpPr>
              <p:spPr bwMode="hidden">
                <a:xfrm>
                  <a:off x="2268" y="3934"/>
                  <a:ext cx="638" cy="377"/>
                </a:xfrm>
                <a:prstGeom prst="ellipse">
                  <a:avLst/>
                </a:prstGeom>
                <a:gradFill rotWithShape="0">
                  <a:gsLst>
                    <a:gs pos="0">
                      <a:schemeClr val="accent1">
                        <a:gamma/>
                        <a:shade val="87843"/>
                        <a:invGamma/>
                      </a:schemeClr>
                    </a:gs>
                    <a:gs pos="100000">
                      <a:schemeClr val="accent1"/>
                    </a:gs>
                  </a:gsLst>
                  <a:lin ang="2700000" scaled="1"/>
                </a:gradFill>
                <a:ln w="9525">
                  <a:noFill/>
                  <a:round/>
                  <a:headEnd/>
                  <a:tailEnd/>
                </a:ln>
                <a:effectLst/>
              </p:spPr>
              <p:txBody>
                <a:bodyPr/>
                <a:lstStyle/>
                <a:p>
                  <a:pPr>
                    <a:defRPr/>
                  </a:pPr>
                  <a:endParaRPr lang="th-TH"/>
                </a:p>
              </p:txBody>
            </p:sp>
            <p:sp>
              <p:nvSpPr>
                <p:cNvPr id="75783" name="Oval 7">
                  <a:extLst>
                    <a:ext uri="{FF2B5EF4-FFF2-40B4-BE49-F238E27FC236}">
                      <a16:creationId xmlns:a16="http://schemas.microsoft.com/office/drawing/2014/main" id="{C6C31BE0-7953-4D68-9538-0B86A520CF5A}"/>
                    </a:ext>
                  </a:extLst>
                </p:cNvPr>
                <p:cNvSpPr>
                  <a:spLocks noChangeArrowheads="1"/>
                </p:cNvSpPr>
                <p:nvPr/>
              </p:nvSpPr>
              <p:spPr bwMode="hidden">
                <a:xfrm>
                  <a:off x="2314" y="3958"/>
                  <a:ext cx="543" cy="332"/>
                </a:xfrm>
                <a:prstGeom prst="ellipse">
                  <a:avLst/>
                </a:prstGeom>
                <a:gradFill rotWithShape="0">
                  <a:gsLst>
                    <a:gs pos="0">
                      <a:schemeClr val="accent1"/>
                    </a:gs>
                    <a:gs pos="100000">
                      <a:schemeClr val="accent1">
                        <a:gamma/>
                        <a:shade val="87843"/>
                        <a:invGamma/>
                      </a:schemeClr>
                    </a:gs>
                  </a:gsLst>
                  <a:lin ang="2700000" scaled="1"/>
                </a:gradFill>
                <a:ln w="9525">
                  <a:noFill/>
                  <a:round/>
                  <a:headEnd/>
                  <a:tailEnd/>
                </a:ln>
                <a:effectLst/>
              </p:spPr>
              <p:txBody>
                <a:bodyPr/>
                <a:lstStyle/>
                <a:p>
                  <a:pPr>
                    <a:defRPr/>
                  </a:pPr>
                  <a:endParaRPr lang="th-TH"/>
                </a:p>
              </p:txBody>
            </p:sp>
            <p:sp>
              <p:nvSpPr>
                <p:cNvPr id="75784" name="Oval 8">
                  <a:extLst>
                    <a:ext uri="{FF2B5EF4-FFF2-40B4-BE49-F238E27FC236}">
                      <a16:creationId xmlns:a16="http://schemas.microsoft.com/office/drawing/2014/main" id="{A9A1F504-A2EC-4A33-9E0E-C29309AAFC67}"/>
                    </a:ext>
                  </a:extLst>
                </p:cNvPr>
                <p:cNvSpPr>
                  <a:spLocks noChangeArrowheads="1"/>
                </p:cNvSpPr>
                <p:nvPr/>
              </p:nvSpPr>
              <p:spPr bwMode="hidden">
                <a:xfrm>
                  <a:off x="2341" y="3979"/>
                  <a:ext cx="501" cy="299"/>
                </a:xfrm>
                <a:prstGeom prst="ellipse">
                  <a:avLst/>
                </a:prstGeom>
                <a:gradFill rotWithShape="0">
                  <a:gsLst>
                    <a:gs pos="0">
                      <a:schemeClr val="accent1">
                        <a:gamma/>
                        <a:shade val="90980"/>
                        <a:invGamma/>
                      </a:schemeClr>
                    </a:gs>
                    <a:gs pos="100000">
                      <a:schemeClr val="accent1"/>
                    </a:gs>
                  </a:gsLst>
                  <a:lin ang="2700000" scaled="1"/>
                </a:gradFill>
                <a:ln w="9525">
                  <a:noFill/>
                  <a:round/>
                  <a:headEnd/>
                  <a:tailEnd/>
                </a:ln>
                <a:effectLst/>
              </p:spPr>
              <p:txBody>
                <a:bodyPr/>
                <a:lstStyle/>
                <a:p>
                  <a:pPr>
                    <a:defRPr/>
                  </a:pPr>
                  <a:endParaRPr lang="th-TH"/>
                </a:p>
              </p:txBody>
            </p:sp>
            <p:sp>
              <p:nvSpPr>
                <p:cNvPr id="75785" name="Oval 9">
                  <a:extLst>
                    <a:ext uri="{FF2B5EF4-FFF2-40B4-BE49-F238E27FC236}">
                      <a16:creationId xmlns:a16="http://schemas.microsoft.com/office/drawing/2014/main" id="{EFED86F0-8820-4426-94AE-C09A3E4D86AD}"/>
                    </a:ext>
                  </a:extLst>
                </p:cNvPr>
                <p:cNvSpPr>
                  <a:spLocks noChangeArrowheads="1"/>
                </p:cNvSpPr>
                <p:nvPr/>
              </p:nvSpPr>
              <p:spPr bwMode="hidden">
                <a:xfrm>
                  <a:off x="2368" y="3997"/>
                  <a:ext cx="444" cy="258"/>
                </a:xfrm>
                <a:prstGeom prst="ellipse">
                  <a:avLst/>
                </a:prstGeom>
                <a:gradFill rotWithShape="0">
                  <a:gsLst>
                    <a:gs pos="0">
                      <a:schemeClr val="accent1">
                        <a:gamma/>
                        <a:shade val="87843"/>
                        <a:invGamma/>
                      </a:schemeClr>
                    </a:gs>
                    <a:gs pos="100000">
                      <a:schemeClr val="accent1"/>
                    </a:gs>
                  </a:gsLst>
                  <a:lin ang="5400000" scaled="1"/>
                </a:gradFill>
                <a:ln w="9525">
                  <a:noFill/>
                  <a:round/>
                  <a:headEnd/>
                  <a:tailEnd/>
                </a:ln>
                <a:effectLst/>
              </p:spPr>
              <p:txBody>
                <a:bodyPr/>
                <a:lstStyle/>
                <a:p>
                  <a:pPr>
                    <a:defRPr/>
                  </a:pPr>
                  <a:endParaRPr lang="th-TH"/>
                </a:p>
              </p:txBody>
            </p:sp>
            <p:sp>
              <p:nvSpPr>
                <p:cNvPr id="75786" name="Oval 10">
                  <a:extLst>
                    <a:ext uri="{FF2B5EF4-FFF2-40B4-BE49-F238E27FC236}">
                      <a16:creationId xmlns:a16="http://schemas.microsoft.com/office/drawing/2014/main" id="{A47490AF-B9C6-456C-8305-A6B81CB35925}"/>
                    </a:ext>
                  </a:extLst>
                </p:cNvPr>
                <p:cNvSpPr>
                  <a:spLocks noChangeArrowheads="1"/>
                </p:cNvSpPr>
                <p:nvPr/>
              </p:nvSpPr>
              <p:spPr bwMode="hidden">
                <a:xfrm>
                  <a:off x="2385" y="4005"/>
                  <a:ext cx="413" cy="240"/>
                </a:xfrm>
                <a:prstGeom prst="ellipse">
                  <a:avLst/>
                </a:prstGeom>
                <a:gradFill rotWithShape="0">
                  <a:gsLst>
                    <a:gs pos="0">
                      <a:schemeClr val="accent1">
                        <a:gamma/>
                        <a:shade val="94118"/>
                        <a:invGamma/>
                      </a:schemeClr>
                    </a:gs>
                    <a:gs pos="100000">
                      <a:schemeClr val="accent1"/>
                    </a:gs>
                  </a:gsLst>
                  <a:lin ang="5400000" scaled="1"/>
                </a:gradFill>
                <a:ln w="9525">
                  <a:noFill/>
                  <a:round/>
                  <a:headEnd/>
                  <a:tailEnd/>
                </a:ln>
                <a:effectLst/>
              </p:spPr>
              <p:txBody>
                <a:bodyPr/>
                <a:lstStyle/>
                <a:p>
                  <a:pPr>
                    <a:defRPr/>
                  </a:pPr>
                  <a:endParaRPr lang="th-TH"/>
                </a:p>
              </p:txBody>
            </p:sp>
            <p:sp>
              <p:nvSpPr>
                <p:cNvPr id="75787" name="Oval 11">
                  <a:extLst>
                    <a:ext uri="{FF2B5EF4-FFF2-40B4-BE49-F238E27FC236}">
                      <a16:creationId xmlns:a16="http://schemas.microsoft.com/office/drawing/2014/main" id="{EF18D5A9-95A3-423B-AEF7-7E5F746C76BF}"/>
                    </a:ext>
                  </a:extLst>
                </p:cNvPr>
                <p:cNvSpPr>
                  <a:spLocks noChangeArrowheads="1"/>
                </p:cNvSpPr>
                <p:nvPr/>
              </p:nvSpPr>
              <p:spPr bwMode="hidden">
                <a:xfrm>
                  <a:off x="2437" y="4026"/>
                  <a:ext cx="306" cy="192"/>
                </a:xfrm>
                <a:prstGeom prst="ellipse">
                  <a:avLst/>
                </a:prstGeom>
                <a:gradFill rotWithShape="0">
                  <a:gsLst>
                    <a:gs pos="0">
                      <a:schemeClr val="accent1">
                        <a:gamma/>
                        <a:shade val="87843"/>
                        <a:invGamma/>
                      </a:schemeClr>
                    </a:gs>
                    <a:gs pos="100000">
                      <a:schemeClr val="accent1"/>
                    </a:gs>
                  </a:gsLst>
                  <a:lin ang="5400000" scaled="1"/>
                </a:gradFill>
                <a:ln w="9525">
                  <a:noFill/>
                  <a:round/>
                  <a:headEnd/>
                  <a:tailEnd/>
                </a:ln>
                <a:effectLst/>
              </p:spPr>
              <p:txBody>
                <a:bodyPr/>
                <a:lstStyle/>
                <a:p>
                  <a:pPr>
                    <a:defRPr/>
                  </a:pPr>
                  <a:endParaRPr lang="th-TH"/>
                </a:p>
              </p:txBody>
            </p:sp>
            <p:sp>
              <p:nvSpPr>
                <p:cNvPr id="75788" name="Oval 12">
                  <a:extLst>
                    <a:ext uri="{FF2B5EF4-FFF2-40B4-BE49-F238E27FC236}">
                      <a16:creationId xmlns:a16="http://schemas.microsoft.com/office/drawing/2014/main" id="{23088457-4219-452E-9F7E-0C77FE638F17}"/>
                    </a:ext>
                  </a:extLst>
                </p:cNvPr>
                <p:cNvSpPr>
                  <a:spLocks noChangeArrowheads="1"/>
                </p:cNvSpPr>
                <p:nvPr/>
              </p:nvSpPr>
              <p:spPr bwMode="hidden">
                <a:xfrm>
                  <a:off x="2476" y="4056"/>
                  <a:ext cx="227" cy="135"/>
                </a:xfrm>
                <a:prstGeom prst="ellipse">
                  <a:avLst/>
                </a:prstGeom>
                <a:gradFill rotWithShape="0">
                  <a:gsLst>
                    <a:gs pos="0">
                      <a:schemeClr val="accent1"/>
                    </a:gs>
                    <a:gs pos="100000">
                      <a:schemeClr val="accent1">
                        <a:gamma/>
                        <a:shade val="90980"/>
                        <a:invGamma/>
                      </a:schemeClr>
                    </a:gs>
                  </a:gsLst>
                  <a:lin ang="2700000" scaled="1"/>
                </a:gradFill>
                <a:ln w="9525">
                  <a:noFill/>
                  <a:round/>
                  <a:headEnd/>
                  <a:tailEnd/>
                </a:ln>
                <a:effectLst/>
              </p:spPr>
              <p:txBody>
                <a:bodyPr/>
                <a:lstStyle/>
                <a:p>
                  <a:pPr>
                    <a:defRPr/>
                  </a:pPr>
                  <a:endParaRPr lang="th-TH"/>
                </a:p>
              </p:txBody>
            </p:sp>
            <p:sp>
              <p:nvSpPr>
                <p:cNvPr id="75789" name="Oval 13">
                  <a:extLst>
                    <a:ext uri="{FF2B5EF4-FFF2-40B4-BE49-F238E27FC236}">
                      <a16:creationId xmlns:a16="http://schemas.microsoft.com/office/drawing/2014/main" id="{14685E54-8663-4171-898D-432AC833DB09}"/>
                    </a:ext>
                  </a:extLst>
                </p:cNvPr>
                <p:cNvSpPr>
                  <a:spLocks noChangeArrowheads="1"/>
                </p:cNvSpPr>
                <p:nvPr/>
              </p:nvSpPr>
              <p:spPr bwMode="hidden">
                <a:xfrm>
                  <a:off x="2542" y="4097"/>
                  <a:ext cx="90" cy="60"/>
                </a:xfrm>
                <a:prstGeom prst="ellipse">
                  <a:avLst/>
                </a:prstGeom>
                <a:gradFill rotWithShape="0">
                  <a:gsLst>
                    <a:gs pos="0">
                      <a:schemeClr val="accent1"/>
                    </a:gs>
                    <a:gs pos="100000">
                      <a:schemeClr val="accent1">
                        <a:gamma/>
                        <a:shade val="90980"/>
                        <a:invGamma/>
                      </a:schemeClr>
                    </a:gs>
                  </a:gsLst>
                  <a:lin ang="0" scaled="1"/>
                </a:gradFill>
                <a:ln w="9525">
                  <a:noFill/>
                  <a:round/>
                  <a:headEnd/>
                  <a:tailEnd/>
                </a:ln>
                <a:effectLst/>
              </p:spPr>
              <p:txBody>
                <a:bodyPr/>
                <a:lstStyle/>
                <a:p>
                  <a:pPr>
                    <a:defRPr/>
                  </a:pPr>
                  <a:endParaRPr lang="th-TH"/>
                </a:p>
              </p:txBody>
            </p:sp>
          </p:grpSp>
          <p:sp>
            <p:nvSpPr>
              <p:cNvPr id="75790" name="Oval 14">
                <a:extLst>
                  <a:ext uri="{FF2B5EF4-FFF2-40B4-BE49-F238E27FC236}">
                    <a16:creationId xmlns:a16="http://schemas.microsoft.com/office/drawing/2014/main" id="{CB57C277-9D1C-4FDD-8A51-073F0B407684}"/>
                  </a:ext>
                </a:extLst>
              </p:cNvPr>
              <p:cNvSpPr>
                <a:spLocks noChangeArrowheads="1"/>
              </p:cNvSpPr>
              <p:nvPr/>
            </p:nvSpPr>
            <p:spPr bwMode="hidden">
              <a:xfrm>
                <a:off x="3686" y="3810"/>
                <a:ext cx="532" cy="327"/>
              </a:xfrm>
              <a:prstGeom prst="ellipse">
                <a:avLst/>
              </a:prstGeom>
              <a:gradFill rotWithShape="0">
                <a:gsLst>
                  <a:gs pos="0">
                    <a:schemeClr val="accent1"/>
                  </a:gs>
                  <a:gs pos="100000">
                    <a:schemeClr val="accent1">
                      <a:gamma/>
                      <a:shade val="90980"/>
                      <a:invGamma/>
                    </a:schemeClr>
                  </a:gs>
                </a:gsLst>
                <a:path path="shape">
                  <a:fillToRect l="50000" t="50000" r="50000" b="50000"/>
                </a:path>
              </a:gradFill>
              <a:ln w="9525">
                <a:noFill/>
                <a:round/>
                <a:headEnd/>
                <a:tailEnd/>
              </a:ln>
              <a:effectLst/>
            </p:spPr>
            <p:txBody>
              <a:bodyPr/>
              <a:lstStyle/>
              <a:p>
                <a:pPr>
                  <a:defRPr/>
                </a:pPr>
                <a:endParaRPr lang="th-TH"/>
              </a:p>
            </p:txBody>
          </p:sp>
          <p:sp>
            <p:nvSpPr>
              <p:cNvPr id="75791" name="Oval 15">
                <a:extLst>
                  <a:ext uri="{FF2B5EF4-FFF2-40B4-BE49-F238E27FC236}">
                    <a16:creationId xmlns:a16="http://schemas.microsoft.com/office/drawing/2014/main" id="{2E428004-43E9-44E7-87F6-2A6F5B49DCD5}"/>
                  </a:ext>
                </a:extLst>
              </p:cNvPr>
              <p:cNvSpPr>
                <a:spLocks noChangeArrowheads="1"/>
              </p:cNvSpPr>
              <p:nvPr/>
            </p:nvSpPr>
            <p:spPr bwMode="hidden">
              <a:xfrm>
                <a:off x="3726" y="3840"/>
                <a:ext cx="452" cy="275"/>
              </a:xfrm>
              <a:prstGeom prst="ellipse">
                <a:avLst/>
              </a:prstGeom>
              <a:gradFill rotWithShape="0">
                <a:gsLst>
                  <a:gs pos="0">
                    <a:schemeClr val="accent1">
                      <a:gamma/>
                      <a:shade val="90980"/>
                      <a:invGamma/>
                    </a:schemeClr>
                  </a:gs>
                  <a:gs pos="100000">
                    <a:schemeClr val="accent1"/>
                  </a:gs>
                </a:gsLst>
                <a:lin ang="5400000" scaled="1"/>
              </a:gradFill>
              <a:ln w="9525">
                <a:noFill/>
                <a:round/>
                <a:headEnd/>
                <a:tailEnd/>
              </a:ln>
              <a:effectLst/>
            </p:spPr>
            <p:txBody>
              <a:bodyPr/>
              <a:lstStyle/>
              <a:p>
                <a:pPr>
                  <a:defRPr/>
                </a:pPr>
                <a:endParaRPr lang="th-TH"/>
              </a:p>
            </p:txBody>
          </p:sp>
          <p:sp>
            <p:nvSpPr>
              <p:cNvPr id="75792" name="Oval 16">
                <a:extLst>
                  <a:ext uri="{FF2B5EF4-FFF2-40B4-BE49-F238E27FC236}">
                    <a16:creationId xmlns:a16="http://schemas.microsoft.com/office/drawing/2014/main" id="{95935849-E0F6-4320-A02B-8FF3F6B5A2D7}"/>
                  </a:ext>
                </a:extLst>
              </p:cNvPr>
              <p:cNvSpPr>
                <a:spLocks noChangeArrowheads="1"/>
              </p:cNvSpPr>
              <p:nvPr/>
            </p:nvSpPr>
            <p:spPr bwMode="hidden">
              <a:xfrm>
                <a:off x="3782" y="3872"/>
                <a:ext cx="344" cy="207"/>
              </a:xfrm>
              <a:prstGeom prst="ellipse">
                <a:avLst/>
              </a:prstGeom>
              <a:gradFill rotWithShape="0">
                <a:gsLst>
                  <a:gs pos="0">
                    <a:schemeClr val="accent1"/>
                  </a:gs>
                  <a:gs pos="100000">
                    <a:schemeClr val="accent1">
                      <a:gamma/>
                      <a:shade val="94118"/>
                      <a:invGamma/>
                    </a:schemeClr>
                  </a:gs>
                </a:gsLst>
                <a:lin ang="5400000" scaled="1"/>
              </a:gradFill>
              <a:ln w="9525">
                <a:noFill/>
                <a:round/>
                <a:headEnd/>
                <a:tailEnd/>
              </a:ln>
              <a:effectLst/>
            </p:spPr>
            <p:txBody>
              <a:bodyPr/>
              <a:lstStyle/>
              <a:p>
                <a:pPr>
                  <a:defRPr/>
                </a:pPr>
                <a:endParaRPr lang="th-TH"/>
              </a:p>
            </p:txBody>
          </p:sp>
          <p:sp>
            <p:nvSpPr>
              <p:cNvPr id="75793" name="Oval 17">
                <a:extLst>
                  <a:ext uri="{FF2B5EF4-FFF2-40B4-BE49-F238E27FC236}">
                    <a16:creationId xmlns:a16="http://schemas.microsoft.com/office/drawing/2014/main" id="{A6FAA605-195D-4110-9FC0-ADE740235217}"/>
                  </a:ext>
                </a:extLst>
              </p:cNvPr>
              <p:cNvSpPr>
                <a:spLocks noChangeArrowheads="1"/>
              </p:cNvSpPr>
              <p:nvPr/>
            </p:nvSpPr>
            <p:spPr bwMode="hidden">
              <a:xfrm>
                <a:off x="3822" y="3896"/>
                <a:ext cx="262" cy="159"/>
              </a:xfrm>
              <a:prstGeom prst="ellipse">
                <a:avLst/>
              </a:prstGeom>
              <a:gradFill rotWithShape="0">
                <a:gsLst>
                  <a:gs pos="0">
                    <a:schemeClr val="accent1">
                      <a:gamma/>
                      <a:shade val="96863"/>
                      <a:invGamma/>
                    </a:schemeClr>
                  </a:gs>
                  <a:gs pos="100000">
                    <a:schemeClr val="accent1"/>
                  </a:gs>
                </a:gsLst>
                <a:lin ang="5400000" scaled="1"/>
              </a:gradFill>
              <a:ln w="9525">
                <a:noFill/>
                <a:round/>
                <a:headEnd/>
                <a:tailEnd/>
              </a:ln>
              <a:effectLst/>
            </p:spPr>
            <p:txBody>
              <a:bodyPr/>
              <a:lstStyle/>
              <a:p>
                <a:pPr>
                  <a:defRPr/>
                </a:pPr>
                <a:endParaRPr lang="th-TH"/>
              </a:p>
            </p:txBody>
          </p:sp>
          <p:sp>
            <p:nvSpPr>
              <p:cNvPr id="75794" name="Oval 18">
                <a:extLst>
                  <a:ext uri="{FF2B5EF4-FFF2-40B4-BE49-F238E27FC236}">
                    <a16:creationId xmlns:a16="http://schemas.microsoft.com/office/drawing/2014/main" id="{396603A6-40A4-46EC-B910-D37642052DB9}"/>
                  </a:ext>
                </a:extLst>
              </p:cNvPr>
              <p:cNvSpPr>
                <a:spLocks noChangeArrowheads="1"/>
              </p:cNvSpPr>
              <p:nvPr/>
            </p:nvSpPr>
            <p:spPr bwMode="hidden">
              <a:xfrm>
                <a:off x="3856" y="3922"/>
                <a:ext cx="192" cy="107"/>
              </a:xfrm>
              <a:prstGeom prst="ellipse">
                <a:avLst/>
              </a:prstGeom>
              <a:gradFill rotWithShape="0">
                <a:gsLst>
                  <a:gs pos="0">
                    <a:schemeClr val="accent1"/>
                  </a:gs>
                  <a:gs pos="100000">
                    <a:schemeClr val="accent1">
                      <a:gamma/>
                      <a:shade val="94118"/>
                      <a:invGamma/>
                    </a:schemeClr>
                  </a:gs>
                </a:gsLst>
                <a:lin ang="5400000" scaled="1"/>
              </a:gradFill>
              <a:ln w="9525">
                <a:noFill/>
                <a:round/>
                <a:headEnd/>
                <a:tailEnd/>
              </a:ln>
              <a:effectLst/>
            </p:spPr>
            <p:txBody>
              <a:bodyPr/>
              <a:lstStyle/>
              <a:p>
                <a:pPr>
                  <a:defRPr/>
                </a:pPr>
                <a:endParaRPr lang="th-TH"/>
              </a:p>
            </p:txBody>
          </p:sp>
          <p:sp>
            <p:nvSpPr>
              <p:cNvPr id="75795" name="Freeform 19">
                <a:extLst>
                  <a:ext uri="{FF2B5EF4-FFF2-40B4-BE49-F238E27FC236}">
                    <a16:creationId xmlns:a16="http://schemas.microsoft.com/office/drawing/2014/main" id="{8B167340-5C4B-49BA-B5A3-7A223CD94C7A}"/>
                  </a:ext>
                </a:extLst>
              </p:cNvPr>
              <p:cNvSpPr>
                <a:spLocks/>
              </p:cNvSpPr>
              <p:nvPr/>
            </p:nvSpPr>
            <p:spPr bwMode="hidden">
              <a:xfrm>
                <a:off x="3575" y="3715"/>
                <a:ext cx="383" cy="161"/>
              </a:xfrm>
              <a:custGeom>
                <a:avLst/>
                <a:gdLst/>
                <a:ahLst/>
                <a:cxnLst>
                  <a:cxn ang="0">
                    <a:pos x="376" y="12"/>
                  </a:cxn>
                  <a:cxn ang="0">
                    <a:pos x="257" y="24"/>
                  </a:cxn>
                  <a:cxn ang="0">
                    <a:pos x="149" y="54"/>
                  </a:cxn>
                  <a:cxn ang="0">
                    <a:pos x="101" y="77"/>
                  </a:cxn>
                  <a:cxn ang="0">
                    <a:pos x="59" y="101"/>
                  </a:cxn>
                  <a:cxn ang="0">
                    <a:pos x="24" y="131"/>
                  </a:cxn>
                  <a:cxn ang="0">
                    <a:pos x="0" y="161"/>
                  </a:cxn>
                  <a:cxn ang="0">
                    <a:pos x="0" y="137"/>
                  </a:cxn>
                  <a:cxn ang="0">
                    <a:pos x="29" y="107"/>
                  </a:cxn>
                  <a:cxn ang="0">
                    <a:pos x="65" y="83"/>
                  </a:cxn>
                  <a:cxn ang="0">
                    <a:pos x="155" y="36"/>
                  </a:cxn>
                  <a:cxn ang="0">
                    <a:pos x="257" y="12"/>
                  </a:cxn>
                  <a:cxn ang="0">
                    <a:pos x="376" y="0"/>
                  </a:cxn>
                  <a:cxn ang="0">
                    <a:pos x="376" y="0"/>
                  </a:cxn>
                  <a:cxn ang="0">
                    <a:pos x="382" y="0"/>
                  </a:cxn>
                  <a:cxn ang="0">
                    <a:pos x="382" y="12"/>
                  </a:cxn>
                  <a:cxn ang="0">
                    <a:pos x="376" y="12"/>
                  </a:cxn>
                  <a:cxn ang="0">
                    <a:pos x="376" y="12"/>
                  </a:cxn>
                  <a:cxn ang="0">
                    <a:pos x="376" y="12"/>
                  </a:cxn>
                </a:cxnLst>
                <a:rect l="0" t="0" r="r" b="b"/>
                <a:pathLst>
                  <a:path w="382" h="161">
                    <a:moveTo>
                      <a:pt x="376" y="12"/>
                    </a:moveTo>
                    <a:lnTo>
                      <a:pt x="257" y="24"/>
                    </a:lnTo>
                    <a:lnTo>
                      <a:pt x="149" y="54"/>
                    </a:lnTo>
                    <a:lnTo>
                      <a:pt x="101" y="77"/>
                    </a:lnTo>
                    <a:lnTo>
                      <a:pt x="59" y="101"/>
                    </a:lnTo>
                    <a:lnTo>
                      <a:pt x="24" y="131"/>
                    </a:lnTo>
                    <a:lnTo>
                      <a:pt x="0" y="161"/>
                    </a:lnTo>
                    <a:lnTo>
                      <a:pt x="0" y="137"/>
                    </a:lnTo>
                    <a:lnTo>
                      <a:pt x="29" y="107"/>
                    </a:lnTo>
                    <a:lnTo>
                      <a:pt x="65" y="83"/>
                    </a:lnTo>
                    <a:lnTo>
                      <a:pt x="155" y="36"/>
                    </a:lnTo>
                    <a:lnTo>
                      <a:pt x="257" y="12"/>
                    </a:lnTo>
                    <a:lnTo>
                      <a:pt x="376" y="0"/>
                    </a:lnTo>
                    <a:lnTo>
                      <a:pt x="376" y="0"/>
                    </a:lnTo>
                    <a:lnTo>
                      <a:pt x="382" y="0"/>
                    </a:lnTo>
                    <a:lnTo>
                      <a:pt x="382" y="12"/>
                    </a:lnTo>
                    <a:lnTo>
                      <a:pt x="376" y="12"/>
                    </a:lnTo>
                    <a:lnTo>
                      <a:pt x="376" y="12"/>
                    </a:lnTo>
                    <a:lnTo>
                      <a:pt x="376" y="12"/>
                    </a:lnTo>
                    <a:close/>
                  </a:path>
                </a:pathLst>
              </a:custGeom>
              <a:gradFill rotWithShape="0">
                <a:gsLst>
                  <a:gs pos="0">
                    <a:schemeClr val="accent1">
                      <a:gamma/>
                      <a:shade val="94118"/>
                      <a:invGamma/>
                    </a:schemeClr>
                  </a:gs>
                  <a:gs pos="100000">
                    <a:schemeClr val="accent1"/>
                  </a:gs>
                </a:gsLst>
                <a:lin ang="5400000" scaled="1"/>
              </a:gradFill>
              <a:ln w="9525">
                <a:noFill/>
                <a:round/>
                <a:headEnd/>
                <a:tailEnd/>
              </a:ln>
            </p:spPr>
            <p:txBody>
              <a:bodyPr/>
              <a:lstStyle/>
              <a:p>
                <a:pPr>
                  <a:defRPr/>
                </a:pPr>
                <a:endParaRPr lang="th-TH"/>
              </a:p>
            </p:txBody>
          </p:sp>
          <p:sp>
            <p:nvSpPr>
              <p:cNvPr id="75796" name="Freeform 20">
                <a:extLst>
                  <a:ext uri="{FF2B5EF4-FFF2-40B4-BE49-F238E27FC236}">
                    <a16:creationId xmlns:a16="http://schemas.microsoft.com/office/drawing/2014/main" id="{B6BA8FA1-0601-4BA5-AB30-3AC9EA2EEEB8}"/>
                  </a:ext>
                </a:extLst>
              </p:cNvPr>
              <p:cNvSpPr>
                <a:spLocks/>
              </p:cNvSpPr>
              <p:nvPr/>
            </p:nvSpPr>
            <p:spPr bwMode="hidden">
              <a:xfrm>
                <a:off x="3695" y="4170"/>
                <a:ext cx="444" cy="66"/>
              </a:xfrm>
              <a:custGeom>
                <a:avLst/>
                <a:gdLst/>
                <a:ahLst/>
                <a:cxnLst>
                  <a:cxn ang="0">
                    <a:pos x="257" y="54"/>
                  </a:cxn>
                  <a:cxn ang="0">
                    <a:pos x="353" y="48"/>
                  </a:cxn>
                  <a:cxn ang="0">
                    <a:pos x="443" y="24"/>
                  </a:cxn>
                  <a:cxn ang="0">
                    <a:pos x="443" y="36"/>
                  </a:cxn>
                  <a:cxn ang="0">
                    <a:pos x="353" y="60"/>
                  </a:cxn>
                  <a:cxn ang="0">
                    <a:pos x="257" y="66"/>
                  </a:cxn>
                  <a:cxn ang="0">
                    <a:pos x="186" y="60"/>
                  </a:cxn>
                  <a:cxn ang="0">
                    <a:pos x="120" y="48"/>
                  </a:cxn>
                  <a:cxn ang="0">
                    <a:pos x="60" y="36"/>
                  </a:cxn>
                  <a:cxn ang="0">
                    <a:pos x="0" y="12"/>
                  </a:cxn>
                  <a:cxn ang="0">
                    <a:pos x="0" y="0"/>
                  </a:cxn>
                  <a:cxn ang="0">
                    <a:pos x="54" y="24"/>
                  </a:cxn>
                  <a:cxn ang="0">
                    <a:pos x="120" y="36"/>
                  </a:cxn>
                  <a:cxn ang="0">
                    <a:pos x="186" y="48"/>
                  </a:cxn>
                  <a:cxn ang="0">
                    <a:pos x="257" y="54"/>
                  </a:cxn>
                  <a:cxn ang="0">
                    <a:pos x="257" y="54"/>
                  </a:cxn>
                </a:cxnLst>
                <a:rect l="0" t="0" r="r" b="b"/>
                <a:pathLst>
                  <a:path w="443" h="66">
                    <a:moveTo>
                      <a:pt x="257" y="54"/>
                    </a:moveTo>
                    <a:lnTo>
                      <a:pt x="353" y="48"/>
                    </a:lnTo>
                    <a:lnTo>
                      <a:pt x="443" y="24"/>
                    </a:lnTo>
                    <a:lnTo>
                      <a:pt x="443" y="36"/>
                    </a:lnTo>
                    <a:lnTo>
                      <a:pt x="353" y="60"/>
                    </a:lnTo>
                    <a:lnTo>
                      <a:pt x="257" y="66"/>
                    </a:lnTo>
                    <a:lnTo>
                      <a:pt x="186" y="60"/>
                    </a:lnTo>
                    <a:lnTo>
                      <a:pt x="120" y="48"/>
                    </a:lnTo>
                    <a:lnTo>
                      <a:pt x="60" y="36"/>
                    </a:lnTo>
                    <a:lnTo>
                      <a:pt x="0" y="12"/>
                    </a:lnTo>
                    <a:lnTo>
                      <a:pt x="0" y="0"/>
                    </a:lnTo>
                    <a:lnTo>
                      <a:pt x="54" y="24"/>
                    </a:lnTo>
                    <a:lnTo>
                      <a:pt x="120" y="36"/>
                    </a:lnTo>
                    <a:lnTo>
                      <a:pt x="186" y="48"/>
                    </a:lnTo>
                    <a:lnTo>
                      <a:pt x="257" y="54"/>
                    </a:lnTo>
                    <a:lnTo>
                      <a:pt x="257" y="54"/>
                    </a:lnTo>
                    <a:close/>
                  </a:path>
                </a:pathLst>
              </a:custGeom>
              <a:gradFill rotWithShape="0">
                <a:gsLst>
                  <a:gs pos="0">
                    <a:schemeClr val="accent1">
                      <a:gamma/>
                      <a:shade val="84706"/>
                      <a:invGamma/>
                    </a:schemeClr>
                  </a:gs>
                  <a:gs pos="100000">
                    <a:schemeClr val="accent1"/>
                  </a:gs>
                </a:gsLst>
                <a:lin ang="18900000" scaled="1"/>
              </a:gradFill>
              <a:ln w="9525">
                <a:noFill/>
                <a:round/>
                <a:headEnd/>
                <a:tailEnd/>
              </a:ln>
            </p:spPr>
            <p:txBody>
              <a:bodyPr/>
              <a:lstStyle/>
              <a:p>
                <a:pPr>
                  <a:defRPr/>
                </a:pPr>
                <a:endParaRPr lang="th-TH"/>
              </a:p>
            </p:txBody>
          </p:sp>
          <p:sp>
            <p:nvSpPr>
              <p:cNvPr id="75797" name="Freeform 21">
                <a:extLst>
                  <a:ext uri="{FF2B5EF4-FFF2-40B4-BE49-F238E27FC236}">
                    <a16:creationId xmlns:a16="http://schemas.microsoft.com/office/drawing/2014/main" id="{151465BB-C3B3-46DF-8673-A62C26F3C784}"/>
                  </a:ext>
                </a:extLst>
              </p:cNvPr>
              <p:cNvSpPr>
                <a:spLocks/>
              </p:cNvSpPr>
              <p:nvPr/>
            </p:nvSpPr>
            <p:spPr bwMode="hidden">
              <a:xfrm>
                <a:off x="3527" y="3906"/>
                <a:ext cx="89" cy="216"/>
              </a:xfrm>
              <a:custGeom>
                <a:avLst/>
                <a:gdLst/>
                <a:ahLst/>
                <a:cxnLst>
                  <a:cxn ang="0">
                    <a:pos x="12" y="66"/>
                  </a:cxn>
                  <a:cxn ang="0">
                    <a:pos x="18" y="108"/>
                  </a:cxn>
                  <a:cxn ang="0">
                    <a:pos x="36" y="144"/>
                  </a:cxn>
                  <a:cxn ang="0">
                    <a:pos x="60" y="180"/>
                  </a:cxn>
                  <a:cxn ang="0">
                    <a:pos x="89" y="216"/>
                  </a:cxn>
                  <a:cxn ang="0">
                    <a:pos x="72" y="216"/>
                  </a:cxn>
                  <a:cxn ang="0">
                    <a:pos x="42" y="180"/>
                  </a:cxn>
                  <a:cxn ang="0">
                    <a:pos x="18" y="144"/>
                  </a:cxn>
                  <a:cxn ang="0">
                    <a:pos x="6" y="108"/>
                  </a:cxn>
                  <a:cxn ang="0">
                    <a:pos x="0" y="66"/>
                  </a:cxn>
                  <a:cxn ang="0">
                    <a:pos x="0" y="30"/>
                  </a:cxn>
                  <a:cxn ang="0">
                    <a:pos x="12" y="0"/>
                  </a:cxn>
                  <a:cxn ang="0">
                    <a:pos x="30" y="0"/>
                  </a:cxn>
                  <a:cxn ang="0">
                    <a:pos x="18" y="30"/>
                  </a:cxn>
                  <a:cxn ang="0">
                    <a:pos x="12" y="66"/>
                  </a:cxn>
                  <a:cxn ang="0">
                    <a:pos x="12" y="66"/>
                  </a:cxn>
                </a:cxnLst>
                <a:rect l="0" t="0" r="r" b="b"/>
                <a:pathLst>
                  <a:path w="89" h="216">
                    <a:moveTo>
                      <a:pt x="12" y="66"/>
                    </a:moveTo>
                    <a:lnTo>
                      <a:pt x="18" y="108"/>
                    </a:lnTo>
                    <a:lnTo>
                      <a:pt x="36" y="144"/>
                    </a:lnTo>
                    <a:lnTo>
                      <a:pt x="60" y="180"/>
                    </a:lnTo>
                    <a:lnTo>
                      <a:pt x="89" y="216"/>
                    </a:lnTo>
                    <a:lnTo>
                      <a:pt x="72" y="216"/>
                    </a:lnTo>
                    <a:lnTo>
                      <a:pt x="42" y="180"/>
                    </a:lnTo>
                    <a:lnTo>
                      <a:pt x="18" y="144"/>
                    </a:lnTo>
                    <a:lnTo>
                      <a:pt x="6" y="108"/>
                    </a:lnTo>
                    <a:lnTo>
                      <a:pt x="0" y="66"/>
                    </a:lnTo>
                    <a:lnTo>
                      <a:pt x="0" y="30"/>
                    </a:lnTo>
                    <a:lnTo>
                      <a:pt x="12" y="0"/>
                    </a:lnTo>
                    <a:lnTo>
                      <a:pt x="30" y="0"/>
                    </a:lnTo>
                    <a:lnTo>
                      <a:pt x="18" y="30"/>
                    </a:lnTo>
                    <a:lnTo>
                      <a:pt x="12" y="66"/>
                    </a:lnTo>
                    <a:lnTo>
                      <a:pt x="12" y="66"/>
                    </a:lnTo>
                    <a:close/>
                  </a:path>
                </a:pathLst>
              </a:custGeom>
              <a:gradFill rotWithShape="0">
                <a:gsLst>
                  <a:gs pos="0">
                    <a:schemeClr val="accent1"/>
                  </a:gs>
                  <a:gs pos="100000">
                    <a:schemeClr val="accent1">
                      <a:gamma/>
                      <a:shade val="87843"/>
                      <a:invGamma/>
                    </a:schemeClr>
                  </a:gs>
                </a:gsLst>
                <a:lin ang="5400000" scaled="1"/>
              </a:gradFill>
              <a:ln w="9525">
                <a:noFill/>
                <a:round/>
                <a:headEnd/>
                <a:tailEnd/>
              </a:ln>
            </p:spPr>
            <p:txBody>
              <a:bodyPr/>
              <a:lstStyle/>
              <a:p>
                <a:pPr>
                  <a:defRPr/>
                </a:pPr>
                <a:endParaRPr lang="th-TH"/>
              </a:p>
            </p:txBody>
          </p:sp>
          <p:sp>
            <p:nvSpPr>
              <p:cNvPr id="75798" name="Freeform 22">
                <a:extLst>
                  <a:ext uri="{FF2B5EF4-FFF2-40B4-BE49-F238E27FC236}">
                    <a16:creationId xmlns:a16="http://schemas.microsoft.com/office/drawing/2014/main" id="{D9969319-BEB1-4079-A636-690C0D55ACE1}"/>
                  </a:ext>
                </a:extLst>
              </p:cNvPr>
              <p:cNvSpPr>
                <a:spLocks/>
              </p:cNvSpPr>
              <p:nvPr/>
            </p:nvSpPr>
            <p:spPr bwMode="hidden">
              <a:xfrm>
                <a:off x="3569" y="3745"/>
                <a:ext cx="750" cy="461"/>
              </a:xfrm>
              <a:custGeom>
                <a:avLst/>
                <a:gdLst/>
                <a:ahLst/>
                <a:cxnLst>
                  <a:cxn ang="0">
                    <a:pos x="382" y="443"/>
                  </a:cxn>
                  <a:cxn ang="0">
                    <a:pos x="311" y="437"/>
                  </a:cxn>
                  <a:cxn ang="0">
                    <a:pos x="245" y="425"/>
                  </a:cxn>
                  <a:cxn ang="0">
                    <a:pos x="185" y="407"/>
                  </a:cxn>
                  <a:cxn ang="0">
                    <a:pos x="131" y="383"/>
                  </a:cxn>
                  <a:cxn ang="0">
                    <a:pos x="83" y="347"/>
                  </a:cxn>
                  <a:cxn ang="0">
                    <a:pos x="53" y="311"/>
                  </a:cxn>
                  <a:cxn ang="0">
                    <a:pos x="30" y="269"/>
                  </a:cxn>
                  <a:cxn ang="0">
                    <a:pos x="24" y="227"/>
                  </a:cxn>
                  <a:cxn ang="0">
                    <a:pos x="30" y="185"/>
                  </a:cxn>
                  <a:cxn ang="0">
                    <a:pos x="53" y="143"/>
                  </a:cxn>
                  <a:cxn ang="0">
                    <a:pos x="83" y="107"/>
                  </a:cxn>
                  <a:cxn ang="0">
                    <a:pos x="131" y="77"/>
                  </a:cxn>
                  <a:cxn ang="0">
                    <a:pos x="185" y="47"/>
                  </a:cxn>
                  <a:cxn ang="0">
                    <a:pos x="245" y="30"/>
                  </a:cxn>
                  <a:cxn ang="0">
                    <a:pos x="311" y="18"/>
                  </a:cxn>
                  <a:cxn ang="0">
                    <a:pos x="382" y="12"/>
                  </a:cxn>
                  <a:cxn ang="0">
                    <a:pos x="478" y="18"/>
                  </a:cxn>
                  <a:cxn ang="0">
                    <a:pos x="562" y="41"/>
                  </a:cxn>
                  <a:cxn ang="0">
                    <a:pos x="562" y="36"/>
                  </a:cxn>
                  <a:cxn ang="0">
                    <a:pos x="562" y="30"/>
                  </a:cxn>
                  <a:cxn ang="0">
                    <a:pos x="478" y="6"/>
                  </a:cxn>
                  <a:cxn ang="0">
                    <a:pos x="382" y="0"/>
                  </a:cxn>
                  <a:cxn ang="0">
                    <a:pos x="305" y="6"/>
                  </a:cxn>
                  <a:cxn ang="0">
                    <a:pos x="233" y="18"/>
                  </a:cxn>
                  <a:cxn ang="0">
                    <a:pos x="167" y="41"/>
                  </a:cxn>
                  <a:cxn ang="0">
                    <a:pos x="113" y="65"/>
                  </a:cxn>
                  <a:cxn ang="0">
                    <a:pos x="65" y="101"/>
                  </a:cxn>
                  <a:cxn ang="0">
                    <a:pos x="30" y="137"/>
                  </a:cxn>
                  <a:cxn ang="0">
                    <a:pos x="6" y="179"/>
                  </a:cxn>
                  <a:cxn ang="0">
                    <a:pos x="0" y="227"/>
                  </a:cxn>
                  <a:cxn ang="0">
                    <a:pos x="6" y="275"/>
                  </a:cxn>
                  <a:cxn ang="0">
                    <a:pos x="30" y="317"/>
                  </a:cxn>
                  <a:cxn ang="0">
                    <a:pos x="65" y="359"/>
                  </a:cxn>
                  <a:cxn ang="0">
                    <a:pos x="113" y="395"/>
                  </a:cxn>
                  <a:cxn ang="0">
                    <a:pos x="167" y="419"/>
                  </a:cxn>
                  <a:cxn ang="0">
                    <a:pos x="233" y="443"/>
                  </a:cxn>
                  <a:cxn ang="0">
                    <a:pos x="305" y="455"/>
                  </a:cxn>
                  <a:cxn ang="0">
                    <a:pos x="382" y="461"/>
                  </a:cxn>
                  <a:cxn ang="0">
                    <a:pos x="448" y="455"/>
                  </a:cxn>
                  <a:cxn ang="0">
                    <a:pos x="508" y="449"/>
                  </a:cxn>
                  <a:cxn ang="0">
                    <a:pos x="609" y="413"/>
                  </a:cxn>
                  <a:cxn ang="0">
                    <a:pos x="657" y="389"/>
                  </a:cxn>
                  <a:cxn ang="0">
                    <a:pos x="693" y="359"/>
                  </a:cxn>
                  <a:cxn ang="0">
                    <a:pos x="723" y="329"/>
                  </a:cxn>
                  <a:cxn ang="0">
                    <a:pos x="747" y="293"/>
                  </a:cxn>
                  <a:cxn ang="0">
                    <a:pos x="741" y="287"/>
                  </a:cxn>
                  <a:cxn ang="0">
                    <a:pos x="729" y="281"/>
                  </a:cxn>
                  <a:cxn ang="0">
                    <a:pos x="711" y="317"/>
                  </a:cxn>
                  <a:cxn ang="0">
                    <a:pos x="681" y="347"/>
                  </a:cxn>
                  <a:cxn ang="0">
                    <a:pos x="645" y="377"/>
                  </a:cxn>
                  <a:cxn ang="0">
                    <a:pos x="604" y="401"/>
                  </a:cxn>
                  <a:cxn ang="0">
                    <a:pos x="502" y="431"/>
                  </a:cxn>
                  <a:cxn ang="0">
                    <a:pos x="442" y="443"/>
                  </a:cxn>
                  <a:cxn ang="0">
                    <a:pos x="382" y="443"/>
                  </a:cxn>
                  <a:cxn ang="0">
                    <a:pos x="382" y="443"/>
                  </a:cxn>
                </a:cxnLst>
                <a:rect l="0" t="0" r="r" b="b"/>
                <a:pathLst>
                  <a:path w="747" h="461">
                    <a:moveTo>
                      <a:pt x="382" y="443"/>
                    </a:moveTo>
                    <a:lnTo>
                      <a:pt x="311" y="437"/>
                    </a:lnTo>
                    <a:lnTo>
                      <a:pt x="245" y="425"/>
                    </a:lnTo>
                    <a:lnTo>
                      <a:pt x="185" y="407"/>
                    </a:lnTo>
                    <a:lnTo>
                      <a:pt x="131" y="383"/>
                    </a:lnTo>
                    <a:lnTo>
                      <a:pt x="83" y="347"/>
                    </a:lnTo>
                    <a:lnTo>
                      <a:pt x="53" y="311"/>
                    </a:lnTo>
                    <a:lnTo>
                      <a:pt x="30" y="269"/>
                    </a:lnTo>
                    <a:lnTo>
                      <a:pt x="24" y="227"/>
                    </a:lnTo>
                    <a:lnTo>
                      <a:pt x="30" y="185"/>
                    </a:lnTo>
                    <a:lnTo>
                      <a:pt x="53" y="143"/>
                    </a:lnTo>
                    <a:lnTo>
                      <a:pt x="83" y="107"/>
                    </a:lnTo>
                    <a:lnTo>
                      <a:pt x="131" y="77"/>
                    </a:lnTo>
                    <a:lnTo>
                      <a:pt x="185" y="47"/>
                    </a:lnTo>
                    <a:lnTo>
                      <a:pt x="245" y="30"/>
                    </a:lnTo>
                    <a:lnTo>
                      <a:pt x="311" y="18"/>
                    </a:lnTo>
                    <a:lnTo>
                      <a:pt x="382" y="12"/>
                    </a:lnTo>
                    <a:lnTo>
                      <a:pt x="478" y="18"/>
                    </a:lnTo>
                    <a:lnTo>
                      <a:pt x="562" y="41"/>
                    </a:lnTo>
                    <a:lnTo>
                      <a:pt x="562" y="36"/>
                    </a:lnTo>
                    <a:lnTo>
                      <a:pt x="562" y="30"/>
                    </a:lnTo>
                    <a:lnTo>
                      <a:pt x="478" y="6"/>
                    </a:lnTo>
                    <a:lnTo>
                      <a:pt x="382" y="0"/>
                    </a:lnTo>
                    <a:lnTo>
                      <a:pt x="305" y="6"/>
                    </a:lnTo>
                    <a:lnTo>
                      <a:pt x="233" y="18"/>
                    </a:lnTo>
                    <a:lnTo>
                      <a:pt x="167" y="41"/>
                    </a:lnTo>
                    <a:lnTo>
                      <a:pt x="113" y="65"/>
                    </a:lnTo>
                    <a:lnTo>
                      <a:pt x="65" y="101"/>
                    </a:lnTo>
                    <a:lnTo>
                      <a:pt x="30" y="137"/>
                    </a:lnTo>
                    <a:lnTo>
                      <a:pt x="6" y="179"/>
                    </a:lnTo>
                    <a:lnTo>
                      <a:pt x="0" y="227"/>
                    </a:lnTo>
                    <a:lnTo>
                      <a:pt x="6" y="275"/>
                    </a:lnTo>
                    <a:lnTo>
                      <a:pt x="30" y="317"/>
                    </a:lnTo>
                    <a:lnTo>
                      <a:pt x="65" y="359"/>
                    </a:lnTo>
                    <a:lnTo>
                      <a:pt x="113" y="395"/>
                    </a:lnTo>
                    <a:lnTo>
                      <a:pt x="167" y="419"/>
                    </a:lnTo>
                    <a:lnTo>
                      <a:pt x="233" y="443"/>
                    </a:lnTo>
                    <a:lnTo>
                      <a:pt x="305" y="455"/>
                    </a:lnTo>
                    <a:lnTo>
                      <a:pt x="382" y="461"/>
                    </a:lnTo>
                    <a:lnTo>
                      <a:pt x="448" y="455"/>
                    </a:lnTo>
                    <a:lnTo>
                      <a:pt x="508" y="449"/>
                    </a:lnTo>
                    <a:lnTo>
                      <a:pt x="609" y="413"/>
                    </a:lnTo>
                    <a:lnTo>
                      <a:pt x="657" y="389"/>
                    </a:lnTo>
                    <a:lnTo>
                      <a:pt x="693" y="359"/>
                    </a:lnTo>
                    <a:lnTo>
                      <a:pt x="723" y="329"/>
                    </a:lnTo>
                    <a:lnTo>
                      <a:pt x="747" y="293"/>
                    </a:lnTo>
                    <a:lnTo>
                      <a:pt x="741" y="287"/>
                    </a:lnTo>
                    <a:lnTo>
                      <a:pt x="729" y="281"/>
                    </a:lnTo>
                    <a:lnTo>
                      <a:pt x="711" y="317"/>
                    </a:lnTo>
                    <a:lnTo>
                      <a:pt x="681" y="347"/>
                    </a:lnTo>
                    <a:lnTo>
                      <a:pt x="645" y="377"/>
                    </a:lnTo>
                    <a:lnTo>
                      <a:pt x="604" y="401"/>
                    </a:lnTo>
                    <a:lnTo>
                      <a:pt x="502" y="431"/>
                    </a:lnTo>
                    <a:lnTo>
                      <a:pt x="442" y="443"/>
                    </a:lnTo>
                    <a:lnTo>
                      <a:pt x="382" y="443"/>
                    </a:lnTo>
                    <a:lnTo>
                      <a:pt x="382" y="443"/>
                    </a:lnTo>
                    <a:close/>
                  </a:path>
                </a:pathLst>
              </a:custGeom>
              <a:gradFill rotWithShape="0">
                <a:gsLst>
                  <a:gs pos="0">
                    <a:schemeClr val="accent1"/>
                  </a:gs>
                  <a:gs pos="100000">
                    <a:schemeClr val="accent1">
                      <a:gamma/>
                      <a:shade val="90980"/>
                      <a:invGamma/>
                    </a:schemeClr>
                  </a:gs>
                </a:gsLst>
                <a:path path="rect">
                  <a:fillToRect l="50000" t="50000" r="50000" b="50000"/>
                </a:path>
              </a:gradFill>
              <a:ln w="9525">
                <a:noFill/>
                <a:round/>
                <a:headEnd/>
                <a:tailEnd/>
              </a:ln>
            </p:spPr>
            <p:txBody>
              <a:bodyPr/>
              <a:lstStyle/>
              <a:p>
                <a:pPr>
                  <a:defRPr/>
                </a:pPr>
                <a:endParaRPr lang="th-TH"/>
              </a:p>
            </p:txBody>
          </p:sp>
          <p:sp>
            <p:nvSpPr>
              <p:cNvPr id="75799" name="Freeform 23">
                <a:extLst>
                  <a:ext uri="{FF2B5EF4-FFF2-40B4-BE49-F238E27FC236}">
                    <a16:creationId xmlns:a16="http://schemas.microsoft.com/office/drawing/2014/main" id="{503A34A5-4F61-42E6-BE3D-265CE41B1FAD}"/>
                  </a:ext>
                </a:extLst>
              </p:cNvPr>
              <p:cNvSpPr>
                <a:spLocks/>
              </p:cNvSpPr>
              <p:nvPr/>
            </p:nvSpPr>
            <p:spPr bwMode="hidden">
              <a:xfrm>
                <a:off x="4037" y="3721"/>
                <a:ext cx="96" cy="30"/>
              </a:xfrm>
              <a:custGeom>
                <a:avLst/>
                <a:gdLst/>
                <a:ahLst/>
                <a:cxnLst>
                  <a:cxn ang="0">
                    <a:pos x="0" y="0"/>
                  </a:cxn>
                  <a:cxn ang="0">
                    <a:pos x="0" y="12"/>
                  </a:cxn>
                  <a:cxn ang="0">
                    <a:pos x="48" y="18"/>
                  </a:cxn>
                  <a:cxn ang="0">
                    <a:pos x="96" y="30"/>
                  </a:cxn>
                  <a:cxn ang="0">
                    <a:pos x="96" y="24"/>
                  </a:cxn>
                  <a:cxn ang="0">
                    <a:pos x="96" y="18"/>
                  </a:cxn>
                  <a:cxn ang="0">
                    <a:pos x="48" y="12"/>
                  </a:cxn>
                  <a:cxn ang="0">
                    <a:pos x="0" y="0"/>
                  </a:cxn>
                  <a:cxn ang="0">
                    <a:pos x="0" y="0"/>
                  </a:cxn>
                </a:cxnLst>
                <a:rect l="0" t="0" r="r" b="b"/>
                <a:pathLst>
                  <a:path w="96" h="30">
                    <a:moveTo>
                      <a:pt x="0" y="0"/>
                    </a:moveTo>
                    <a:lnTo>
                      <a:pt x="0" y="12"/>
                    </a:lnTo>
                    <a:lnTo>
                      <a:pt x="48" y="18"/>
                    </a:lnTo>
                    <a:lnTo>
                      <a:pt x="96" y="30"/>
                    </a:lnTo>
                    <a:lnTo>
                      <a:pt x="96" y="24"/>
                    </a:lnTo>
                    <a:lnTo>
                      <a:pt x="96" y="18"/>
                    </a:lnTo>
                    <a:lnTo>
                      <a:pt x="48" y="12"/>
                    </a:lnTo>
                    <a:lnTo>
                      <a:pt x="0" y="0"/>
                    </a:lnTo>
                    <a:lnTo>
                      <a:pt x="0" y="0"/>
                    </a:lnTo>
                    <a:close/>
                  </a:path>
                </a:pathLst>
              </a:custGeom>
              <a:gradFill rotWithShape="0">
                <a:gsLst>
                  <a:gs pos="0">
                    <a:schemeClr val="accent1"/>
                  </a:gs>
                  <a:gs pos="100000">
                    <a:schemeClr val="accent1">
                      <a:gamma/>
                      <a:shade val="87843"/>
                      <a:invGamma/>
                    </a:schemeClr>
                  </a:gs>
                </a:gsLst>
                <a:lin ang="0" scaled="1"/>
              </a:gradFill>
              <a:ln w="9525">
                <a:noFill/>
                <a:round/>
                <a:headEnd/>
                <a:tailEnd/>
              </a:ln>
            </p:spPr>
            <p:txBody>
              <a:bodyPr/>
              <a:lstStyle/>
              <a:p>
                <a:pPr>
                  <a:defRPr/>
                </a:pPr>
                <a:endParaRPr lang="th-TH"/>
              </a:p>
            </p:txBody>
          </p:sp>
          <p:sp>
            <p:nvSpPr>
              <p:cNvPr id="75800" name="Freeform 24">
                <a:extLst>
                  <a:ext uri="{FF2B5EF4-FFF2-40B4-BE49-F238E27FC236}">
                    <a16:creationId xmlns:a16="http://schemas.microsoft.com/office/drawing/2014/main" id="{76B07ED1-7EED-4F04-8800-7F7FE7D4CDD9}"/>
                  </a:ext>
                </a:extLst>
              </p:cNvPr>
              <p:cNvSpPr>
                <a:spLocks/>
              </p:cNvSpPr>
              <p:nvPr/>
            </p:nvSpPr>
            <p:spPr bwMode="hidden">
              <a:xfrm>
                <a:off x="4175" y="4050"/>
                <a:ext cx="180" cy="132"/>
              </a:xfrm>
              <a:custGeom>
                <a:avLst/>
                <a:gdLst/>
                <a:ahLst/>
                <a:cxnLst>
                  <a:cxn ang="0">
                    <a:pos x="0" y="132"/>
                  </a:cxn>
                  <a:cxn ang="0">
                    <a:pos x="29" y="132"/>
                  </a:cxn>
                  <a:cxn ang="0">
                    <a:pos x="77" y="108"/>
                  </a:cxn>
                  <a:cxn ang="0">
                    <a:pos x="119" y="78"/>
                  </a:cxn>
                  <a:cxn ang="0">
                    <a:pos x="155" y="48"/>
                  </a:cxn>
                  <a:cxn ang="0">
                    <a:pos x="179" y="12"/>
                  </a:cxn>
                  <a:cxn ang="0">
                    <a:pos x="173" y="6"/>
                  </a:cxn>
                  <a:cxn ang="0">
                    <a:pos x="167" y="0"/>
                  </a:cxn>
                  <a:cxn ang="0">
                    <a:pos x="137" y="42"/>
                  </a:cxn>
                  <a:cxn ang="0">
                    <a:pos x="101" y="78"/>
                  </a:cxn>
                  <a:cxn ang="0">
                    <a:pos x="53" y="108"/>
                  </a:cxn>
                  <a:cxn ang="0">
                    <a:pos x="0" y="132"/>
                  </a:cxn>
                  <a:cxn ang="0">
                    <a:pos x="0" y="132"/>
                  </a:cxn>
                </a:cxnLst>
                <a:rect l="0" t="0" r="r" b="b"/>
                <a:pathLst>
                  <a:path w="179" h="132">
                    <a:moveTo>
                      <a:pt x="0" y="132"/>
                    </a:moveTo>
                    <a:lnTo>
                      <a:pt x="29" y="132"/>
                    </a:lnTo>
                    <a:lnTo>
                      <a:pt x="77" y="108"/>
                    </a:lnTo>
                    <a:lnTo>
                      <a:pt x="119" y="78"/>
                    </a:lnTo>
                    <a:lnTo>
                      <a:pt x="155" y="48"/>
                    </a:lnTo>
                    <a:lnTo>
                      <a:pt x="179" y="12"/>
                    </a:lnTo>
                    <a:lnTo>
                      <a:pt x="173" y="6"/>
                    </a:lnTo>
                    <a:lnTo>
                      <a:pt x="167" y="0"/>
                    </a:lnTo>
                    <a:lnTo>
                      <a:pt x="137" y="42"/>
                    </a:lnTo>
                    <a:lnTo>
                      <a:pt x="101" y="78"/>
                    </a:lnTo>
                    <a:lnTo>
                      <a:pt x="53" y="108"/>
                    </a:lnTo>
                    <a:lnTo>
                      <a:pt x="0" y="132"/>
                    </a:lnTo>
                    <a:lnTo>
                      <a:pt x="0" y="132"/>
                    </a:lnTo>
                    <a:close/>
                  </a:path>
                </a:pathLst>
              </a:custGeom>
              <a:gradFill rotWithShape="0">
                <a:gsLst>
                  <a:gs pos="0">
                    <a:schemeClr val="accent1"/>
                  </a:gs>
                  <a:gs pos="100000">
                    <a:schemeClr val="accent1">
                      <a:gamma/>
                      <a:shade val="87843"/>
                      <a:invGamma/>
                    </a:schemeClr>
                  </a:gs>
                </a:gsLst>
                <a:lin ang="18900000" scaled="1"/>
              </a:gradFill>
              <a:ln w="9525">
                <a:noFill/>
                <a:round/>
                <a:headEnd/>
                <a:tailEnd/>
              </a:ln>
            </p:spPr>
            <p:txBody>
              <a:bodyPr/>
              <a:lstStyle/>
              <a:p>
                <a:pPr>
                  <a:defRPr/>
                </a:pPr>
                <a:endParaRPr lang="th-TH"/>
              </a:p>
            </p:txBody>
          </p:sp>
          <p:sp>
            <p:nvSpPr>
              <p:cNvPr id="75801" name="Freeform 25">
                <a:extLst>
                  <a:ext uri="{FF2B5EF4-FFF2-40B4-BE49-F238E27FC236}">
                    <a16:creationId xmlns:a16="http://schemas.microsoft.com/office/drawing/2014/main" id="{3DF3EC12-5689-4217-9D0F-0BECC6741C46}"/>
                  </a:ext>
                </a:extLst>
              </p:cNvPr>
              <p:cNvSpPr>
                <a:spLocks/>
              </p:cNvSpPr>
              <p:nvPr/>
            </p:nvSpPr>
            <p:spPr bwMode="hidden">
              <a:xfrm>
                <a:off x="2585" y="3822"/>
                <a:ext cx="449" cy="186"/>
              </a:xfrm>
              <a:custGeom>
                <a:avLst/>
                <a:gdLst/>
                <a:ahLst/>
                <a:cxnLst>
                  <a:cxn ang="0">
                    <a:pos x="6" y="6"/>
                  </a:cxn>
                  <a:cxn ang="0">
                    <a:pos x="78" y="12"/>
                  </a:cxn>
                  <a:cxn ang="0">
                    <a:pos x="150" y="18"/>
                  </a:cxn>
                  <a:cxn ang="0">
                    <a:pos x="215" y="36"/>
                  </a:cxn>
                  <a:cxn ang="0">
                    <a:pos x="275" y="60"/>
                  </a:cxn>
                  <a:cxn ang="0">
                    <a:pos x="329" y="84"/>
                  </a:cxn>
                  <a:cxn ang="0">
                    <a:pos x="377" y="114"/>
                  </a:cxn>
                  <a:cxn ang="0">
                    <a:pos x="419" y="150"/>
                  </a:cxn>
                  <a:cxn ang="0">
                    <a:pos x="448" y="186"/>
                  </a:cxn>
                  <a:cxn ang="0">
                    <a:pos x="448" y="162"/>
                  </a:cxn>
                  <a:cxn ang="0">
                    <a:pos x="413" y="126"/>
                  </a:cxn>
                  <a:cxn ang="0">
                    <a:pos x="371" y="96"/>
                  </a:cxn>
                  <a:cxn ang="0">
                    <a:pos x="323" y="66"/>
                  </a:cxn>
                  <a:cxn ang="0">
                    <a:pos x="269" y="48"/>
                  </a:cxn>
                  <a:cxn ang="0">
                    <a:pos x="144" y="12"/>
                  </a:cxn>
                  <a:cxn ang="0">
                    <a:pos x="78" y="6"/>
                  </a:cxn>
                  <a:cxn ang="0">
                    <a:pos x="6" y="0"/>
                  </a:cxn>
                  <a:cxn ang="0">
                    <a:pos x="0" y="0"/>
                  </a:cxn>
                  <a:cxn ang="0">
                    <a:pos x="0" y="0"/>
                  </a:cxn>
                  <a:cxn ang="0">
                    <a:pos x="0" y="6"/>
                  </a:cxn>
                  <a:cxn ang="0">
                    <a:pos x="0" y="6"/>
                  </a:cxn>
                  <a:cxn ang="0">
                    <a:pos x="6" y="6"/>
                  </a:cxn>
                  <a:cxn ang="0">
                    <a:pos x="6" y="6"/>
                  </a:cxn>
                </a:cxnLst>
                <a:rect l="0" t="0" r="r" b="b"/>
                <a:pathLst>
                  <a:path w="448" h="186">
                    <a:moveTo>
                      <a:pt x="6" y="6"/>
                    </a:moveTo>
                    <a:lnTo>
                      <a:pt x="78" y="12"/>
                    </a:lnTo>
                    <a:lnTo>
                      <a:pt x="150" y="18"/>
                    </a:lnTo>
                    <a:lnTo>
                      <a:pt x="215" y="36"/>
                    </a:lnTo>
                    <a:lnTo>
                      <a:pt x="275" y="60"/>
                    </a:lnTo>
                    <a:lnTo>
                      <a:pt x="329" y="84"/>
                    </a:lnTo>
                    <a:lnTo>
                      <a:pt x="377" y="114"/>
                    </a:lnTo>
                    <a:lnTo>
                      <a:pt x="419" y="150"/>
                    </a:lnTo>
                    <a:lnTo>
                      <a:pt x="448" y="186"/>
                    </a:lnTo>
                    <a:lnTo>
                      <a:pt x="448" y="162"/>
                    </a:lnTo>
                    <a:lnTo>
                      <a:pt x="413" y="126"/>
                    </a:lnTo>
                    <a:lnTo>
                      <a:pt x="371" y="96"/>
                    </a:lnTo>
                    <a:lnTo>
                      <a:pt x="323" y="66"/>
                    </a:lnTo>
                    <a:lnTo>
                      <a:pt x="269" y="48"/>
                    </a:lnTo>
                    <a:lnTo>
                      <a:pt x="144" y="12"/>
                    </a:lnTo>
                    <a:lnTo>
                      <a:pt x="78" y="6"/>
                    </a:lnTo>
                    <a:lnTo>
                      <a:pt x="6" y="0"/>
                    </a:lnTo>
                    <a:lnTo>
                      <a:pt x="0" y="0"/>
                    </a:lnTo>
                    <a:lnTo>
                      <a:pt x="0" y="0"/>
                    </a:lnTo>
                    <a:lnTo>
                      <a:pt x="0" y="6"/>
                    </a:lnTo>
                    <a:lnTo>
                      <a:pt x="0" y="6"/>
                    </a:lnTo>
                    <a:lnTo>
                      <a:pt x="6" y="6"/>
                    </a:lnTo>
                    <a:lnTo>
                      <a:pt x="6" y="6"/>
                    </a:lnTo>
                    <a:close/>
                  </a:path>
                </a:pathLst>
              </a:custGeom>
              <a:gradFill rotWithShape="0">
                <a:gsLst>
                  <a:gs pos="0">
                    <a:schemeClr val="accent1">
                      <a:gamma/>
                      <a:shade val="90980"/>
                      <a:invGamma/>
                    </a:schemeClr>
                  </a:gs>
                  <a:gs pos="100000">
                    <a:schemeClr val="accent1"/>
                  </a:gs>
                </a:gsLst>
                <a:lin ang="5400000" scaled="1"/>
              </a:gradFill>
              <a:ln w="9525">
                <a:noFill/>
                <a:round/>
                <a:headEnd/>
                <a:tailEnd/>
              </a:ln>
            </p:spPr>
            <p:txBody>
              <a:bodyPr/>
              <a:lstStyle/>
              <a:p>
                <a:pPr>
                  <a:defRPr/>
                </a:pPr>
                <a:endParaRPr lang="th-TH"/>
              </a:p>
            </p:txBody>
          </p:sp>
          <p:sp>
            <p:nvSpPr>
              <p:cNvPr id="75802" name="Freeform 26">
                <a:extLst>
                  <a:ext uri="{FF2B5EF4-FFF2-40B4-BE49-F238E27FC236}">
                    <a16:creationId xmlns:a16="http://schemas.microsoft.com/office/drawing/2014/main" id="{647AB110-598C-473B-A5AF-CAA2B9FC3737}"/>
                  </a:ext>
                </a:extLst>
              </p:cNvPr>
              <p:cNvSpPr>
                <a:spLocks/>
              </p:cNvSpPr>
              <p:nvPr/>
            </p:nvSpPr>
            <p:spPr bwMode="hidden">
              <a:xfrm>
                <a:off x="2142" y="3852"/>
                <a:ext cx="892" cy="462"/>
              </a:xfrm>
              <a:custGeom>
                <a:avLst/>
                <a:gdLst/>
                <a:ahLst/>
                <a:cxnLst>
                  <a:cxn ang="0">
                    <a:pos x="23" y="276"/>
                  </a:cxn>
                  <a:cxn ang="0">
                    <a:pos x="29" y="222"/>
                  </a:cxn>
                  <a:cxn ang="0">
                    <a:pos x="59" y="174"/>
                  </a:cxn>
                  <a:cxn ang="0">
                    <a:pos x="95" y="132"/>
                  </a:cxn>
                  <a:cxn ang="0">
                    <a:pos x="149" y="96"/>
                  </a:cxn>
                  <a:cxn ang="0">
                    <a:pos x="209" y="60"/>
                  </a:cxn>
                  <a:cxn ang="0">
                    <a:pos x="281" y="36"/>
                  </a:cxn>
                  <a:cxn ang="0">
                    <a:pos x="364" y="24"/>
                  </a:cxn>
                  <a:cxn ang="0">
                    <a:pos x="448" y="18"/>
                  </a:cxn>
                  <a:cxn ang="0">
                    <a:pos x="532" y="24"/>
                  </a:cxn>
                  <a:cxn ang="0">
                    <a:pos x="609" y="36"/>
                  </a:cxn>
                  <a:cxn ang="0">
                    <a:pos x="681" y="60"/>
                  </a:cxn>
                  <a:cxn ang="0">
                    <a:pos x="741" y="96"/>
                  </a:cxn>
                  <a:cxn ang="0">
                    <a:pos x="795" y="132"/>
                  </a:cxn>
                  <a:cxn ang="0">
                    <a:pos x="831" y="174"/>
                  </a:cxn>
                  <a:cxn ang="0">
                    <a:pos x="861" y="222"/>
                  </a:cxn>
                  <a:cxn ang="0">
                    <a:pos x="867" y="276"/>
                  </a:cxn>
                  <a:cxn ang="0">
                    <a:pos x="855" y="330"/>
                  </a:cxn>
                  <a:cxn ang="0">
                    <a:pos x="831" y="378"/>
                  </a:cxn>
                  <a:cxn ang="0">
                    <a:pos x="783" y="426"/>
                  </a:cxn>
                  <a:cxn ang="0">
                    <a:pos x="723" y="462"/>
                  </a:cxn>
                  <a:cxn ang="0">
                    <a:pos x="765" y="462"/>
                  </a:cxn>
                  <a:cxn ang="0">
                    <a:pos x="819" y="426"/>
                  </a:cxn>
                  <a:cxn ang="0">
                    <a:pos x="855" y="378"/>
                  </a:cxn>
                  <a:cxn ang="0">
                    <a:pos x="884" y="330"/>
                  </a:cxn>
                  <a:cxn ang="0">
                    <a:pos x="890" y="276"/>
                  </a:cxn>
                  <a:cxn ang="0">
                    <a:pos x="884" y="222"/>
                  </a:cxn>
                  <a:cxn ang="0">
                    <a:pos x="855" y="168"/>
                  </a:cxn>
                  <a:cxn ang="0">
                    <a:pos x="813" y="120"/>
                  </a:cxn>
                  <a:cxn ang="0">
                    <a:pos x="759" y="84"/>
                  </a:cxn>
                  <a:cxn ang="0">
                    <a:pos x="693" y="48"/>
                  </a:cxn>
                  <a:cxn ang="0">
                    <a:pos x="621" y="24"/>
                  </a:cxn>
                  <a:cxn ang="0">
                    <a:pos x="538" y="6"/>
                  </a:cxn>
                  <a:cxn ang="0">
                    <a:pos x="448" y="0"/>
                  </a:cxn>
                  <a:cxn ang="0">
                    <a:pos x="358" y="6"/>
                  </a:cxn>
                  <a:cxn ang="0">
                    <a:pos x="275" y="24"/>
                  </a:cxn>
                  <a:cxn ang="0">
                    <a:pos x="197" y="48"/>
                  </a:cxn>
                  <a:cxn ang="0">
                    <a:pos x="131" y="84"/>
                  </a:cxn>
                  <a:cxn ang="0">
                    <a:pos x="77" y="120"/>
                  </a:cxn>
                  <a:cxn ang="0">
                    <a:pos x="35" y="168"/>
                  </a:cxn>
                  <a:cxn ang="0">
                    <a:pos x="12" y="222"/>
                  </a:cxn>
                  <a:cxn ang="0">
                    <a:pos x="0" y="276"/>
                  </a:cxn>
                  <a:cxn ang="0">
                    <a:pos x="6" y="330"/>
                  </a:cxn>
                  <a:cxn ang="0">
                    <a:pos x="35" y="378"/>
                  </a:cxn>
                  <a:cxn ang="0">
                    <a:pos x="71" y="426"/>
                  </a:cxn>
                  <a:cxn ang="0">
                    <a:pos x="125" y="462"/>
                  </a:cxn>
                  <a:cxn ang="0">
                    <a:pos x="167" y="462"/>
                  </a:cxn>
                  <a:cxn ang="0">
                    <a:pos x="107" y="426"/>
                  </a:cxn>
                  <a:cxn ang="0">
                    <a:pos x="59" y="378"/>
                  </a:cxn>
                  <a:cxn ang="0">
                    <a:pos x="35" y="330"/>
                  </a:cxn>
                  <a:cxn ang="0">
                    <a:pos x="23" y="276"/>
                  </a:cxn>
                  <a:cxn ang="0">
                    <a:pos x="23" y="276"/>
                  </a:cxn>
                </a:cxnLst>
                <a:rect l="0" t="0" r="r" b="b"/>
                <a:pathLst>
                  <a:path w="890" h="462">
                    <a:moveTo>
                      <a:pt x="23" y="276"/>
                    </a:moveTo>
                    <a:lnTo>
                      <a:pt x="29" y="222"/>
                    </a:lnTo>
                    <a:lnTo>
                      <a:pt x="59" y="174"/>
                    </a:lnTo>
                    <a:lnTo>
                      <a:pt x="95" y="132"/>
                    </a:lnTo>
                    <a:lnTo>
                      <a:pt x="149" y="96"/>
                    </a:lnTo>
                    <a:lnTo>
                      <a:pt x="209" y="60"/>
                    </a:lnTo>
                    <a:lnTo>
                      <a:pt x="281" y="36"/>
                    </a:lnTo>
                    <a:lnTo>
                      <a:pt x="364" y="24"/>
                    </a:lnTo>
                    <a:lnTo>
                      <a:pt x="448" y="18"/>
                    </a:lnTo>
                    <a:lnTo>
                      <a:pt x="532" y="24"/>
                    </a:lnTo>
                    <a:lnTo>
                      <a:pt x="609" y="36"/>
                    </a:lnTo>
                    <a:lnTo>
                      <a:pt x="681" y="60"/>
                    </a:lnTo>
                    <a:lnTo>
                      <a:pt x="741" y="96"/>
                    </a:lnTo>
                    <a:lnTo>
                      <a:pt x="795" y="132"/>
                    </a:lnTo>
                    <a:lnTo>
                      <a:pt x="831" y="174"/>
                    </a:lnTo>
                    <a:lnTo>
                      <a:pt x="861" y="222"/>
                    </a:lnTo>
                    <a:lnTo>
                      <a:pt x="867" y="276"/>
                    </a:lnTo>
                    <a:lnTo>
                      <a:pt x="855" y="330"/>
                    </a:lnTo>
                    <a:lnTo>
                      <a:pt x="831" y="378"/>
                    </a:lnTo>
                    <a:lnTo>
                      <a:pt x="783" y="426"/>
                    </a:lnTo>
                    <a:lnTo>
                      <a:pt x="723" y="462"/>
                    </a:lnTo>
                    <a:lnTo>
                      <a:pt x="765" y="462"/>
                    </a:lnTo>
                    <a:lnTo>
                      <a:pt x="819" y="426"/>
                    </a:lnTo>
                    <a:lnTo>
                      <a:pt x="855" y="378"/>
                    </a:lnTo>
                    <a:lnTo>
                      <a:pt x="884" y="330"/>
                    </a:lnTo>
                    <a:lnTo>
                      <a:pt x="890" y="276"/>
                    </a:lnTo>
                    <a:lnTo>
                      <a:pt x="884" y="222"/>
                    </a:lnTo>
                    <a:lnTo>
                      <a:pt x="855" y="168"/>
                    </a:lnTo>
                    <a:lnTo>
                      <a:pt x="813" y="120"/>
                    </a:lnTo>
                    <a:lnTo>
                      <a:pt x="759" y="84"/>
                    </a:lnTo>
                    <a:lnTo>
                      <a:pt x="693" y="48"/>
                    </a:lnTo>
                    <a:lnTo>
                      <a:pt x="621" y="24"/>
                    </a:lnTo>
                    <a:lnTo>
                      <a:pt x="538" y="6"/>
                    </a:lnTo>
                    <a:lnTo>
                      <a:pt x="448" y="0"/>
                    </a:lnTo>
                    <a:lnTo>
                      <a:pt x="358" y="6"/>
                    </a:lnTo>
                    <a:lnTo>
                      <a:pt x="275" y="24"/>
                    </a:lnTo>
                    <a:lnTo>
                      <a:pt x="197" y="48"/>
                    </a:lnTo>
                    <a:lnTo>
                      <a:pt x="131" y="84"/>
                    </a:lnTo>
                    <a:lnTo>
                      <a:pt x="77" y="120"/>
                    </a:lnTo>
                    <a:lnTo>
                      <a:pt x="35" y="168"/>
                    </a:lnTo>
                    <a:lnTo>
                      <a:pt x="12" y="222"/>
                    </a:lnTo>
                    <a:lnTo>
                      <a:pt x="0" y="276"/>
                    </a:lnTo>
                    <a:lnTo>
                      <a:pt x="6" y="330"/>
                    </a:lnTo>
                    <a:lnTo>
                      <a:pt x="35" y="378"/>
                    </a:lnTo>
                    <a:lnTo>
                      <a:pt x="71" y="426"/>
                    </a:lnTo>
                    <a:lnTo>
                      <a:pt x="125" y="462"/>
                    </a:lnTo>
                    <a:lnTo>
                      <a:pt x="167" y="462"/>
                    </a:lnTo>
                    <a:lnTo>
                      <a:pt x="107" y="426"/>
                    </a:lnTo>
                    <a:lnTo>
                      <a:pt x="59" y="378"/>
                    </a:lnTo>
                    <a:lnTo>
                      <a:pt x="35" y="330"/>
                    </a:lnTo>
                    <a:lnTo>
                      <a:pt x="23" y="276"/>
                    </a:lnTo>
                    <a:lnTo>
                      <a:pt x="23" y="276"/>
                    </a:lnTo>
                    <a:close/>
                  </a:path>
                </a:pathLst>
              </a:custGeom>
              <a:gradFill rotWithShape="0">
                <a:gsLst>
                  <a:gs pos="0">
                    <a:schemeClr val="accent1"/>
                  </a:gs>
                  <a:gs pos="100000">
                    <a:schemeClr val="accent1">
                      <a:gamma/>
                      <a:shade val="84706"/>
                      <a:invGamma/>
                    </a:schemeClr>
                  </a:gs>
                </a:gsLst>
                <a:lin ang="2700000" scaled="1"/>
              </a:gradFill>
              <a:ln w="9525">
                <a:noFill/>
                <a:round/>
                <a:headEnd/>
                <a:tailEnd/>
              </a:ln>
            </p:spPr>
            <p:txBody>
              <a:bodyPr/>
              <a:lstStyle/>
              <a:p>
                <a:pPr>
                  <a:defRPr/>
                </a:pPr>
                <a:endParaRPr lang="th-TH"/>
              </a:p>
            </p:txBody>
          </p:sp>
          <p:sp>
            <p:nvSpPr>
              <p:cNvPr id="75803" name="Freeform 27">
                <a:extLst>
                  <a:ext uri="{FF2B5EF4-FFF2-40B4-BE49-F238E27FC236}">
                    <a16:creationId xmlns:a16="http://schemas.microsoft.com/office/drawing/2014/main" id="{4FF210D8-E7FA-4401-9929-5DB6028E0B28}"/>
                  </a:ext>
                </a:extLst>
              </p:cNvPr>
              <p:cNvSpPr>
                <a:spLocks/>
              </p:cNvSpPr>
              <p:nvPr/>
            </p:nvSpPr>
            <p:spPr bwMode="hidden">
              <a:xfrm>
                <a:off x="2082" y="3828"/>
                <a:ext cx="407" cy="486"/>
              </a:xfrm>
              <a:custGeom>
                <a:avLst/>
                <a:gdLst/>
                <a:ahLst/>
                <a:cxnLst>
                  <a:cxn ang="0">
                    <a:pos x="18" y="300"/>
                  </a:cxn>
                  <a:cxn ang="0">
                    <a:pos x="24" y="246"/>
                  </a:cxn>
                  <a:cxn ang="0">
                    <a:pos x="48" y="198"/>
                  </a:cxn>
                  <a:cxn ang="0">
                    <a:pos x="83" y="150"/>
                  </a:cxn>
                  <a:cxn ang="0">
                    <a:pos x="131" y="108"/>
                  </a:cxn>
                  <a:cxn ang="0">
                    <a:pos x="185" y="72"/>
                  </a:cxn>
                  <a:cxn ang="0">
                    <a:pos x="251" y="42"/>
                  </a:cxn>
                  <a:cxn ang="0">
                    <a:pos x="329" y="24"/>
                  </a:cxn>
                  <a:cxn ang="0">
                    <a:pos x="406" y="6"/>
                  </a:cxn>
                  <a:cxn ang="0">
                    <a:pos x="406" y="0"/>
                  </a:cxn>
                  <a:cxn ang="0">
                    <a:pos x="323" y="12"/>
                  </a:cxn>
                  <a:cxn ang="0">
                    <a:pos x="245" y="36"/>
                  </a:cxn>
                  <a:cxn ang="0">
                    <a:pos x="179" y="66"/>
                  </a:cxn>
                  <a:cxn ang="0">
                    <a:pos x="119" y="102"/>
                  </a:cxn>
                  <a:cxn ang="0">
                    <a:pos x="72" y="144"/>
                  </a:cxn>
                  <a:cxn ang="0">
                    <a:pos x="30" y="192"/>
                  </a:cxn>
                  <a:cxn ang="0">
                    <a:pos x="6" y="246"/>
                  </a:cxn>
                  <a:cxn ang="0">
                    <a:pos x="0" y="300"/>
                  </a:cxn>
                  <a:cxn ang="0">
                    <a:pos x="6" y="348"/>
                  </a:cxn>
                  <a:cxn ang="0">
                    <a:pos x="30" y="396"/>
                  </a:cxn>
                  <a:cxn ang="0">
                    <a:pos x="66" y="444"/>
                  </a:cxn>
                  <a:cxn ang="0">
                    <a:pos x="107" y="486"/>
                  </a:cxn>
                  <a:cxn ang="0">
                    <a:pos x="131" y="486"/>
                  </a:cxn>
                  <a:cxn ang="0">
                    <a:pos x="83" y="450"/>
                  </a:cxn>
                  <a:cxn ang="0">
                    <a:pos x="48" y="402"/>
                  </a:cxn>
                  <a:cxn ang="0">
                    <a:pos x="24" y="354"/>
                  </a:cxn>
                  <a:cxn ang="0">
                    <a:pos x="18" y="300"/>
                  </a:cxn>
                  <a:cxn ang="0">
                    <a:pos x="18" y="300"/>
                  </a:cxn>
                </a:cxnLst>
                <a:rect l="0" t="0" r="r" b="b"/>
                <a:pathLst>
                  <a:path w="406" h="486">
                    <a:moveTo>
                      <a:pt x="18" y="300"/>
                    </a:moveTo>
                    <a:lnTo>
                      <a:pt x="24" y="246"/>
                    </a:lnTo>
                    <a:lnTo>
                      <a:pt x="48" y="198"/>
                    </a:lnTo>
                    <a:lnTo>
                      <a:pt x="83" y="150"/>
                    </a:lnTo>
                    <a:lnTo>
                      <a:pt x="131" y="108"/>
                    </a:lnTo>
                    <a:lnTo>
                      <a:pt x="185" y="72"/>
                    </a:lnTo>
                    <a:lnTo>
                      <a:pt x="251" y="42"/>
                    </a:lnTo>
                    <a:lnTo>
                      <a:pt x="329" y="24"/>
                    </a:lnTo>
                    <a:lnTo>
                      <a:pt x="406" y="6"/>
                    </a:lnTo>
                    <a:lnTo>
                      <a:pt x="406" y="0"/>
                    </a:lnTo>
                    <a:lnTo>
                      <a:pt x="323" y="12"/>
                    </a:lnTo>
                    <a:lnTo>
                      <a:pt x="245" y="36"/>
                    </a:lnTo>
                    <a:lnTo>
                      <a:pt x="179" y="66"/>
                    </a:lnTo>
                    <a:lnTo>
                      <a:pt x="119" y="102"/>
                    </a:lnTo>
                    <a:lnTo>
                      <a:pt x="72" y="144"/>
                    </a:lnTo>
                    <a:lnTo>
                      <a:pt x="30" y="192"/>
                    </a:lnTo>
                    <a:lnTo>
                      <a:pt x="6" y="246"/>
                    </a:lnTo>
                    <a:lnTo>
                      <a:pt x="0" y="300"/>
                    </a:lnTo>
                    <a:lnTo>
                      <a:pt x="6" y="348"/>
                    </a:lnTo>
                    <a:lnTo>
                      <a:pt x="30" y="396"/>
                    </a:lnTo>
                    <a:lnTo>
                      <a:pt x="66" y="444"/>
                    </a:lnTo>
                    <a:lnTo>
                      <a:pt x="107" y="486"/>
                    </a:lnTo>
                    <a:lnTo>
                      <a:pt x="131" y="486"/>
                    </a:lnTo>
                    <a:lnTo>
                      <a:pt x="83" y="450"/>
                    </a:lnTo>
                    <a:lnTo>
                      <a:pt x="48" y="402"/>
                    </a:lnTo>
                    <a:lnTo>
                      <a:pt x="24" y="354"/>
                    </a:lnTo>
                    <a:lnTo>
                      <a:pt x="18" y="300"/>
                    </a:lnTo>
                    <a:lnTo>
                      <a:pt x="18" y="300"/>
                    </a:lnTo>
                    <a:close/>
                  </a:path>
                </a:pathLst>
              </a:custGeom>
              <a:gradFill rotWithShape="0">
                <a:gsLst>
                  <a:gs pos="0">
                    <a:schemeClr val="accent1"/>
                  </a:gs>
                  <a:gs pos="100000">
                    <a:schemeClr val="accent1">
                      <a:gamma/>
                      <a:shade val="90980"/>
                      <a:invGamma/>
                    </a:schemeClr>
                  </a:gs>
                </a:gsLst>
                <a:lin ang="0" scaled="1"/>
              </a:gradFill>
              <a:ln w="9525">
                <a:noFill/>
                <a:round/>
                <a:headEnd/>
                <a:tailEnd/>
              </a:ln>
            </p:spPr>
            <p:txBody>
              <a:bodyPr/>
              <a:lstStyle/>
              <a:p>
                <a:pPr>
                  <a:defRPr/>
                </a:pPr>
                <a:endParaRPr lang="th-TH"/>
              </a:p>
            </p:txBody>
          </p:sp>
          <p:sp>
            <p:nvSpPr>
              <p:cNvPr id="75804" name="Freeform 28">
                <a:extLst>
                  <a:ext uri="{FF2B5EF4-FFF2-40B4-BE49-F238E27FC236}">
                    <a16:creationId xmlns:a16="http://schemas.microsoft.com/office/drawing/2014/main" id="{BA0CC077-26C2-4902-933D-7DB263DB785D}"/>
                  </a:ext>
                </a:extLst>
              </p:cNvPr>
              <p:cNvSpPr>
                <a:spLocks/>
              </p:cNvSpPr>
              <p:nvPr/>
            </p:nvSpPr>
            <p:spPr bwMode="hidden">
              <a:xfrm>
                <a:off x="2987" y="4044"/>
                <a:ext cx="108" cy="252"/>
              </a:xfrm>
              <a:custGeom>
                <a:avLst/>
                <a:gdLst/>
                <a:ahLst/>
                <a:cxnLst>
                  <a:cxn ang="0">
                    <a:pos x="89" y="84"/>
                  </a:cxn>
                  <a:cxn ang="0">
                    <a:pos x="83" y="132"/>
                  </a:cxn>
                  <a:cxn ang="0">
                    <a:pos x="65" y="174"/>
                  </a:cxn>
                  <a:cxn ang="0">
                    <a:pos x="36" y="216"/>
                  </a:cxn>
                  <a:cxn ang="0">
                    <a:pos x="0" y="252"/>
                  </a:cxn>
                  <a:cxn ang="0">
                    <a:pos x="18" y="252"/>
                  </a:cxn>
                  <a:cxn ang="0">
                    <a:pos x="53" y="216"/>
                  </a:cxn>
                  <a:cxn ang="0">
                    <a:pos x="83" y="174"/>
                  </a:cxn>
                  <a:cxn ang="0">
                    <a:pos x="101" y="132"/>
                  </a:cxn>
                  <a:cxn ang="0">
                    <a:pos x="107" y="84"/>
                  </a:cxn>
                  <a:cxn ang="0">
                    <a:pos x="101" y="42"/>
                  </a:cxn>
                  <a:cxn ang="0">
                    <a:pos x="89" y="0"/>
                  </a:cxn>
                  <a:cxn ang="0">
                    <a:pos x="65" y="0"/>
                  </a:cxn>
                  <a:cxn ang="0">
                    <a:pos x="83" y="42"/>
                  </a:cxn>
                  <a:cxn ang="0">
                    <a:pos x="89" y="84"/>
                  </a:cxn>
                  <a:cxn ang="0">
                    <a:pos x="89" y="84"/>
                  </a:cxn>
                </a:cxnLst>
                <a:rect l="0" t="0" r="r" b="b"/>
                <a:pathLst>
                  <a:path w="107" h="252">
                    <a:moveTo>
                      <a:pt x="89" y="84"/>
                    </a:moveTo>
                    <a:lnTo>
                      <a:pt x="83" y="132"/>
                    </a:lnTo>
                    <a:lnTo>
                      <a:pt x="65" y="174"/>
                    </a:lnTo>
                    <a:lnTo>
                      <a:pt x="36" y="216"/>
                    </a:lnTo>
                    <a:lnTo>
                      <a:pt x="0" y="252"/>
                    </a:lnTo>
                    <a:lnTo>
                      <a:pt x="18" y="252"/>
                    </a:lnTo>
                    <a:lnTo>
                      <a:pt x="53" y="216"/>
                    </a:lnTo>
                    <a:lnTo>
                      <a:pt x="83" y="174"/>
                    </a:lnTo>
                    <a:lnTo>
                      <a:pt x="101" y="132"/>
                    </a:lnTo>
                    <a:lnTo>
                      <a:pt x="107" y="84"/>
                    </a:lnTo>
                    <a:lnTo>
                      <a:pt x="101" y="42"/>
                    </a:lnTo>
                    <a:lnTo>
                      <a:pt x="89" y="0"/>
                    </a:lnTo>
                    <a:lnTo>
                      <a:pt x="65" y="0"/>
                    </a:lnTo>
                    <a:lnTo>
                      <a:pt x="83" y="42"/>
                    </a:lnTo>
                    <a:lnTo>
                      <a:pt x="89" y="84"/>
                    </a:lnTo>
                    <a:lnTo>
                      <a:pt x="89" y="84"/>
                    </a:lnTo>
                    <a:close/>
                  </a:path>
                </a:pathLst>
              </a:custGeom>
              <a:gradFill rotWithShape="0">
                <a:gsLst>
                  <a:gs pos="0">
                    <a:schemeClr val="accent1"/>
                  </a:gs>
                  <a:gs pos="100000">
                    <a:schemeClr val="accent1">
                      <a:gamma/>
                      <a:shade val="81961"/>
                      <a:invGamma/>
                    </a:schemeClr>
                  </a:gs>
                </a:gsLst>
                <a:lin ang="5400000" scaled="1"/>
              </a:gradFill>
              <a:ln w="9525">
                <a:noFill/>
                <a:round/>
                <a:headEnd/>
                <a:tailEnd/>
              </a:ln>
            </p:spPr>
            <p:txBody>
              <a:bodyPr/>
              <a:lstStyle/>
              <a:p>
                <a:pPr>
                  <a:defRPr/>
                </a:pPr>
                <a:endParaRPr lang="th-TH"/>
              </a:p>
            </p:txBody>
          </p:sp>
          <p:sp>
            <p:nvSpPr>
              <p:cNvPr id="75805" name="Freeform 29">
                <a:extLst>
                  <a:ext uri="{FF2B5EF4-FFF2-40B4-BE49-F238E27FC236}">
                    <a16:creationId xmlns:a16="http://schemas.microsoft.com/office/drawing/2014/main" id="{4C07B8DF-F199-4D14-AF76-CBF00E2CF455}"/>
                  </a:ext>
                </a:extLst>
              </p:cNvPr>
              <p:cNvSpPr>
                <a:spLocks/>
              </p:cNvSpPr>
              <p:nvPr/>
            </p:nvSpPr>
            <p:spPr bwMode="hidden">
              <a:xfrm>
                <a:off x="2068" y="3685"/>
                <a:ext cx="835" cy="150"/>
              </a:xfrm>
              <a:custGeom>
                <a:avLst/>
                <a:gdLst/>
                <a:ahLst/>
                <a:cxnLst>
                  <a:cxn ang="0">
                    <a:pos x="518" y="18"/>
                  </a:cxn>
                  <a:cxn ang="0">
                    <a:pos x="597" y="24"/>
                  </a:cxn>
                  <a:cxn ang="0">
                    <a:pos x="682" y="30"/>
                  </a:cxn>
                  <a:cxn ang="0">
                    <a:pos x="755" y="42"/>
                  </a:cxn>
                  <a:cxn ang="0">
                    <a:pos x="828" y="60"/>
                  </a:cxn>
                  <a:cxn ang="0">
                    <a:pos x="835" y="42"/>
                  </a:cxn>
                  <a:cxn ang="0">
                    <a:pos x="761" y="24"/>
                  </a:cxn>
                  <a:cxn ang="0">
                    <a:pos x="688" y="12"/>
                  </a:cxn>
                  <a:cxn ang="0">
                    <a:pos x="603" y="6"/>
                  </a:cxn>
                  <a:cxn ang="0">
                    <a:pos x="518" y="0"/>
                  </a:cxn>
                  <a:cxn ang="0">
                    <a:pos x="372" y="12"/>
                  </a:cxn>
                  <a:cxn ang="0">
                    <a:pos x="232" y="36"/>
                  </a:cxn>
                  <a:cxn ang="0">
                    <a:pos x="110" y="78"/>
                  </a:cxn>
                  <a:cxn ang="0">
                    <a:pos x="0" y="132"/>
                  </a:cxn>
                  <a:cxn ang="0">
                    <a:pos x="19" y="150"/>
                  </a:cxn>
                  <a:cxn ang="0">
                    <a:pos x="122" y="96"/>
                  </a:cxn>
                  <a:cxn ang="0">
                    <a:pos x="244" y="54"/>
                  </a:cxn>
                  <a:cxn ang="0">
                    <a:pos x="378" y="30"/>
                  </a:cxn>
                  <a:cxn ang="0">
                    <a:pos x="518" y="18"/>
                  </a:cxn>
                  <a:cxn ang="0">
                    <a:pos x="518" y="18"/>
                  </a:cxn>
                </a:cxnLst>
                <a:rect l="0" t="0" r="r" b="b"/>
                <a:pathLst>
                  <a:path w="835" h="150">
                    <a:moveTo>
                      <a:pt x="518" y="18"/>
                    </a:moveTo>
                    <a:lnTo>
                      <a:pt x="597" y="24"/>
                    </a:lnTo>
                    <a:lnTo>
                      <a:pt x="682" y="30"/>
                    </a:lnTo>
                    <a:lnTo>
                      <a:pt x="755" y="42"/>
                    </a:lnTo>
                    <a:lnTo>
                      <a:pt x="828" y="60"/>
                    </a:lnTo>
                    <a:lnTo>
                      <a:pt x="835" y="42"/>
                    </a:lnTo>
                    <a:lnTo>
                      <a:pt x="761" y="24"/>
                    </a:lnTo>
                    <a:lnTo>
                      <a:pt x="688" y="12"/>
                    </a:lnTo>
                    <a:lnTo>
                      <a:pt x="603" y="6"/>
                    </a:lnTo>
                    <a:lnTo>
                      <a:pt x="518" y="0"/>
                    </a:lnTo>
                    <a:lnTo>
                      <a:pt x="372" y="12"/>
                    </a:lnTo>
                    <a:lnTo>
                      <a:pt x="232" y="36"/>
                    </a:lnTo>
                    <a:lnTo>
                      <a:pt x="110" y="78"/>
                    </a:lnTo>
                    <a:lnTo>
                      <a:pt x="0" y="132"/>
                    </a:lnTo>
                    <a:lnTo>
                      <a:pt x="19" y="150"/>
                    </a:lnTo>
                    <a:lnTo>
                      <a:pt x="122" y="96"/>
                    </a:lnTo>
                    <a:lnTo>
                      <a:pt x="244" y="54"/>
                    </a:lnTo>
                    <a:lnTo>
                      <a:pt x="378" y="30"/>
                    </a:lnTo>
                    <a:lnTo>
                      <a:pt x="518" y="18"/>
                    </a:lnTo>
                    <a:lnTo>
                      <a:pt x="518" y="18"/>
                    </a:lnTo>
                    <a:close/>
                  </a:path>
                </a:pathLst>
              </a:custGeom>
              <a:solidFill>
                <a:schemeClr val="accent1"/>
              </a:solidFill>
              <a:ln w="9525">
                <a:noFill/>
                <a:round/>
                <a:headEnd/>
                <a:tailEnd/>
              </a:ln>
            </p:spPr>
            <p:txBody>
              <a:bodyPr/>
              <a:lstStyle/>
              <a:p>
                <a:pPr>
                  <a:defRPr/>
                </a:pPr>
                <a:endParaRPr lang="th-TH"/>
              </a:p>
            </p:txBody>
          </p:sp>
          <p:sp>
            <p:nvSpPr>
              <p:cNvPr id="75806" name="Freeform 30">
                <a:extLst>
                  <a:ext uri="{FF2B5EF4-FFF2-40B4-BE49-F238E27FC236}">
                    <a16:creationId xmlns:a16="http://schemas.microsoft.com/office/drawing/2014/main" id="{549B9CC5-1CDD-41B4-ABF0-514A7E88EC5E}"/>
                  </a:ext>
                </a:extLst>
              </p:cNvPr>
              <p:cNvSpPr>
                <a:spLocks/>
              </p:cNvSpPr>
              <p:nvPr/>
            </p:nvSpPr>
            <p:spPr bwMode="hidden">
              <a:xfrm>
                <a:off x="1867" y="3853"/>
                <a:ext cx="171" cy="461"/>
              </a:xfrm>
              <a:custGeom>
                <a:avLst/>
                <a:gdLst/>
                <a:ahLst/>
                <a:cxnLst>
                  <a:cxn ang="0">
                    <a:pos x="31" y="263"/>
                  </a:cxn>
                  <a:cxn ang="0">
                    <a:pos x="43" y="191"/>
                  </a:cxn>
                  <a:cxn ang="0">
                    <a:pos x="67" y="131"/>
                  </a:cxn>
                  <a:cxn ang="0">
                    <a:pos x="116" y="72"/>
                  </a:cxn>
                  <a:cxn ang="0">
                    <a:pos x="171" y="18"/>
                  </a:cxn>
                  <a:cxn ang="0">
                    <a:pos x="153" y="0"/>
                  </a:cxn>
                  <a:cxn ang="0">
                    <a:pos x="86" y="60"/>
                  </a:cxn>
                  <a:cxn ang="0">
                    <a:pos x="43" y="120"/>
                  </a:cxn>
                  <a:cxn ang="0">
                    <a:pos x="13" y="191"/>
                  </a:cxn>
                  <a:cxn ang="0">
                    <a:pos x="0" y="263"/>
                  </a:cxn>
                  <a:cxn ang="0">
                    <a:pos x="6" y="317"/>
                  </a:cxn>
                  <a:cxn ang="0">
                    <a:pos x="25" y="365"/>
                  </a:cxn>
                  <a:cxn ang="0">
                    <a:pos x="49" y="413"/>
                  </a:cxn>
                  <a:cxn ang="0">
                    <a:pos x="86" y="461"/>
                  </a:cxn>
                  <a:cxn ang="0">
                    <a:pos x="122" y="461"/>
                  </a:cxn>
                  <a:cxn ang="0">
                    <a:pos x="86" y="413"/>
                  </a:cxn>
                  <a:cxn ang="0">
                    <a:pos x="55" y="365"/>
                  </a:cxn>
                  <a:cxn ang="0">
                    <a:pos x="37" y="317"/>
                  </a:cxn>
                  <a:cxn ang="0">
                    <a:pos x="31" y="263"/>
                  </a:cxn>
                  <a:cxn ang="0">
                    <a:pos x="31" y="263"/>
                  </a:cxn>
                </a:cxnLst>
                <a:rect l="0" t="0" r="r" b="b"/>
                <a:pathLst>
                  <a:path w="171" h="461">
                    <a:moveTo>
                      <a:pt x="31" y="263"/>
                    </a:moveTo>
                    <a:lnTo>
                      <a:pt x="43" y="191"/>
                    </a:lnTo>
                    <a:lnTo>
                      <a:pt x="67" y="131"/>
                    </a:lnTo>
                    <a:lnTo>
                      <a:pt x="116" y="72"/>
                    </a:lnTo>
                    <a:lnTo>
                      <a:pt x="171" y="18"/>
                    </a:lnTo>
                    <a:lnTo>
                      <a:pt x="153" y="0"/>
                    </a:lnTo>
                    <a:lnTo>
                      <a:pt x="86" y="60"/>
                    </a:lnTo>
                    <a:lnTo>
                      <a:pt x="43" y="120"/>
                    </a:lnTo>
                    <a:lnTo>
                      <a:pt x="13" y="191"/>
                    </a:lnTo>
                    <a:lnTo>
                      <a:pt x="0" y="263"/>
                    </a:lnTo>
                    <a:lnTo>
                      <a:pt x="6" y="317"/>
                    </a:lnTo>
                    <a:lnTo>
                      <a:pt x="25" y="365"/>
                    </a:lnTo>
                    <a:lnTo>
                      <a:pt x="49" y="413"/>
                    </a:lnTo>
                    <a:lnTo>
                      <a:pt x="86" y="461"/>
                    </a:lnTo>
                    <a:lnTo>
                      <a:pt x="122" y="461"/>
                    </a:lnTo>
                    <a:lnTo>
                      <a:pt x="86" y="413"/>
                    </a:lnTo>
                    <a:lnTo>
                      <a:pt x="55" y="365"/>
                    </a:lnTo>
                    <a:lnTo>
                      <a:pt x="37" y="317"/>
                    </a:lnTo>
                    <a:lnTo>
                      <a:pt x="31" y="263"/>
                    </a:lnTo>
                    <a:lnTo>
                      <a:pt x="31" y="263"/>
                    </a:lnTo>
                    <a:close/>
                  </a:path>
                </a:pathLst>
              </a:custGeom>
              <a:solidFill>
                <a:schemeClr val="accent1"/>
              </a:solidFill>
              <a:ln w="9525">
                <a:noFill/>
                <a:round/>
                <a:headEnd/>
                <a:tailEnd/>
              </a:ln>
            </p:spPr>
            <p:txBody>
              <a:bodyPr/>
              <a:lstStyle/>
              <a:p>
                <a:pPr>
                  <a:defRPr/>
                </a:pPr>
                <a:endParaRPr lang="th-TH"/>
              </a:p>
            </p:txBody>
          </p:sp>
          <p:sp>
            <p:nvSpPr>
              <p:cNvPr id="75807" name="Freeform 31">
                <a:extLst>
                  <a:ext uri="{FF2B5EF4-FFF2-40B4-BE49-F238E27FC236}">
                    <a16:creationId xmlns:a16="http://schemas.microsoft.com/office/drawing/2014/main" id="{7BCC5806-7D0B-49F8-B39D-17380C80EC02}"/>
                  </a:ext>
                </a:extLst>
              </p:cNvPr>
              <p:cNvSpPr>
                <a:spLocks/>
              </p:cNvSpPr>
              <p:nvPr/>
            </p:nvSpPr>
            <p:spPr bwMode="hidden">
              <a:xfrm>
                <a:off x="2951" y="3751"/>
                <a:ext cx="360" cy="563"/>
              </a:xfrm>
              <a:custGeom>
                <a:avLst/>
                <a:gdLst/>
                <a:ahLst/>
                <a:cxnLst>
                  <a:cxn ang="0">
                    <a:pos x="360" y="365"/>
                  </a:cxn>
                  <a:cxn ang="0">
                    <a:pos x="353" y="305"/>
                  </a:cxn>
                  <a:cxn ang="0">
                    <a:pos x="335" y="251"/>
                  </a:cxn>
                  <a:cxn ang="0">
                    <a:pos x="305" y="204"/>
                  </a:cxn>
                  <a:cxn ang="0">
                    <a:pos x="262" y="156"/>
                  </a:cxn>
                  <a:cxn ang="0">
                    <a:pos x="213" y="108"/>
                  </a:cxn>
                  <a:cxn ang="0">
                    <a:pos x="159" y="66"/>
                  </a:cxn>
                  <a:cxn ang="0">
                    <a:pos x="92" y="30"/>
                  </a:cxn>
                  <a:cxn ang="0">
                    <a:pos x="19" y="0"/>
                  </a:cxn>
                  <a:cxn ang="0">
                    <a:pos x="0" y="12"/>
                  </a:cxn>
                  <a:cxn ang="0">
                    <a:pos x="67" y="42"/>
                  </a:cxn>
                  <a:cxn ang="0">
                    <a:pos x="134" y="78"/>
                  </a:cxn>
                  <a:cxn ang="0">
                    <a:pos x="189" y="114"/>
                  </a:cxn>
                  <a:cxn ang="0">
                    <a:pos x="238" y="162"/>
                  </a:cxn>
                  <a:cxn ang="0">
                    <a:pos x="274" y="210"/>
                  </a:cxn>
                  <a:cxn ang="0">
                    <a:pos x="299" y="257"/>
                  </a:cxn>
                  <a:cxn ang="0">
                    <a:pos x="317" y="311"/>
                  </a:cxn>
                  <a:cxn ang="0">
                    <a:pos x="323" y="365"/>
                  </a:cxn>
                  <a:cxn ang="0">
                    <a:pos x="317" y="419"/>
                  </a:cxn>
                  <a:cxn ang="0">
                    <a:pos x="299" y="467"/>
                  </a:cxn>
                  <a:cxn ang="0">
                    <a:pos x="274" y="515"/>
                  </a:cxn>
                  <a:cxn ang="0">
                    <a:pos x="238" y="563"/>
                  </a:cxn>
                  <a:cxn ang="0">
                    <a:pos x="268" y="563"/>
                  </a:cxn>
                  <a:cxn ang="0">
                    <a:pos x="311" y="515"/>
                  </a:cxn>
                  <a:cxn ang="0">
                    <a:pos x="335" y="467"/>
                  </a:cxn>
                  <a:cxn ang="0">
                    <a:pos x="353" y="419"/>
                  </a:cxn>
                  <a:cxn ang="0">
                    <a:pos x="360" y="365"/>
                  </a:cxn>
                  <a:cxn ang="0">
                    <a:pos x="360" y="365"/>
                  </a:cxn>
                </a:cxnLst>
                <a:rect l="0" t="0" r="r" b="b"/>
                <a:pathLst>
                  <a:path w="360" h="563">
                    <a:moveTo>
                      <a:pt x="360" y="365"/>
                    </a:moveTo>
                    <a:lnTo>
                      <a:pt x="353" y="305"/>
                    </a:lnTo>
                    <a:lnTo>
                      <a:pt x="335" y="251"/>
                    </a:lnTo>
                    <a:lnTo>
                      <a:pt x="305" y="204"/>
                    </a:lnTo>
                    <a:lnTo>
                      <a:pt x="262" y="156"/>
                    </a:lnTo>
                    <a:lnTo>
                      <a:pt x="213" y="108"/>
                    </a:lnTo>
                    <a:lnTo>
                      <a:pt x="159" y="66"/>
                    </a:lnTo>
                    <a:lnTo>
                      <a:pt x="92" y="30"/>
                    </a:lnTo>
                    <a:lnTo>
                      <a:pt x="19" y="0"/>
                    </a:lnTo>
                    <a:lnTo>
                      <a:pt x="0" y="12"/>
                    </a:lnTo>
                    <a:lnTo>
                      <a:pt x="67" y="42"/>
                    </a:lnTo>
                    <a:lnTo>
                      <a:pt x="134" y="78"/>
                    </a:lnTo>
                    <a:lnTo>
                      <a:pt x="189" y="114"/>
                    </a:lnTo>
                    <a:lnTo>
                      <a:pt x="238" y="162"/>
                    </a:lnTo>
                    <a:lnTo>
                      <a:pt x="274" y="210"/>
                    </a:lnTo>
                    <a:lnTo>
                      <a:pt x="299" y="257"/>
                    </a:lnTo>
                    <a:lnTo>
                      <a:pt x="317" y="311"/>
                    </a:lnTo>
                    <a:lnTo>
                      <a:pt x="323" y="365"/>
                    </a:lnTo>
                    <a:lnTo>
                      <a:pt x="317" y="419"/>
                    </a:lnTo>
                    <a:lnTo>
                      <a:pt x="299" y="467"/>
                    </a:lnTo>
                    <a:lnTo>
                      <a:pt x="274" y="515"/>
                    </a:lnTo>
                    <a:lnTo>
                      <a:pt x="238" y="563"/>
                    </a:lnTo>
                    <a:lnTo>
                      <a:pt x="268" y="563"/>
                    </a:lnTo>
                    <a:lnTo>
                      <a:pt x="311" y="515"/>
                    </a:lnTo>
                    <a:lnTo>
                      <a:pt x="335" y="467"/>
                    </a:lnTo>
                    <a:lnTo>
                      <a:pt x="353" y="419"/>
                    </a:lnTo>
                    <a:lnTo>
                      <a:pt x="360" y="365"/>
                    </a:lnTo>
                    <a:lnTo>
                      <a:pt x="360" y="365"/>
                    </a:lnTo>
                    <a:close/>
                  </a:path>
                </a:pathLst>
              </a:custGeom>
              <a:gradFill rotWithShape="0">
                <a:gsLst>
                  <a:gs pos="0">
                    <a:schemeClr val="accent1"/>
                  </a:gs>
                  <a:gs pos="100000">
                    <a:schemeClr val="accent1">
                      <a:gamma/>
                      <a:shade val="87843"/>
                      <a:invGamma/>
                    </a:schemeClr>
                  </a:gs>
                </a:gsLst>
                <a:lin ang="5400000" scaled="1"/>
              </a:gradFill>
              <a:ln w="9525">
                <a:noFill/>
                <a:round/>
                <a:headEnd/>
                <a:tailEnd/>
              </a:ln>
            </p:spPr>
            <p:txBody>
              <a:bodyPr/>
              <a:lstStyle/>
              <a:p>
                <a:pPr>
                  <a:defRPr/>
                </a:pPr>
                <a:endParaRPr lang="th-TH"/>
              </a:p>
            </p:txBody>
          </p:sp>
          <p:sp>
            <p:nvSpPr>
              <p:cNvPr id="75808" name="Freeform 32">
                <a:extLst>
                  <a:ext uri="{FF2B5EF4-FFF2-40B4-BE49-F238E27FC236}">
                    <a16:creationId xmlns:a16="http://schemas.microsoft.com/office/drawing/2014/main" id="{5C358EFF-51CA-4346-A65F-8B219EDB7A62}"/>
                  </a:ext>
                </a:extLst>
              </p:cNvPr>
              <p:cNvSpPr>
                <a:spLocks/>
              </p:cNvSpPr>
              <p:nvPr/>
            </p:nvSpPr>
            <p:spPr bwMode="hidden">
              <a:xfrm>
                <a:off x="2318" y="3631"/>
                <a:ext cx="1078" cy="425"/>
              </a:xfrm>
              <a:custGeom>
                <a:avLst/>
                <a:gdLst/>
                <a:ahLst/>
                <a:cxnLst>
                  <a:cxn ang="0">
                    <a:pos x="1053" y="425"/>
                  </a:cxn>
                  <a:cxn ang="0">
                    <a:pos x="1078" y="419"/>
                  </a:cxn>
                  <a:cxn ang="0">
                    <a:pos x="1066" y="377"/>
                  </a:cxn>
                  <a:cxn ang="0">
                    <a:pos x="1047" y="336"/>
                  </a:cxn>
                  <a:cxn ang="0">
                    <a:pos x="986" y="252"/>
                  </a:cxn>
                  <a:cxn ang="0">
                    <a:pos x="907" y="180"/>
                  </a:cxn>
                  <a:cxn ang="0">
                    <a:pos x="810" y="120"/>
                  </a:cxn>
                  <a:cxn ang="0">
                    <a:pos x="694" y="72"/>
                  </a:cxn>
                  <a:cxn ang="0">
                    <a:pos x="560" y="30"/>
                  </a:cxn>
                  <a:cxn ang="0">
                    <a:pos x="420" y="6"/>
                  </a:cxn>
                  <a:cxn ang="0">
                    <a:pos x="268" y="0"/>
                  </a:cxn>
                  <a:cxn ang="0">
                    <a:pos x="134" y="6"/>
                  </a:cxn>
                  <a:cxn ang="0">
                    <a:pos x="0" y="24"/>
                  </a:cxn>
                  <a:cxn ang="0">
                    <a:pos x="12" y="36"/>
                  </a:cxn>
                  <a:cxn ang="0">
                    <a:pos x="134" y="18"/>
                  </a:cxn>
                  <a:cxn ang="0">
                    <a:pos x="268" y="12"/>
                  </a:cxn>
                  <a:cxn ang="0">
                    <a:pos x="420" y="18"/>
                  </a:cxn>
                  <a:cxn ang="0">
                    <a:pos x="554" y="42"/>
                  </a:cxn>
                  <a:cxn ang="0">
                    <a:pos x="682" y="84"/>
                  </a:cxn>
                  <a:cxn ang="0">
                    <a:pos x="798" y="132"/>
                  </a:cxn>
                  <a:cxn ang="0">
                    <a:pos x="895" y="192"/>
                  </a:cxn>
                  <a:cxn ang="0">
                    <a:pos x="968" y="264"/>
                  </a:cxn>
                  <a:cxn ang="0">
                    <a:pos x="999" y="300"/>
                  </a:cxn>
                  <a:cxn ang="0">
                    <a:pos x="1023" y="342"/>
                  </a:cxn>
                  <a:cxn ang="0">
                    <a:pos x="1041" y="383"/>
                  </a:cxn>
                  <a:cxn ang="0">
                    <a:pos x="1053" y="425"/>
                  </a:cxn>
                  <a:cxn ang="0">
                    <a:pos x="1053" y="425"/>
                  </a:cxn>
                </a:cxnLst>
                <a:rect l="0" t="0" r="r" b="b"/>
                <a:pathLst>
                  <a:path w="1078" h="425">
                    <a:moveTo>
                      <a:pt x="1053" y="425"/>
                    </a:moveTo>
                    <a:lnTo>
                      <a:pt x="1078" y="419"/>
                    </a:lnTo>
                    <a:lnTo>
                      <a:pt x="1066" y="377"/>
                    </a:lnTo>
                    <a:lnTo>
                      <a:pt x="1047" y="336"/>
                    </a:lnTo>
                    <a:lnTo>
                      <a:pt x="986" y="252"/>
                    </a:lnTo>
                    <a:lnTo>
                      <a:pt x="907" y="180"/>
                    </a:lnTo>
                    <a:lnTo>
                      <a:pt x="810" y="120"/>
                    </a:lnTo>
                    <a:lnTo>
                      <a:pt x="694" y="72"/>
                    </a:lnTo>
                    <a:lnTo>
                      <a:pt x="560" y="30"/>
                    </a:lnTo>
                    <a:lnTo>
                      <a:pt x="420" y="6"/>
                    </a:lnTo>
                    <a:lnTo>
                      <a:pt x="268" y="0"/>
                    </a:lnTo>
                    <a:lnTo>
                      <a:pt x="134" y="6"/>
                    </a:lnTo>
                    <a:lnTo>
                      <a:pt x="0" y="24"/>
                    </a:lnTo>
                    <a:lnTo>
                      <a:pt x="12" y="36"/>
                    </a:lnTo>
                    <a:lnTo>
                      <a:pt x="134" y="18"/>
                    </a:lnTo>
                    <a:lnTo>
                      <a:pt x="268" y="12"/>
                    </a:lnTo>
                    <a:lnTo>
                      <a:pt x="420" y="18"/>
                    </a:lnTo>
                    <a:lnTo>
                      <a:pt x="554" y="42"/>
                    </a:lnTo>
                    <a:lnTo>
                      <a:pt x="682" y="84"/>
                    </a:lnTo>
                    <a:lnTo>
                      <a:pt x="798" y="132"/>
                    </a:lnTo>
                    <a:lnTo>
                      <a:pt x="895" y="192"/>
                    </a:lnTo>
                    <a:lnTo>
                      <a:pt x="968" y="264"/>
                    </a:lnTo>
                    <a:lnTo>
                      <a:pt x="999" y="300"/>
                    </a:lnTo>
                    <a:lnTo>
                      <a:pt x="1023" y="342"/>
                    </a:lnTo>
                    <a:lnTo>
                      <a:pt x="1041" y="383"/>
                    </a:lnTo>
                    <a:lnTo>
                      <a:pt x="1053" y="425"/>
                    </a:lnTo>
                    <a:lnTo>
                      <a:pt x="1053" y="425"/>
                    </a:lnTo>
                    <a:close/>
                  </a:path>
                </a:pathLst>
              </a:custGeom>
              <a:gradFill rotWithShape="0">
                <a:gsLst>
                  <a:gs pos="0">
                    <a:schemeClr val="accent1"/>
                  </a:gs>
                  <a:gs pos="100000">
                    <a:schemeClr val="accent1">
                      <a:gamma/>
                      <a:shade val="87843"/>
                      <a:invGamma/>
                    </a:schemeClr>
                  </a:gs>
                </a:gsLst>
                <a:lin ang="5400000" scaled="1"/>
              </a:gradFill>
              <a:ln w="9525">
                <a:noFill/>
                <a:round/>
                <a:headEnd/>
                <a:tailEnd/>
              </a:ln>
            </p:spPr>
            <p:txBody>
              <a:bodyPr/>
              <a:lstStyle/>
              <a:p>
                <a:pPr>
                  <a:defRPr/>
                </a:pPr>
                <a:endParaRPr lang="th-TH"/>
              </a:p>
            </p:txBody>
          </p:sp>
          <p:sp>
            <p:nvSpPr>
              <p:cNvPr id="75809" name="Freeform 33">
                <a:extLst>
                  <a:ext uri="{FF2B5EF4-FFF2-40B4-BE49-F238E27FC236}">
                    <a16:creationId xmlns:a16="http://schemas.microsoft.com/office/drawing/2014/main" id="{1B74B0F1-EE49-48EA-985F-925820F6DE50}"/>
                  </a:ext>
                </a:extLst>
              </p:cNvPr>
              <p:cNvSpPr>
                <a:spLocks/>
              </p:cNvSpPr>
              <p:nvPr/>
            </p:nvSpPr>
            <p:spPr bwMode="hidden">
              <a:xfrm>
                <a:off x="3304" y="4080"/>
                <a:ext cx="98" cy="234"/>
              </a:xfrm>
              <a:custGeom>
                <a:avLst/>
                <a:gdLst/>
                <a:ahLst/>
                <a:cxnLst>
                  <a:cxn ang="0">
                    <a:pos x="0" y="234"/>
                  </a:cxn>
                  <a:cxn ang="0">
                    <a:pos x="25" y="234"/>
                  </a:cxn>
                  <a:cxn ang="0">
                    <a:pos x="55" y="186"/>
                  </a:cxn>
                  <a:cxn ang="0">
                    <a:pos x="80" y="138"/>
                  </a:cxn>
                  <a:cxn ang="0">
                    <a:pos x="92" y="90"/>
                  </a:cxn>
                  <a:cxn ang="0">
                    <a:pos x="98" y="36"/>
                  </a:cxn>
                  <a:cxn ang="0">
                    <a:pos x="98" y="0"/>
                  </a:cxn>
                  <a:cxn ang="0">
                    <a:pos x="74" y="0"/>
                  </a:cxn>
                  <a:cxn ang="0">
                    <a:pos x="74" y="36"/>
                  </a:cxn>
                  <a:cxn ang="0">
                    <a:pos x="67" y="90"/>
                  </a:cxn>
                  <a:cxn ang="0">
                    <a:pos x="55" y="138"/>
                  </a:cxn>
                  <a:cxn ang="0">
                    <a:pos x="31" y="186"/>
                  </a:cxn>
                  <a:cxn ang="0">
                    <a:pos x="0" y="234"/>
                  </a:cxn>
                  <a:cxn ang="0">
                    <a:pos x="0" y="234"/>
                  </a:cxn>
                </a:cxnLst>
                <a:rect l="0" t="0" r="r" b="b"/>
                <a:pathLst>
                  <a:path w="98" h="234">
                    <a:moveTo>
                      <a:pt x="0" y="234"/>
                    </a:moveTo>
                    <a:lnTo>
                      <a:pt x="25" y="234"/>
                    </a:lnTo>
                    <a:lnTo>
                      <a:pt x="55" y="186"/>
                    </a:lnTo>
                    <a:lnTo>
                      <a:pt x="80" y="138"/>
                    </a:lnTo>
                    <a:lnTo>
                      <a:pt x="92" y="90"/>
                    </a:lnTo>
                    <a:lnTo>
                      <a:pt x="98" y="36"/>
                    </a:lnTo>
                    <a:lnTo>
                      <a:pt x="98" y="0"/>
                    </a:lnTo>
                    <a:lnTo>
                      <a:pt x="74" y="0"/>
                    </a:lnTo>
                    <a:lnTo>
                      <a:pt x="74" y="36"/>
                    </a:lnTo>
                    <a:lnTo>
                      <a:pt x="67" y="90"/>
                    </a:lnTo>
                    <a:lnTo>
                      <a:pt x="55" y="138"/>
                    </a:lnTo>
                    <a:lnTo>
                      <a:pt x="31" y="186"/>
                    </a:lnTo>
                    <a:lnTo>
                      <a:pt x="0" y="234"/>
                    </a:lnTo>
                    <a:lnTo>
                      <a:pt x="0" y="234"/>
                    </a:lnTo>
                    <a:close/>
                  </a:path>
                </a:pathLst>
              </a:custGeom>
              <a:gradFill rotWithShape="0">
                <a:gsLst>
                  <a:gs pos="0">
                    <a:schemeClr val="accent1"/>
                  </a:gs>
                  <a:gs pos="100000">
                    <a:schemeClr val="accent1">
                      <a:gamma/>
                      <a:shade val="87843"/>
                      <a:invGamma/>
                    </a:schemeClr>
                  </a:gs>
                </a:gsLst>
                <a:lin ang="5400000" scaled="1"/>
              </a:gradFill>
              <a:ln w="9525">
                <a:noFill/>
                <a:round/>
                <a:headEnd/>
                <a:tailEnd/>
              </a:ln>
            </p:spPr>
            <p:txBody>
              <a:bodyPr/>
              <a:lstStyle/>
              <a:p>
                <a:pPr>
                  <a:defRPr/>
                </a:pPr>
                <a:endParaRPr lang="th-TH"/>
              </a:p>
            </p:txBody>
          </p:sp>
          <p:sp>
            <p:nvSpPr>
              <p:cNvPr id="75810" name="Freeform 34">
                <a:extLst>
                  <a:ext uri="{FF2B5EF4-FFF2-40B4-BE49-F238E27FC236}">
                    <a16:creationId xmlns:a16="http://schemas.microsoft.com/office/drawing/2014/main" id="{38B63A7A-E135-412B-B626-A27AA4F1CE20}"/>
                  </a:ext>
                </a:extLst>
              </p:cNvPr>
              <p:cNvSpPr>
                <a:spLocks/>
              </p:cNvSpPr>
              <p:nvPr/>
            </p:nvSpPr>
            <p:spPr bwMode="hidden">
              <a:xfrm>
                <a:off x="1776" y="3673"/>
                <a:ext cx="481" cy="641"/>
              </a:xfrm>
              <a:custGeom>
                <a:avLst/>
                <a:gdLst/>
                <a:ahLst/>
                <a:cxnLst>
                  <a:cxn ang="0">
                    <a:pos x="18" y="443"/>
                  </a:cxn>
                  <a:cxn ang="0">
                    <a:pos x="24" y="371"/>
                  </a:cxn>
                  <a:cxn ang="0">
                    <a:pos x="55" y="305"/>
                  </a:cxn>
                  <a:cxn ang="0">
                    <a:pos x="91" y="246"/>
                  </a:cxn>
                  <a:cxn ang="0">
                    <a:pos x="146" y="186"/>
                  </a:cxn>
                  <a:cxn ang="0">
                    <a:pos x="213" y="132"/>
                  </a:cxn>
                  <a:cxn ang="0">
                    <a:pos x="292" y="84"/>
                  </a:cxn>
                  <a:cxn ang="0">
                    <a:pos x="384" y="48"/>
                  </a:cxn>
                  <a:cxn ang="0">
                    <a:pos x="481" y="12"/>
                  </a:cxn>
                  <a:cxn ang="0">
                    <a:pos x="457" y="0"/>
                  </a:cxn>
                  <a:cxn ang="0">
                    <a:pos x="359" y="36"/>
                  </a:cxn>
                  <a:cxn ang="0">
                    <a:pos x="274" y="78"/>
                  </a:cxn>
                  <a:cxn ang="0">
                    <a:pos x="195" y="126"/>
                  </a:cxn>
                  <a:cxn ang="0">
                    <a:pos x="128" y="180"/>
                  </a:cxn>
                  <a:cxn ang="0">
                    <a:pos x="73" y="240"/>
                  </a:cxn>
                  <a:cxn ang="0">
                    <a:pos x="37" y="305"/>
                  </a:cxn>
                  <a:cxn ang="0">
                    <a:pos x="6" y="371"/>
                  </a:cxn>
                  <a:cxn ang="0">
                    <a:pos x="0" y="443"/>
                  </a:cxn>
                  <a:cxn ang="0">
                    <a:pos x="6" y="497"/>
                  </a:cxn>
                  <a:cxn ang="0">
                    <a:pos x="18" y="545"/>
                  </a:cxn>
                  <a:cxn ang="0">
                    <a:pos x="43" y="593"/>
                  </a:cxn>
                  <a:cxn ang="0">
                    <a:pos x="73" y="641"/>
                  </a:cxn>
                  <a:cxn ang="0">
                    <a:pos x="97" y="641"/>
                  </a:cxn>
                  <a:cxn ang="0">
                    <a:pos x="67" y="593"/>
                  </a:cxn>
                  <a:cxn ang="0">
                    <a:pos x="43" y="545"/>
                  </a:cxn>
                  <a:cxn ang="0">
                    <a:pos x="24" y="497"/>
                  </a:cxn>
                  <a:cxn ang="0">
                    <a:pos x="18" y="443"/>
                  </a:cxn>
                  <a:cxn ang="0">
                    <a:pos x="18" y="443"/>
                  </a:cxn>
                </a:cxnLst>
                <a:rect l="0" t="0" r="r" b="b"/>
                <a:pathLst>
                  <a:path w="481" h="641">
                    <a:moveTo>
                      <a:pt x="18" y="443"/>
                    </a:moveTo>
                    <a:lnTo>
                      <a:pt x="24" y="371"/>
                    </a:lnTo>
                    <a:lnTo>
                      <a:pt x="55" y="305"/>
                    </a:lnTo>
                    <a:lnTo>
                      <a:pt x="91" y="246"/>
                    </a:lnTo>
                    <a:lnTo>
                      <a:pt x="146" y="186"/>
                    </a:lnTo>
                    <a:lnTo>
                      <a:pt x="213" y="132"/>
                    </a:lnTo>
                    <a:lnTo>
                      <a:pt x="292" y="84"/>
                    </a:lnTo>
                    <a:lnTo>
                      <a:pt x="384" y="48"/>
                    </a:lnTo>
                    <a:lnTo>
                      <a:pt x="481" y="12"/>
                    </a:lnTo>
                    <a:lnTo>
                      <a:pt x="457" y="0"/>
                    </a:lnTo>
                    <a:lnTo>
                      <a:pt x="359" y="36"/>
                    </a:lnTo>
                    <a:lnTo>
                      <a:pt x="274" y="78"/>
                    </a:lnTo>
                    <a:lnTo>
                      <a:pt x="195" y="126"/>
                    </a:lnTo>
                    <a:lnTo>
                      <a:pt x="128" y="180"/>
                    </a:lnTo>
                    <a:lnTo>
                      <a:pt x="73" y="240"/>
                    </a:lnTo>
                    <a:lnTo>
                      <a:pt x="37" y="305"/>
                    </a:lnTo>
                    <a:lnTo>
                      <a:pt x="6" y="371"/>
                    </a:lnTo>
                    <a:lnTo>
                      <a:pt x="0" y="443"/>
                    </a:lnTo>
                    <a:lnTo>
                      <a:pt x="6" y="497"/>
                    </a:lnTo>
                    <a:lnTo>
                      <a:pt x="18" y="545"/>
                    </a:lnTo>
                    <a:lnTo>
                      <a:pt x="43" y="593"/>
                    </a:lnTo>
                    <a:lnTo>
                      <a:pt x="73" y="641"/>
                    </a:lnTo>
                    <a:lnTo>
                      <a:pt x="97" y="641"/>
                    </a:lnTo>
                    <a:lnTo>
                      <a:pt x="67" y="593"/>
                    </a:lnTo>
                    <a:lnTo>
                      <a:pt x="43" y="545"/>
                    </a:lnTo>
                    <a:lnTo>
                      <a:pt x="24" y="497"/>
                    </a:lnTo>
                    <a:lnTo>
                      <a:pt x="18" y="443"/>
                    </a:lnTo>
                    <a:lnTo>
                      <a:pt x="18" y="443"/>
                    </a:lnTo>
                    <a:close/>
                  </a:path>
                </a:pathLst>
              </a:custGeom>
              <a:solidFill>
                <a:schemeClr val="accent1"/>
              </a:solidFill>
              <a:ln w="9525">
                <a:noFill/>
                <a:round/>
                <a:headEnd/>
                <a:tailEnd/>
              </a:ln>
            </p:spPr>
            <p:txBody>
              <a:bodyPr/>
              <a:lstStyle/>
              <a:p>
                <a:pPr>
                  <a:defRPr/>
                </a:pPr>
                <a:endParaRPr lang="th-TH"/>
              </a:p>
            </p:txBody>
          </p:sp>
          <p:sp>
            <p:nvSpPr>
              <p:cNvPr id="75811" name="Freeform 35">
                <a:extLst>
                  <a:ext uri="{FF2B5EF4-FFF2-40B4-BE49-F238E27FC236}">
                    <a16:creationId xmlns:a16="http://schemas.microsoft.com/office/drawing/2014/main" id="{25D9389D-BB78-4AEF-8E9E-5F7749D89A52}"/>
                  </a:ext>
                </a:extLst>
              </p:cNvPr>
              <p:cNvSpPr>
                <a:spLocks noEditPoints="1"/>
              </p:cNvSpPr>
              <p:nvPr/>
            </p:nvSpPr>
            <p:spPr bwMode="hidden">
              <a:xfrm>
                <a:off x="4200" y="3402"/>
                <a:ext cx="1201" cy="731"/>
              </a:xfrm>
              <a:custGeom>
                <a:avLst/>
                <a:gdLst/>
                <a:ahLst/>
                <a:cxnLst>
                  <a:cxn ang="0">
                    <a:pos x="484" y="6"/>
                  </a:cxn>
                  <a:cxn ang="0">
                    <a:pos x="263" y="60"/>
                  </a:cxn>
                  <a:cxn ang="0">
                    <a:pos x="101" y="162"/>
                  </a:cxn>
                  <a:cxn ang="0">
                    <a:pos x="12" y="294"/>
                  </a:cxn>
                  <a:cxn ang="0">
                    <a:pos x="0" y="366"/>
                  </a:cxn>
                  <a:cxn ang="0">
                    <a:pos x="12" y="437"/>
                  </a:cxn>
                  <a:cxn ang="0">
                    <a:pos x="101" y="569"/>
                  </a:cxn>
                  <a:cxn ang="0">
                    <a:pos x="263" y="671"/>
                  </a:cxn>
                  <a:cxn ang="0">
                    <a:pos x="484" y="725"/>
                  </a:cxn>
                  <a:cxn ang="0">
                    <a:pos x="723" y="725"/>
                  </a:cxn>
                  <a:cxn ang="0">
                    <a:pos x="938" y="671"/>
                  </a:cxn>
                  <a:cxn ang="0">
                    <a:pos x="1100" y="569"/>
                  </a:cxn>
                  <a:cxn ang="0">
                    <a:pos x="1189" y="437"/>
                  </a:cxn>
                  <a:cxn ang="0">
                    <a:pos x="1201" y="366"/>
                  </a:cxn>
                  <a:cxn ang="0">
                    <a:pos x="1189" y="294"/>
                  </a:cxn>
                  <a:cxn ang="0">
                    <a:pos x="1100" y="162"/>
                  </a:cxn>
                  <a:cxn ang="0">
                    <a:pos x="938" y="60"/>
                  </a:cxn>
                  <a:cxn ang="0">
                    <a:pos x="723" y="6"/>
                  </a:cxn>
                  <a:cxn ang="0">
                    <a:pos x="604" y="0"/>
                  </a:cxn>
                  <a:cxn ang="0">
                    <a:pos x="490" y="701"/>
                  </a:cxn>
                  <a:cxn ang="0">
                    <a:pos x="287" y="647"/>
                  </a:cxn>
                  <a:cxn ang="0">
                    <a:pos x="131" y="557"/>
                  </a:cxn>
                  <a:cxn ang="0">
                    <a:pos x="48" y="437"/>
                  </a:cxn>
                  <a:cxn ang="0">
                    <a:pos x="36" y="366"/>
                  </a:cxn>
                  <a:cxn ang="0">
                    <a:pos x="48" y="300"/>
                  </a:cxn>
                  <a:cxn ang="0">
                    <a:pos x="131" y="174"/>
                  </a:cxn>
                  <a:cxn ang="0">
                    <a:pos x="287" y="84"/>
                  </a:cxn>
                  <a:cxn ang="0">
                    <a:pos x="490" y="30"/>
                  </a:cxn>
                  <a:cxn ang="0">
                    <a:pos x="717" y="30"/>
                  </a:cxn>
                  <a:cxn ang="0">
                    <a:pos x="920" y="84"/>
                  </a:cxn>
                  <a:cxn ang="0">
                    <a:pos x="1070" y="174"/>
                  </a:cxn>
                  <a:cxn ang="0">
                    <a:pos x="1153" y="300"/>
                  </a:cxn>
                  <a:cxn ang="0">
                    <a:pos x="1153" y="437"/>
                  </a:cxn>
                  <a:cxn ang="0">
                    <a:pos x="1070" y="557"/>
                  </a:cxn>
                  <a:cxn ang="0">
                    <a:pos x="920" y="647"/>
                  </a:cxn>
                  <a:cxn ang="0">
                    <a:pos x="717" y="701"/>
                  </a:cxn>
                  <a:cxn ang="0">
                    <a:pos x="604" y="707"/>
                  </a:cxn>
                </a:cxnLst>
                <a:rect l="0" t="0" r="r" b="b"/>
                <a:pathLst>
                  <a:path w="1201" h="731">
                    <a:moveTo>
                      <a:pt x="604" y="0"/>
                    </a:moveTo>
                    <a:lnTo>
                      <a:pt x="484" y="6"/>
                    </a:lnTo>
                    <a:lnTo>
                      <a:pt x="370" y="30"/>
                    </a:lnTo>
                    <a:lnTo>
                      <a:pt x="263" y="60"/>
                    </a:lnTo>
                    <a:lnTo>
                      <a:pt x="179" y="108"/>
                    </a:lnTo>
                    <a:lnTo>
                      <a:pt x="101" y="162"/>
                    </a:lnTo>
                    <a:lnTo>
                      <a:pt x="48" y="222"/>
                    </a:lnTo>
                    <a:lnTo>
                      <a:pt x="12" y="294"/>
                    </a:lnTo>
                    <a:lnTo>
                      <a:pt x="6" y="330"/>
                    </a:lnTo>
                    <a:lnTo>
                      <a:pt x="0" y="366"/>
                    </a:lnTo>
                    <a:lnTo>
                      <a:pt x="6" y="401"/>
                    </a:lnTo>
                    <a:lnTo>
                      <a:pt x="12" y="437"/>
                    </a:lnTo>
                    <a:lnTo>
                      <a:pt x="48" y="509"/>
                    </a:lnTo>
                    <a:lnTo>
                      <a:pt x="101" y="569"/>
                    </a:lnTo>
                    <a:lnTo>
                      <a:pt x="179" y="623"/>
                    </a:lnTo>
                    <a:lnTo>
                      <a:pt x="263" y="671"/>
                    </a:lnTo>
                    <a:lnTo>
                      <a:pt x="370" y="701"/>
                    </a:lnTo>
                    <a:lnTo>
                      <a:pt x="484" y="725"/>
                    </a:lnTo>
                    <a:lnTo>
                      <a:pt x="604" y="731"/>
                    </a:lnTo>
                    <a:lnTo>
                      <a:pt x="723" y="725"/>
                    </a:lnTo>
                    <a:lnTo>
                      <a:pt x="837" y="701"/>
                    </a:lnTo>
                    <a:lnTo>
                      <a:pt x="938" y="671"/>
                    </a:lnTo>
                    <a:lnTo>
                      <a:pt x="1028" y="623"/>
                    </a:lnTo>
                    <a:lnTo>
                      <a:pt x="1100" y="569"/>
                    </a:lnTo>
                    <a:lnTo>
                      <a:pt x="1153" y="509"/>
                    </a:lnTo>
                    <a:lnTo>
                      <a:pt x="1189" y="437"/>
                    </a:lnTo>
                    <a:lnTo>
                      <a:pt x="1201" y="401"/>
                    </a:lnTo>
                    <a:lnTo>
                      <a:pt x="1201" y="366"/>
                    </a:lnTo>
                    <a:lnTo>
                      <a:pt x="1201" y="330"/>
                    </a:lnTo>
                    <a:lnTo>
                      <a:pt x="1189" y="294"/>
                    </a:lnTo>
                    <a:lnTo>
                      <a:pt x="1153" y="222"/>
                    </a:lnTo>
                    <a:lnTo>
                      <a:pt x="1100" y="162"/>
                    </a:lnTo>
                    <a:lnTo>
                      <a:pt x="1028" y="108"/>
                    </a:lnTo>
                    <a:lnTo>
                      <a:pt x="938" y="60"/>
                    </a:lnTo>
                    <a:lnTo>
                      <a:pt x="837" y="30"/>
                    </a:lnTo>
                    <a:lnTo>
                      <a:pt x="723" y="6"/>
                    </a:lnTo>
                    <a:lnTo>
                      <a:pt x="604" y="0"/>
                    </a:lnTo>
                    <a:lnTo>
                      <a:pt x="604" y="0"/>
                    </a:lnTo>
                    <a:close/>
                    <a:moveTo>
                      <a:pt x="604" y="707"/>
                    </a:moveTo>
                    <a:lnTo>
                      <a:pt x="490" y="701"/>
                    </a:lnTo>
                    <a:lnTo>
                      <a:pt x="382" y="683"/>
                    </a:lnTo>
                    <a:lnTo>
                      <a:pt x="287" y="647"/>
                    </a:lnTo>
                    <a:lnTo>
                      <a:pt x="203" y="611"/>
                    </a:lnTo>
                    <a:lnTo>
                      <a:pt x="131" y="557"/>
                    </a:lnTo>
                    <a:lnTo>
                      <a:pt x="83" y="497"/>
                    </a:lnTo>
                    <a:lnTo>
                      <a:pt x="48" y="437"/>
                    </a:lnTo>
                    <a:lnTo>
                      <a:pt x="42" y="401"/>
                    </a:lnTo>
                    <a:lnTo>
                      <a:pt x="36" y="366"/>
                    </a:lnTo>
                    <a:lnTo>
                      <a:pt x="42" y="330"/>
                    </a:lnTo>
                    <a:lnTo>
                      <a:pt x="48" y="300"/>
                    </a:lnTo>
                    <a:lnTo>
                      <a:pt x="83" y="234"/>
                    </a:lnTo>
                    <a:lnTo>
                      <a:pt x="131" y="174"/>
                    </a:lnTo>
                    <a:lnTo>
                      <a:pt x="203" y="126"/>
                    </a:lnTo>
                    <a:lnTo>
                      <a:pt x="287" y="84"/>
                    </a:lnTo>
                    <a:lnTo>
                      <a:pt x="382" y="54"/>
                    </a:lnTo>
                    <a:lnTo>
                      <a:pt x="490" y="30"/>
                    </a:lnTo>
                    <a:lnTo>
                      <a:pt x="604" y="24"/>
                    </a:lnTo>
                    <a:lnTo>
                      <a:pt x="717" y="30"/>
                    </a:lnTo>
                    <a:lnTo>
                      <a:pt x="825" y="54"/>
                    </a:lnTo>
                    <a:lnTo>
                      <a:pt x="920" y="84"/>
                    </a:lnTo>
                    <a:lnTo>
                      <a:pt x="1004" y="126"/>
                    </a:lnTo>
                    <a:lnTo>
                      <a:pt x="1070" y="174"/>
                    </a:lnTo>
                    <a:lnTo>
                      <a:pt x="1124" y="234"/>
                    </a:lnTo>
                    <a:lnTo>
                      <a:pt x="1153" y="300"/>
                    </a:lnTo>
                    <a:lnTo>
                      <a:pt x="1165" y="366"/>
                    </a:lnTo>
                    <a:lnTo>
                      <a:pt x="1153" y="437"/>
                    </a:lnTo>
                    <a:lnTo>
                      <a:pt x="1124" y="497"/>
                    </a:lnTo>
                    <a:lnTo>
                      <a:pt x="1070" y="557"/>
                    </a:lnTo>
                    <a:lnTo>
                      <a:pt x="1004" y="611"/>
                    </a:lnTo>
                    <a:lnTo>
                      <a:pt x="920" y="647"/>
                    </a:lnTo>
                    <a:lnTo>
                      <a:pt x="825" y="683"/>
                    </a:lnTo>
                    <a:lnTo>
                      <a:pt x="717" y="701"/>
                    </a:lnTo>
                    <a:lnTo>
                      <a:pt x="604" y="707"/>
                    </a:lnTo>
                    <a:lnTo>
                      <a:pt x="604" y="707"/>
                    </a:lnTo>
                    <a:close/>
                  </a:path>
                </a:pathLst>
              </a:custGeom>
              <a:gradFill rotWithShape="0">
                <a:gsLst>
                  <a:gs pos="0">
                    <a:schemeClr val="accent1">
                      <a:gamma/>
                      <a:tint val="96863"/>
                      <a:invGamma/>
                    </a:schemeClr>
                  </a:gs>
                  <a:gs pos="100000">
                    <a:schemeClr val="accent1"/>
                  </a:gs>
                </a:gsLst>
                <a:lin ang="5400000" scaled="1"/>
              </a:gradFill>
              <a:ln w="9525">
                <a:noFill/>
                <a:round/>
                <a:headEnd/>
                <a:tailEnd/>
              </a:ln>
            </p:spPr>
            <p:txBody>
              <a:bodyPr/>
              <a:lstStyle/>
              <a:p>
                <a:pPr>
                  <a:defRPr/>
                </a:pPr>
                <a:endParaRPr lang="th-TH"/>
              </a:p>
            </p:txBody>
          </p:sp>
          <p:sp>
            <p:nvSpPr>
              <p:cNvPr id="75812" name="Freeform 36">
                <a:extLst>
                  <a:ext uri="{FF2B5EF4-FFF2-40B4-BE49-F238E27FC236}">
                    <a16:creationId xmlns:a16="http://schemas.microsoft.com/office/drawing/2014/main" id="{1BF2AA83-91CF-4AA8-A8EF-E0731C6BF457}"/>
                  </a:ext>
                </a:extLst>
              </p:cNvPr>
              <p:cNvSpPr>
                <a:spLocks/>
              </p:cNvSpPr>
              <p:nvPr/>
            </p:nvSpPr>
            <p:spPr bwMode="hidden">
              <a:xfrm>
                <a:off x="4128" y="3366"/>
                <a:ext cx="544" cy="737"/>
              </a:xfrm>
              <a:custGeom>
                <a:avLst/>
                <a:gdLst/>
                <a:ahLst/>
                <a:cxnLst>
                  <a:cxn ang="0">
                    <a:pos x="24" y="402"/>
                  </a:cxn>
                  <a:cxn ang="0">
                    <a:pos x="36" y="330"/>
                  </a:cxn>
                  <a:cxn ang="0">
                    <a:pos x="66" y="264"/>
                  </a:cxn>
                  <a:cxn ang="0">
                    <a:pos x="108" y="204"/>
                  </a:cxn>
                  <a:cxn ang="0">
                    <a:pos x="173" y="150"/>
                  </a:cxn>
                  <a:cxn ang="0">
                    <a:pos x="251" y="102"/>
                  </a:cxn>
                  <a:cxn ang="0">
                    <a:pos x="335" y="60"/>
                  </a:cxn>
                  <a:cxn ang="0">
                    <a:pos x="436" y="30"/>
                  </a:cxn>
                  <a:cxn ang="0">
                    <a:pos x="544" y="12"/>
                  </a:cxn>
                  <a:cxn ang="0">
                    <a:pos x="544" y="0"/>
                  </a:cxn>
                  <a:cxn ang="0">
                    <a:pos x="430" y="18"/>
                  </a:cxn>
                  <a:cxn ang="0">
                    <a:pos x="329" y="48"/>
                  </a:cxn>
                  <a:cxn ang="0">
                    <a:pos x="233" y="90"/>
                  </a:cxn>
                  <a:cxn ang="0">
                    <a:pos x="155" y="138"/>
                  </a:cxn>
                  <a:cxn ang="0">
                    <a:pos x="90" y="198"/>
                  </a:cxn>
                  <a:cxn ang="0">
                    <a:pos x="42" y="258"/>
                  </a:cxn>
                  <a:cxn ang="0">
                    <a:pos x="12" y="330"/>
                  </a:cxn>
                  <a:cxn ang="0">
                    <a:pos x="0" y="402"/>
                  </a:cxn>
                  <a:cxn ang="0">
                    <a:pos x="6" y="455"/>
                  </a:cxn>
                  <a:cxn ang="0">
                    <a:pos x="18" y="503"/>
                  </a:cxn>
                  <a:cxn ang="0">
                    <a:pos x="42" y="545"/>
                  </a:cxn>
                  <a:cxn ang="0">
                    <a:pos x="78" y="593"/>
                  </a:cxn>
                  <a:cxn ang="0">
                    <a:pos x="114" y="635"/>
                  </a:cxn>
                  <a:cxn ang="0">
                    <a:pos x="161" y="671"/>
                  </a:cxn>
                  <a:cxn ang="0">
                    <a:pos x="221" y="707"/>
                  </a:cxn>
                  <a:cxn ang="0">
                    <a:pos x="281" y="737"/>
                  </a:cxn>
                  <a:cxn ang="0">
                    <a:pos x="323" y="737"/>
                  </a:cxn>
                  <a:cxn ang="0">
                    <a:pos x="257" y="707"/>
                  </a:cxn>
                  <a:cxn ang="0">
                    <a:pos x="203" y="671"/>
                  </a:cxn>
                  <a:cxn ang="0">
                    <a:pos x="149" y="635"/>
                  </a:cxn>
                  <a:cxn ang="0">
                    <a:pos x="108" y="593"/>
                  </a:cxn>
                  <a:cxn ang="0">
                    <a:pos x="72" y="551"/>
                  </a:cxn>
                  <a:cxn ang="0">
                    <a:pos x="48" y="503"/>
                  </a:cxn>
                  <a:cxn ang="0">
                    <a:pos x="30" y="455"/>
                  </a:cxn>
                  <a:cxn ang="0">
                    <a:pos x="24" y="402"/>
                  </a:cxn>
                  <a:cxn ang="0">
                    <a:pos x="24" y="402"/>
                  </a:cxn>
                </a:cxnLst>
                <a:rect l="0" t="0" r="r" b="b"/>
                <a:pathLst>
                  <a:path w="544" h="737">
                    <a:moveTo>
                      <a:pt x="24" y="402"/>
                    </a:moveTo>
                    <a:lnTo>
                      <a:pt x="36" y="330"/>
                    </a:lnTo>
                    <a:lnTo>
                      <a:pt x="66" y="264"/>
                    </a:lnTo>
                    <a:lnTo>
                      <a:pt x="108" y="204"/>
                    </a:lnTo>
                    <a:lnTo>
                      <a:pt x="173" y="150"/>
                    </a:lnTo>
                    <a:lnTo>
                      <a:pt x="251" y="102"/>
                    </a:lnTo>
                    <a:lnTo>
                      <a:pt x="335" y="60"/>
                    </a:lnTo>
                    <a:lnTo>
                      <a:pt x="436" y="30"/>
                    </a:lnTo>
                    <a:lnTo>
                      <a:pt x="544" y="12"/>
                    </a:lnTo>
                    <a:lnTo>
                      <a:pt x="544" y="0"/>
                    </a:lnTo>
                    <a:lnTo>
                      <a:pt x="430" y="18"/>
                    </a:lnTo>
                    <a:lnTo>
                      <a:pt x="329" y="48"/>
                    </a:lnTo>
                    <a:lnTo>
                      <a:pt x="233" y="90"/>
                    </a:lnTo>
                    <a:lnTo>
                      <a:pt x="155" y="138"/>
                    </a:lnTo>
                    <a:lnTo>
                      <a:pt x="90" y="198"/>
                    </a:lnTo>
                    <a:lnTo>
                      <a:pt x="42" y="258"/>
                    </a:lnTo>
                    <a:lnTo>
                      <a:pt x="12" y="330"/>
                    </a:lnTo>
                    <a:lnTo>
                      <a:pt x="0" y="402"/>
                    </a:lnTo>
                    <a:lnTo>
                      <a:pt x="6" y="455"/>
                    </a:lnTo>
                    <a:lnTo>
                      <a:pt x="18" y="503"/>
                    </a:lnTo>
                    <a:lnTo>
                      <a:pt x="42" y="545"/>
                    </a:lnTo>
                    <a:lnTo>
                      <a:pt x="78" y="593"/>
                    </a:lnTo>
                    <a:lnTo>
                      <a:pt x="114" y="635"/>
                    </a:lnTo>
                    <a:lnTo>
                      <a:pt x="161" y="671"/>
                    </a:lnTo>
                    <a:lnTo>
                      <a:pt x="221" y="707"/>
                    </a:lnTo>
                    <a:lnTo>
                      <a:pt x="281" y="737"/>
                    </a:lnTo>
                    <a:lnTo>
                      <a:pt x="323" y="737"/>
                    </a:lnTo>
                    <a:lnTo>
                      <a:pt x="257" y="707"/>
                    </a:lnTo>
                    <a:lnTo>
                      <a:pt x="203" y="671"/>
                    </a:lnTo>
                    <a:lnTo>
                      <a:pt x="149" y="635"/>
                    </a:lnTo>
                    <a:lnTo>
                      <a:pt x="108" y="593"/>
                    </a:lnTo>
                    <a:lnTo>
                      <a:pt x="72" y="551"/>
                    </a:lnTo>
                    <a:lnTo>
                      <a:pt x="48" y="503"/>
                    </a:lnTo>
                    <a:lnTo>
                      <a:pt x="30" y="455"/>
                    </a:lnTo>
                    <a:lnTo>
                      <a:pt x="24" y="402"/>
                    </a:lnTo>
                    <a:lnTo>
                      <a:pt x="24" y="402"/>
                    </a:lnTo>
                    <a:close/>
                  </a:path>
                </a:pathLst>
              </a:custGeom>
              <a:gradFill rotWithShape="0">
                <a:gsLst>
                  <a:gs pos="0">
                    <a:schemeClr val="accent1">
                      <a:gamma/>
                      <a:tint val="96863"/>
                      <a:invGamma/>
                    </a:schemeClr>
                  </a:gs>
                  <a:gs pos="100000">
                    <a:schemeClr val="accent1"/>
                  </a:gs>
                </a:gsLst>
                <a:lin ang="5400000" scaled="1"/>
              </a:gradFill>
              <a:ln w="9525">
                <a:noFill/>
                <a:round/>
                <a:headEnd/>
                <a:tailEnd/>
              </a:ln>
            </p:spPr>
            <p:txBody>
              <a:bodyPr/>
              <a:lstStyle/>
              <a:p>
                <a:pPr>
                  <a:defRPr/>
                </a:pPr>
                <a:endParaRPr lang="th-TH"/>
              </a:p>
            </p:txBody>
          </p:sp>
          <p:sp>
            <p:nvSpPr>
              <p:cNvPr id="75813" name="Freeform 37">
                <a:extLst>
                  <a:ext uri="{FF2B5EF4-FFF2-40B4-BE49-F238E27FC236}">
                    <a16:creationId xmlns:a16="http://schemas.microsoft.com/office/drawing/2014/main" id="{26ED494B-C211-4616-A5C9-BF825A0C4D1D}"/>
                  </a:ext>
                </a:extLst>
              </p:cNvPr>
              <p:cNvSpPr>
                <a:spLocks/>
              </p:cNvSpPr>
              <p:nvPr/>
            </p:nvSpPr>
            <p:spPr bwMode="hidden">
              <a:xfrm>
                <a:off x="4792" y="3360"/>
                <a:ext cx="609" cy="252"/>
              </a:xfrm>
              <a:custGeom>
                <a:avLst/>
                <a:gdLst/>
                <a:ahLst/>
                <a:cxnLst>
                  <a:cxn ang="0">
                    <a:pos x="12" y="12"/>
                  </a:cxn>
                  <a:cxn ang="0">
                    <a:pos x="113" y="18"/>
                  </a:cxn>
                  <a:cxn ang="0">
                    <a:pos x="203" y="30"/>
                  </a:cxn>
                  <a:cxn ang="0">
                    <a:pos x="292" y="48"/>
                  </a:cxn>
                  <a:cxn ang="0">
                    <a:pos x="376" y="78"/>
                  </a:cxn>
                  <a:cxn ang="0">
                    <a:pos x="448" y="114"/>
                  </a:cxn>
                  <a:cxn ang="0">
                    <a:pos x="514" y="156"/>
                  </a:cxn>
                  <a:cxn ang="0">
                    <a:pos x="567" y="198"/>
                  </a:cxn>
                  <a:cxn ang="0">
                    <a:pos x="609" y="252"/>
                  </a:cxn>
                  <a:cxn ang="0">
                    <a:pos x="609" y="216"/>
                  </a:cxn>
                  <a:cxn ang="0">
                    <a:pos x="561" y="168"/>
                  </a:cxn>
                  <a:cxn ang="0">
                    <a:pos x="502" y="126"/>
                  </a:cxn>
                  <a:cxn ang="0">
                    <a:pos x="436" y="90"/>
                  </a:cxn>
                  <a:cxn ang="0">
                    <a:pos x="364" y="60"/>
                  </a:cxn>
                  <a:cxn ang="0">
                    <a:pos x="286" y="36"/>
                  </a:cxn>
                  <a:cxn ang="0">
                    <a:pos x="197" y="18"/>
                  </a:cxn>
                  <a:cxn ang="0">
                    <a:pos x="107" y="6"/>
                  </a:cxn>
                  <a:cxn ang="0">
                    <a:pos x="12" y="0"/>
                  </a:cxn>
                  <a:cxn ang="0">
                    <a:pos x="6" y="0"/>
                  </a:cxn>
                  <a:cxn ang="0">
                    <a:pos x="0" y="0"/>
                  </a:cxn>
                  <a:cxn ang="0">
                    <a:pos x="0" y="12"/>
                  </a:cxn>
                  <a:cxn ang="0">
                    <a:pos x="6" y="12"/>
                  </a:cxn>
                  <a:cxn ang="0">
                    <a:pos x="12" y="12"/>
                  </a:cxn>
                  <a:cxn ang="0">
                    <a:pos x="12" y="12"/>
                  </a:cxn>
                </a:cxnLst>
                <a:rect l="0" t="0" r="r" b="b"/>
                <a:pathLst>
                  <a:path w="609" h="252">
                    <a:moveTo>
                      <a:pt x="12" y="12"/>
                    </a:moveTo>
                    <a:lnTo>
                      <a:pt x="113" y="18"/>
                    </a:lnTo>
                    <a:lnTo>
                      <a:pt x="203" y="30"/>
                    </a:lnTo>
                    <a:lnTo>
                      <a:pt x="292" y="48"/>
                    </a:lnTo>
                    <a:lnTo>
                      <a:pt x="376" y="78"/>
                    </a:lnTo>
                    <a:lnTo>
                      <a:pt x="448" y="114"/>
                    </a:lnTo>
                    <a:lnTo>
                      <a:pt x="514" y="156"/>
                    </a:lnTo>
                    <a:lnTo>
                      <a:pt x="567" y="198"/>
                    </a:lnTo>
                    <a:lnTo>
                      <a:pt x="609" y="252"/>
                    </a:lnTo>
                    <a:lnTo>
                      <a:pt x="609" y="216"/>
                    </a:lnTo>
                    <a:lnTo>
                      <a:pt x="561" y="168"/>
                    </a:lnTo>
                    <a:lnTo>
                      <a:pt x="502" y="126"/>
                    </a:lnTo>
                    <a:lnTo>
                      <a:pt x="436" y="90"/>
                    </a:lnTo>
                    <a:lnTo>
                      <a:pt x="364" y="60"/>
                    </a:lnTo>
                    <a:lnTo>
                      <a:pt x="286" y="36"/>
                    </a:lnTo>
                    <a:lnTo>
                      <a:pt x="197" y="18"/>
                    </a:lnTo>
                    <a:lnTo>
                      <a:pt x="107" y="6"/>
                    </a:lnTo>
                    <a:lnTo>
                      <a:pt x="12" y="0"/>
                    </a:lnTo>
                    <a:lnTo>
                      <a:pt x="6" y="0"/>
                    </a:lnTo>
                    <a:lnTo>
                      <a:pt x="0" y="0"/>
                    </a:lnTo>
                    <a:lnTo>
                      <a:pt x="0" y="12"/>
                    </a:lnTo>
                    <a:lnTo>
                      <a:pt x="6" y="12"/>
                    </a:lnTo>
                    <a:lnTo>
                      <a:pt x="12" y="12"/>
                    </a:lnTo>
                    <a:lnTo>
                      <a:pt x="12" y="12"/>
                    </a:lnTo>
                    <a:close/>
                  </a:path>
                </a:pathLst>
              </a:custGeom>
              <a:gradFill rotWithShape="0">
                <a:gsLst>
                  <a:gs pos="0">
                    <a:schemeClr val="accent1">
                      <a:gamma/>
                      <a:tint val="94118"/>
                      <a:invGamma/>
                    </a:schemeClr>
                  </a:gs>
                  <a:gs pos="100000">
                    <a:schemeClr val="accent1"/>
                  </a:gs>
                </a:gsLst>
                <a:lin ang="5400000" scaled="1"/>
              </a:gradFill>
              <a:ln w="9525">
                <a:noFill/>
                <a:round/>
                <a:headEnd/>
                <a:tailEnd/>
              </a:ln>
            </p:spPr>
            <p:txBody>
              <a:bodyPr/>
              <a:lstStyle/>
              <a:p>
                <a:pPr>
                  <a:defRPr/>
                </a:pPr>
                <a:endParaRPr lang="th-TH"/>
              </a:p>
            </p:txBody>
          </p:sp>
          <p:sp>
            <p:nvSpPr>
              <p:cNvPr id="75814" name="Freeform 38">
                <a:extLst>
                  <a:ext uri="{FF2B5EF4-FFF2-40B4-BE49-F238E27FC236}">
                    <a16:creationId xmlns:a16="http://schemas.microsoft.com/office/drawing/2014/main" id="{A5CC0D14-4D53-44B9-984B-37DACF77F0D3}"/>
                  </a:ext>
                </a:extLst>
              </p:cNvPr>
              <p:cNvSpPr>
                <a:spLocks/>
              </p:cNvSpPr>
              <p:nvPr/>
            </p:nvSpPr>
            <p:spPr bwMode="hidden">
              <a:xfrm>
                <a:off x="5246" y="4007"/>
                <a:ext cx="72" cy="54"/>
              </a:xfrm>
              <a:custGeom>
                <a:avLst/>
                <a:gdLst/>
                <a:ahLst/>
                <a:cxnLst>
                  <a:cxn ang="0">
                    <a:pos x="72" y="0"/>
                  </a:cxn>
                  <a:cxn ang="0">
                    <a:pos x="36" y="30"/>
                  </a:cxn>
                  <a:cxn ang="0">
                    <a:pos x="0" y="54"/>
                  </a:cxn>
                  <a:cxn ang="0">
                    <a:pos x="36" y="54"/>
                  </a:cxn>
                  <a:cxn ang="0">
                    <a:pos x="54" y="42"/>
                  </a:cxn>
                  <a:cxn ang="0">
                    <a:pos x="72" y="24"/>
                  </a:cxn>
                  <a:cxn ang="0">
                    <a:pos x="72" y="24"/>
                  </a:cxn>
                  <a:cxn ang="0">
                    <a:pos x="72" y="0"/>
                  </a:cxn>
                  <a:cxn ang="0">
                    <a:pos x="72" y="0"/>
                  </a:cxn>
                </a:cxnLst>
                <a:rect l="0" t="0" r="r" b="b"/>
                <a:pathLst>
                  <a:path w="72" h="54">
                    <a:moveTo>
                      <a:pt x="72" y="0"/>
                    </a:moveTo>
                    <a:lnTo>
                      <a:pt x="36" y="30"/>
                    </a:lnTo>
                    <a:lnTo>
                      <a:pt x="0" y="54"/>
                    </a:lnTo>
                    <a:lnTo>
                      <a:pt x="36" y="54"/>
                    </a:lnTo>
                    <a:lnTo>
                      <a:pt x="54" y="42"/>
                    </a:lnTo>
                    <a:lnTo>
                      <a:pt x="72" y="24"/>
                    </a:lnTo>
                    <a:lnTo>
                      <a:pt x="72" y="24"/>
                    </a:lnTo>
                    <a:lnTo>
                      <a:pt x="72" y="0"/>
                    </a:lnTo>
                    <a:lnTo>
                      <a:pt x="72" y="0"/>
                    </a:lnTo>
                    <a:close/>
                  </a:path>
                </a:pathLst>
              </a:custGeom>
              <a:gradFill rotWithShape="0">
                <a:gsLst>
                  <a:gs pos="0">
                    <a:schemeClr val="accent1"/>
                  </a:gs>
                  <a:gs pos="100000">
                    <a:schemeClr val="accent1">
                      <a:gamma/>
                      <a:shade val="94118"/>
                      <a:invGamma/>
                    </a:schemeClr>
                  </a:gs>
                </a:gsLst>
                <a:lin ang="5400000" scaled="1"/>
              </a:gradFill>
              <a:ln w="9525">
                <a:noFill/>
                <a:round/>
                <a:headEnd/>
                <a:tailEnd/>
              </a:ln>
            </p:spPr>
            <p:txBody>
              <a:bodyPr/>
              <a:lstStyle/>
              <a:p>
                <a:pPr>
                  <a:defRPr/>
                </a:pPr>
                <a:endParaRPr lang="th-TH"/>
              </a:p>
            </p:txBody>
          </p:sp>
          <p:sp>
            <p:nvSpPr>
              <p:cNvPr id="75815" name="Freeform 39">
                <a:extLst>
                  <a:ext uri="{FF2B5EF4-FFF2-40B4-BE49-F238E27FC236}">
                    <a16:creationId xmlns:a16="http://schemas.microsoft.com/office/drawing/2014/main" id="{E9B25073-BEAE-463B-886B-A1314935A68E}"/>
                  </a:ext>
                </a:extLst>
              </p:cNvPr>
              <p:cNvSpPr>
                <a:spLocks/>
              </p:cNvSpPr>
              <p:nvPr/>
            </p:nvSpPr>
            <p:spPr bwMode="hidden">
              <a:xfrm>
                <a:off x="4505" y="4073"/>
                <a:ext cx="705" cy="108"/>
              </a:xfrm>
              <a:custGeom>
                <a:avLst/>
                <a:gdLst/>
                <a:ahLst/>
                <a:cxnLst>
                  <a:cxn ang="0">
                    <a:pos x="299" y="90"/>
                  </a:cxn>
                  <a:cxn ang="0">
                    <a:pos x="221" y="90"/>
                  </a:cxn>
                  <a:cxn ang="0">
                    <a:pos x="143" y="78"/>
                  </a:cxn>
                  <a:cxn ang="0">
                    <a:pos x="0" y="48"/>
                  </a:cxn>
                  <a:cxn ang="0">
                    <a:pos x="0" y="66"/>
                  </a:cxn>
                  <a:cxn ang="0">
                    <a:pos x="143" y="96"/>
                  </a:cxn>
                  <a:cxn ang="0">
                    <a:pos x="221" y="108"/>
                  </a:cxn>
                  <a:cxn ang="0">
                    <a:pos x="299" y="108"/>
                  </a:cxn>
                  <a:cxn ang="0">
                    <a:pos x="412" y="102"/>
                  </a:cxn>
                  <a:cxn ang="0">
                    <a:pos x="520" y="84"/>
                  </a:cxn>
                  <a:cxn ang="0">
                    <a:pos x="615" y="60"/>
                  </a:cxn>
                  <a:cxn ang="0">
                    <a:pos x="705" y="24"/>
                  </a:cxn>
                  <a:cxn ang="0">
                    <a:pos x="705" y="0"/>
                  </a:cxn>
                  <a:cxn ang="0">
                    <a:pos x="615" y="42"/>
                  </a:cxn>
                  <a:cxn ang="0">
                    <a:pos x="520" y="66"/>
                  </a:cxn>
                  <a:cxn ang="0">
                    <a:pos x="412" y="84"/>
                  </a:cxn>
                  <a:cxn ang="0">
                    <a:pos x="299" y="90"/>
                  </a:cxn>
                  <a:cxn ang="0">
                    <a:pos x="299" y="90"/>
                  </a:cxn>
                </a:cxnLst>
                <a:rect l="0" t="0" r="r" b="b"/>
                <a:pathLst>
                  <a:path w="705" h="108">
                    <a:moveTo>
                      <a:pt x="299" y="90"/>
                    </a:moveTo>
                    <a:lnTo>
                      <a:pt x="221" y="90"/>
                    </a:lnTo>
                    <a:lnTo>
                      <a:pt x="143" y="78"/>
                    </a:lnTo>
                    <a:lnTo>
                      <a:pt x="0" y="48"/>
                    </a:lnTo>
                    <a:lnTo>
                      <a:pt x="0" y="66"/>
                    </a:lnTo>
                    <a:lnTo>
                      <a:pt x="143" y="96"/>
                    </a:lnTo>
                    <a:lnTo>
                      <a:pt x="221" y="108"/>
                    </a:lnTo>
                    <a:lnTo>
                      <a:pt x="299" y="108"/>
                    </a:lnTo>
                    <a:lnTo>
                      <a:pt x="412" y="102"/>
                    </a:lnTo>
                    <a:lnTo>
                      <a:pt x="520" y="84"/>
                    </a:lnTo>
                    <a:lnTo>
                      <a:pt x="615" y="60"/>
                    </a:lnTo>
                    <a:lnTo>
                      <a:pt x="705" y="24"/>
                    </a:lnTo>
                    <a:lnTo>
                      <a:pt x="705" y="0"/>
                    </a:lnTo>
                    <a:lnTo>
                      <a:pt x="615" y="42"/>
                    </a:lnTo>
                    <a:lnTo>
                      <a:pt x="520" y="66"/>
                    </a:lnTo>
                    <a:lnTo>
                      <a:pt x="412" y="84"/>
                    </a:lnTo>
                    <a:lnTo>
                      <a:pt x="299" y="90"/>
                    </a:lnTo>
                    <a:lnTo>
                      <a:pt x="299" y="90"/>
                    </a:lnTo>
                    <a:close/>
                  </a:path>
                </a:pathLst>
              </a:custGeom>
              <a:gradFill rotWithShape="0">
                <a:gsLst>
                  <a:gs pos="0">
                    <a:schemeClr val="accent1"/>
                  </a:gs>
                  <a:gs pos="100000">
                    <a:schemeClr val="accent1">
                      <a:gamma/>
                      <a:shade val="94118"/>
                      <a:invGamma/>
                    </a:schemeClr>
                  </a:gs>
                </a:gsLst>
                <a:lin ang="5400000" scaled="1"/>
              </a:gradFill>
              <a:ln w="9525">
                <a:noFill/>
                <a:round/>
                <a:headEnd/>
                <a:tailEnd/>
              </a:ln>
            </p:spPr>
            <p:txBody>
              <a:bodyPr/>
              <a:lstStyle/>
              <a:p>
                <a:pPr>
                  <a:defRPr/>
                </a:pPr>
                <a:endParaRPr lang="th-TH"/>
              </a:p>
            </p:txBody>
          </p:sp>
          <p:sp>
            <p:nvSpPr>
              <p:cNvPr id="75816" name="Freeform 40">
                <a:extLst>
                  <a:ext uri="{FF2B5EF4-FFF2-40B4-BE49-F238E27FC236}">
                    <a16:creationId xmlns:a16="http://schemas.microsoft.com/office/drawing/2014/main" id="{F06457E5-3548-4357-BA3E-25D47A86EEFF}"/>
                  </a:ext>
                </a:extLst>
              </p:cNvPr>
              <p:cNvSpPr>
                <a:spLocks/>
              </p:cNvSpPr>
              <p:nvPr/>
            </p:nvSpPr>
            <p:spPr bwMode="hidden">
              <a:xfrm>
                <a:off x="5336" y="3654"/>
                <a:ext cx="143" cy="341"/>
              </a:xfrm>
              <a:custGeom>
                <a:avLst/>
                <a:gdLst/>
                <a:ahLst/>
                <a:cxnLst>
                  <a:cxn ang="0">
                    <a:pos x="119" y="114"/>
                  </a:cxn>
                  <a:cxn ang="0">
                    <a:pos x="113" y="173"/>
                  </a:cxn>
                  <a:cxn ang="0">
                    <a:pos x="89" y="239"/>
                  </a:cxn>
                  <a:cxn ang="0">
                    <a:pos x="47" y="293"/>
                  </a:cxn>
                  <a:cxn ang="0">
                    <a:pos x="0" y="341"/>
                  </a:cxn>
                  <a:cxn ang="0">
                    <a:pos x="29" y="341"/>
                  </a:cxn>
                  <a:cxn ang="0">
                    <a:pos x="77" y="287"/>
                  </a:cxn>
                  <a:cxn ang="0">
                    <a:pos x="113" y="233"/>
                  </a:cxn>
                  <a:cxn ang="0">
                    <a:pos x="137" y="173"/>
                  </a:cxn>
                  <a:cxn ang="0">
                    <a:pos x="143" y="114"/>
                  </a:cxn>
                  <a:cxn ang="0">
                    <a:pos x="137" y="60"/>
                  </a:cxn>
                  <a:cxn ang="0">
                    <a:pos x="119" y="0"/>
                  </a:cxn>
                  <a:cxn ang="0">
                    <a:pos x="89" y="0"/>
                  </a:cxn>
                  <a:cxn ang="0">
                    <a:pos x="113" y="60"/>
                  </a:cxn>
                  <a:cxn ang="0">
                    <a:pos x="119" y="114"/>
                  </a:cxn>
                  <a:cxn ang="0">
                    <a:pos x="119" y="114"/>
                  </a:cxn>
                </a:cxnLst>
                <a:rect l="0" t="0" r="r" b="b"/>
                <a:pathLst>
                  <a:path w="143" h="341">
                    <a:moveTo>
                      <a:pt x="119" y="114"/>
                    </a:moveTo>
                    <a:lnTo>
                      <a:pt x="113" y="173"/>
                    </a:lnTo>
                    <a:lnTo>
                      <a:pt x="89" y="239"/>
                    </a:lnTo>
                    <a:lnTo>
                      <a:pt x="47" y="293"/>
                    </a:lnTo>
                    <a:lnTo>
                      <a:pt x="0" y="341"/>
                    </a:lnTo>
                    <a:lnTo>
                      <a:pt x="29" y="341"/>
                    </a:lnTo>
                    <a:lnTo>
                      <a:pt x="77" y="287"/>
                    </a:lnTo>
                    <a:lnTo>
                      <a:pt x="113" y="233"/>
                    </a:lnTo>
                    <a:lnTo>
                      <a:pt x="137" y="173"/>
                    </a:lnTo>
                    <a:lnTo>
                      <a:pt x="143" y="114"/>
                    </a:lnTo>
                    <a:lnTo>
                      <a:pt x="137" y="60"/>
                    </a:lnTo>
                    <a:lnTo>
                      <a:pt x="119" y="0"/>
                    </a:lnTo>
                    <a:lnTo>
                      <a:pt x="89" y="0"/>
                    </a:lnTo>
                    <a:lnTo>
                      <a:pt x="113" y="60"/>
                    </a:lnTo>
                    <a:lnTo>
                      <a:pt x="119" y="114"/>
                    </a:lnTo>
                    <a:lnTo>
                      <a:pt x="119" y="114"/>
                    </a:lnTo>
                    <a:close/>
                  </a:path>
                </a:pathLst>
              </a:custGeom>
              <a:gradFill rotWithShape="0">
                <a:gsLst>
                  <a:gs pos="0">
                    <a:schemeClr val="accent1"/>
                  </a:gs>
                  <a:gs pos="100000">
                    <a:schemeClr val="accent1">
                      <a:gamma/>
                      <a:shade val="94118"/>
                      <a:invGamma/>
                    </a:schemeClr>
                  </a:gs>
                </a:gsLst>
                <a:lin ang="5400000" scaled="1"/>
              </a:gradFill>
              <a:ln w="9525">
                <a:noFill/>
                <a:round/>
                <a:headEnd/>
                <a:tailEnd/>
              </a:ln>
            </p:spPr>
            <p:txBody>
              <a:bodyPr/>
              <a:lstStyle/>
              <a:p>
                <a:pPr>
                  <a:defRPr/>
                </a:pPr>
                <a:endParaRPr lang="th-TH"/>
              </a:p>
            </p:txBody>
          </p:sp>
          <p:sp>
            <p:nvSpPr>
              <p:cNvPr id="75817" name="Freeform 41">
                <a:extLst>
                  <a:ext uri="{FF2B5EF4-FFF2-40B4-BE49-F238E27FC236}">
                    <a16:creationId xmlns:a16="http://schemas.microsoft.com/office/drawing/2014/main" id="{083FADEF-11AF-4E67-A06D-0116537DBA89}"/>
                  </a:ext>
                </a:extLst>
              </p:cNvPr>
              <p:cNvSpPr>
                <a:spLocks/>
              </p:cNvSpPr>
              <p:nvPr/>
            </p:nvSpPr>
            <p:spPr bwMode="hidden">
              <a:xfrm>
                <a:off x="5061" y="3624"/>
                <a:ext cx="83" cy="90"/>
              </a:xfrm>
              <a:custGeom>
                <a:avLst/>
                <a:gdLst/>
                <a:ahLst/>
                <a:cxnLst>
                  <a:cxn ang="0">
                    <a:pos x="59" y="90"/>
                  </a:cxn>
                  <a:cxn ang="0">
                    <a:pos x="83" y="84"/>
                  </a:cxn>
                  <a:cxn ang="0">
                    <a:pos x="71" y="60"/>
                  </a:cxn>
                  <a:cxn ang="0">
                    <a:pos x="53" y="42"/>
                  </a:cxn>
                  <a:cxn ang="0">
                    <a:pos x="6" y="0"/>
                  </a:cxn>
                  <a:cxn ang="0">
                    <a:pos x="0" y="18"/>
                  </a:cxn>
                  <a:cxn ang="0">
                    <a:pos x="35" y="48"/>
                  </a:cxn>
                  <a:cxn ang="0">
                    <a:pos x="59" y="90"/>
                  </a:cxn>
                  <a:cxn ang="0">
                    <a:pos x="59" y="90"/>
                  </a:cxn>
                </a:cxnLst>
                <a:rect l="0" t="0" r="r" b="b"/>
                <a:pathLst>
                  <a:path w="83" h="90">
                    <a:moveTo>
                      <a:pt x="59" y="90"/>
                    </a:moveTo>
                    <a:lnTo>
                      <a:pt x="83" y="84"/>
                    </a:lnTo>
                    <a:lnTo>
                      <a:pt x="71" y="60"/>
                    </a:lnTo>
                    <a:lnTo>
                      <a:pt x="53" y="42"/>
                    </a:lnTo>
                    <a:lnTo>
                      <a:pt x="6" y="0"/>
                    </a:lnTo>
                    <a:lnTo>
                      <a:pt x="0" y="18"/>
                    </a:lnTo>
                    <a:lnTo>
                      <a:pt x="35" y="48"/>
                    </a:lnTo>
                    <a:lnTo>
                      <a:pt x="59" y="90"/>
                    </a:lnTo>
                    <a:lnTo>
                      <a:pt x="59" y="90"/>
                    </a:lnTo>
                    <a:close/>
                  </a:path>
                </a:pathLst>
              </a:custGeom>
              <a:gradFill rotWithShape="0">
                <a:gsLst>
                  <a:gs pos="0">
                    <a:schemeClr val="accent1"/>
                  </a:gs>
                  <a:gs pos="100000">
                    <a:schemeClr val="accent1">
                      <a:gamma/>
                      <a:shade val="94118"/>
                      <a:invGamma/>
                    </a:schemeClr>
                  </a:gs>
                </a:gsLst>
                <a:lin ang="5400000" scaled="1"/>
              </a:gradFill>
              <a:ln w="9525">
                <a:noFill/>
                <a:round/>
                <a:headEnd/>
                <a:tailEnd/>
              </a:ln>
            </p:spPr>
            <p:txBody>
              <a:bodyPr/>
              <a:lstStyle/>
              <a:p>
                <a:pPr>
                  <a:defRPr/>
                </a:pPr>
                <a:endParaRPr lang="th-TH"/>
              </a:p>
            </p:txBody>
          </p:sp>
          <p:sp>
            <p:nvSpPr>
              <p:cNvPr id="75818" name="Freeform 42">
                <a:extLst>
                  <a:ext uri="{FF2B5EF4-FFF2-40B4-BE49-F238E27FC236}">
                    <a16:creationId xmlns:a16="http://schemas.microsoft.com/office/drawing/2014/main" id="{0DB5FC20-43D4-4657-9E4A-7EF3FAB61871}"/>
                  </a:ext>
                </a:extLst>
              </p:cNvPr>
              <p:cNvSpPr>
                <a:spLocks/>
              </p:cNvSpPr>
              <p:nvPr/>
            </p:nvSpPr>
            <p:spPr bwMode="hidden">
              <a:xfrm>
                <a:off x="4445" y="3552"/>
                <a:ext cx="717" cy="431"/>
              </a:xfrm>
              <a:custGeom>
                <a:avLst/>
                <a:gdLst/>
                <a:ahLst/>
                <a:cxnLst>
                  <a:cxn ang="0">
                    <a:pos x="693" y="216"/>
                  </a:cxn>
                  <a:cxn ang="0">
                    <a:pos x="687" y="257"/>
                  </a:cxn>
                  <a:cxn ang="0">
                    <a:pos x="669" y="293"/>
                  </a:cxn>
                  <a:cxn ang="0">
                    <a:pos x="633" y="329"/>
                  </a:cxn>
                  <a:cxn ang="0">
                    <a:pos x="598" y="359"/>
                  </a:cxn>
                  <a:cxn ang="0">
                    <a:pos x="544" y="383"/>
                  </a:cxn>
                  <a:cxn ang="0">
                    <a:pos x="490" y="401"/>
                  </a:cxn>
                  <a:cxn ang="0">
                    <a:pos x="424" y="413"/>
                  </a:cxn>
                  <a:cxn ang="0">
                    <a:pos x="359" y="419"/>
                  </a:cxn>
                  <a:cxn ang="0">
                    <a:pos x="293" y="413"/>
                  </a:cxn>
                  <a:cxn ang="0">
                    <a:pos x="227" y="401"/>
                  </a:cxn>
                  <a:cxn ang="0">
                    <a:pos x="173" y="383"/>
                  </a:cxn>
                  <a:cxn ang="0">
                    <a:pos x="119" y="359"/>
                  </a:cxn>
                  <a:cxn ang="0">
                    <a:pos x="84" y="329"/>
                  </a:cxn>
                  <a:cxn ang="0">
                    <a:pos x="48" y="293"/>
                  </a:cxn>
                  <a:cxn ang="0">
                    <a:pos x="30" y="257"/>
                  </a:cxn>
                  <a:cxn ang="0">
                    <a:pos x="24" y="216"/>
                  </a:cxn>
                  <a:cxn ang="0">
                    <a:pos x="30" y="174"/>
                  </a:cxn>
                  <a:cxn ang="0">
                    <a:pos x="48" y="138"/>
                  </a:cxn>
                  <a:cxn ang="0">
                    <a:pos x="84" y="102"/>
                  </a:cxn>
                  <a:cxn ang="0">
                    <a:pos x="119" y="72"/>
                  </a:cxn>
                  <a:cxn ang="0">
                    <a:pos x="173" y="48"/>
                  </a:cxn>
                  <a:cxn ang="0">
                    <a:pos x="227" y="30"/>
                  </a:cxn>
                  <a:cxn ang="0">
                    <a:pos x="293" y="18"/>
                  </a:cxn>
                  <a:cxn ang="0">
                    <a:pos x="359" y="12"/>
                  </a:cxn>
                  <a:cxn ang="0">
                    <a:pos x="418" y="18"/>
                  </a:cxn>
                  <a:cxn ang="0">
                    <a:pos x="478" y="30"/>
                  </a:cxn>
                  <a:cxn ang="0">
                    <a:pos x="532" y="48"/>
                  </a:cxn>
                  <a:cxn ang="0">
                    <a:pos x="580" y="66"/>
                  </a:cxn>
                  <a:cxn ang="0">
                    <a:pos x="586" y="48"/>
                  </a:cxn>
                  <a:cxn ang="0">
                    <a:pos x="478" y="12"/>
                  </a:cxn>
                  <a:cxn ang="0">
                    <a:pos x="418" y="6"/>
                  </a:cxn>
                  <a:cxn ang="0">
                    <a:pos x="359" y="0"/>
                  </a:cxn>
                  <a:cxn ang="0">
                    <a:pos x="287" y="6"/>
                  </a:cxn>
                  <a:cxn ang="0">
                    <a:pos x="221" y="18"/>
                  </a:cxn>
                  <a:cxn ang="0">
                    <a:pos x="161" y="36"/>
                  </a:cxn>
                  <a:cxn ang="0">
                    <a:pos x="107" y="66"/>
                  </a:cxn>
                  <a:cxn ang="0">
                    <a:pos x="60" y="96"/>
                  </a:cxn>
                  <a:cxn ang="0">
                    <a:pos x="30" y="132"/>
                  </a:cxn>
                  <a:cxn ang="0">
                    <a:pos x="6" y="174"/>
                  </a:cxn>
                  <a:cxn ang="0">
                    <a:pos x="0" y="216"/>
                  </a:cxn>
                  <a:cxn ang="0">
                    <a:pos x="6" y="257"/>
                  </a:cxn>
                  <a:cxn ang="0">
                    <a:pos x="30" y="299"/>
                  </a:cxn>
                  <a:cxn ang="0">
                    <a:pos x="60" y="335"/>
                  </a:cxn>
                  <a:cxn ang="0">
                    <a:pos x="107" y="371"/>
                  </a:cxn>
                  <a:cxn ang="0">
                    <a:pos x="161" y="395"/>
                  </a:cxn>
                  <a:cxn ang="0">
                    <a:pos x="221" y="413"/>
                  </a:cxn>
                  <a:cxn ang="0">
                    <a:pos x="287" y="425"/>
                  </a:cxn>
                  <a:cxn ang="0">
                    <a:pos x="359" y="431"/>
                  </a:cxn>
                  <a:cxn ang="0">
                    <a:pos x="430" y="425"/>
                  </a:cxn>
                  <a:cxn ang="0">
                    <a:pos x="496" y="413"/>
                  </a:cxn>
                  <a:cxn ang="0">
                    <a:pos x="562" y="395"/>
                  </a:cxn>
                  <a:cxn ang="0">
                    <a:pos x="610" y="371"/>
                  </a:cxn>
                  <a:cxn ang="0">
                    <a:pos x="657" y="335"/>
                  </a:cxn>
                  <a:cxn ang="0">
                    <a:pos x="687" y="299"/>
                  </a:cxn>
                  <a:cxn ang="0">
                    <a:pos x="711" y="257"/>
                  </a:cxn>
                  <a:cxn ang="0">
                    <a:pos x="717" y="216"/>
                  </a:cxn>
                  <a:cxn ang="0">
                    <a:pos x="717" y="204"/>
                  </a:cxn>
                  <a:cxn ang="0">
                    <a:pos x="711" y="192"/>
                  </a:cxn>
                  <a:cxn ang="0">
                    <a:pos x="687" y="198"/>
                  </a:cxn>
                  <a:cxn ang="0">
                    <a:pos x="693" y="210"/>
                  </a:cxn>
                  <a:cxn ang="0">
                    <a:pos x="693" y="216"/>
                  </a:cxn>
                  <a:cxn ang="0">
                    <a:pos x="693" y="216"/>
                  </a:cxn>
                </a:cxnLst>
                <a:rect l="0" t="0" r="r" b="b"/>
                <a:pathLst>
                  <a:path w="717" h="431">
                    <a:moveTo>
                      <a:pt x="693" y="216"/>
                    </a:moveTo>
                    <a:lnTo>
                      <a:pt x="687" y="257"/>
                    </a:lnTo>
                    <a:lnTo>
                      <a:pt x="669" y="293"/>
                    </a:lnTo>
                    <a:lnTo>
                      <a:pt x="633" y="329"/>
                    </a:lnTo>
                    <a:lnTo>
                      <a:pt x="598" y="359"/>
                    </a:lnTo>
                    <a:lnTo>
                      <a:pt x="544" y="383"/>
                    </a:lnTo>
                    <a:lnTo>
                      <a:pt x="490" y="401"/>
                    </a:lnTo>
                    <a:lnTo>
                      <a:pt x="424" y="413"/>
                    </a:lnTo>
                    <a:lnTo>
                      <a:pt x="359" y="419"/>
                    </a:lnTo>
                    <a:lnTo>
                      <a:pt x="293" y="413"/>
                    </a:lnTo>
                    <a:lnTo>
                      <a:pt x="227" y="401"/>
                    </a:lnTo>
                    <a:lnTo>
                      <a:pt x="173" y="383"/>
                    </a:lnTo>
                    <a:lnTo>
                      <a:pt x="119" y="359"/>
                    </a:lnTo>
                    <a:lnTo>
                      <a:pt x="84" y="329"/>
                    </a:lnTo>
                    <a:lnTo>
                      <a:pt x="48" y="293"/>
                    </a:lnTo>
                    <a:lnTo>
                      <a:pt x="30" y="257"/>
                    </a:lnTo>
                    <a:lnTo>
                      <a:pt x="24" y="216"/>
                    </a:lnTo>
                    <a:lnTo>
                      <a:pt x="30" y="174"/>
                    </a:lnTo>
                    <a:lnTo>
                      <a:pt x="48" y="138"/>
                    </a:lnTo>
                    <a:lnTo>
                      <a:pt x="84" y="102"/>
                    </a:lnTo>
                    <a:lnTo>
                      <a:pt x="119" y="72"/>
                    </a:lnTo>
                    <a:lnTo>
                      <a:pt x="173" y="48"/>
                    </a:lnTo>
                    <a:lnTo>
                      <a:pt x="227" y="30"/>
                    </a:lnTo>
                    <a:lnTo>
                      <a:pt x="293" y="18"/>
                    </a:lnTo>
                    <a:lnTo>
                      <a:pt x="359" y="12"/>
                    </a:lnTo>
                    <a:lnTo>
                      <a:pt x="418" y="18"/>
                    </a:lnTo>
                    <a:lnTo>
                      <a:pt x="478" y="30"/>
                    </a:lnTo>
                    <a:lnTo>
                      <a:pt x="532" y="48"/>
                    </a:lnTo>
                    <a:lnTo>
                      <a:pt x="580" y="66"/>
                    </a:lnTo>
                    <a:lnTo>
                      <a:pt x="586" y="48"/>
                    </a:lnTo>
                    <a:lnTo>
                      <a:pt x="478" y="12"/>
                    </a:lnTo>
                    <a:lnTo>
                      <a:pt x="418" y="6"/>
                    </a:lnTo>
                    <a:lnTo>
                      <a:pt x="359" y="0"/>
                    </a:lnTo>
                    <a:lnTo>
                      <a:pt x="287" y="6"/>
                    </a:lnTo>
                    <a:lnTo>
                      <a:pt x="221" y="18"/>
                    </a:lnTo>
                    <a:lnTo>
                      <a:pt x="161" y="36"/>
                    </a:lnTo>
                    <a:lnTo>
                      <a:pt x="107" y="66"/>
                    </a:lnTo>
                    <a:lnTo>
                      <a:pt x="60" y="96"/>
                    </a:lnTo>
                    <a:lnTo>
                      <a:pt x="30" y="132"/>
                    </a:lnTo>
                    <a:lnTo>
                      <a:pt x="6" y="174"/>
                    </a:lnTo>
                    <a:lnTo>
                      <a:pt x="0" y="216"/>
                    </a:lnTo>
                    <a:lnTo>
                      <a:pt x="6" y="257"/>
                    </a:lnTo>
                    <a:lnTo>
                      <a:pt x="30" y="299"/>
                    </a:lnTo>
                    <a:lnTo>
                      <a:pt x="60" y="335"/>
                    </a:lnTo>
                    <a:lnTo>
                      <a:pt x="107" y="371"/>
                    </a:lnTo>
                    <a:lnTo>
                      <a:pt x="161" y="395"/>
                    </a:lnTo>
                    <a:lnTo>
                      <a:pt x="221" y="413"/>
                    </a:lnTo>
                    <a:lnTo>
                      <a:pt x="287" y="425"/>
                    </a:lnTo>
                    <a:lnTo>
                      <a:pt x="359" y="431"/>
                    </a:lnTo>
                    <a:lnTo>
                      <a:pt x="430" y="425"/>
                    </a:lnTo>
                    <a:lnTo>
                      <a:pt x="496" y="413"/>
                    </a:lnTo>
                    <a:lnTo>
                      <a:pt x="562" y="395"/>
                    </a:lnTo>
                    <a:lnTo>
                      <a:pt x="610" y="371"/>
                    </a:lnTo>
                    <a:lnTo>
                      <a:pt x="657" y="335"/>
                    </a:lnTo>
                    <a:lnTo>
                      <a:pt x="687" y="299"/>
                    </a:lnTo>
                    <a:lnTo>
                      <a:pt x="711" y="257"/>
                    </a:lnTo>
                    <a:lnTo>
                      <a:pt x="717" y="216"/>
                    </a:lnTo>
                    <a:lnTo>
                      <a:pt x="717" y="204"/>
                    </a:lnTo>
                    <a:lnTo>
                      <a:pt x="711" y="192"/>
                    </a:lnTo>
                    <a:lnTo>
                      <a:pt x="687" y="198"/>
                    </a:lnTo>
                    <a:lnTo>
                      <a:pt x="693" y="210"/>
                    </a:lnTo>
                    <a:lnTo>
                      <a:pt x="693" y="216"/>
                    </a:lnTo>
                    <a:lnTo>
                      <a:pt x="693" y="216"/>
                    </a:lnTo>
                    <a:close/>
                  </a:path>
                </a:pathLst>
              </a:custGeom>
              <a:gradFill rotWithShape="0">
                <a:gsLst>
                  <a:gs pos="0">
                    <a:schemeClr val="accent1"/>
                  </a:gs>
                  <a:gs pos="100000">
                    <a:schemeClr val="accent1">
                      <a:gamma/>
                      <a:shade val="96863"/>
                      <a:invGamma/>
                    </a:schemeClr>
                  </a:gs>
                </a:gsLst>
                <a:lin ang="5400000" scaled="1"/>
              </a:gradFill>
              <a:ln w="9525">
                <a:noFill/>
                <a:round/>
                <a:headEnd/>
                <a:tailEnd/>
              </a:ln>
            </p:spPr>
            <p:txBody>
              <a:bodyPr/>
              <a:lstStyle/>
              <a:p>
                <a:pPr>
                  <a:defRPr/>
                </a:pPr>
                <a:endParaRPr lang="th-TH"/>
              </a:p>
            </p:txBody>
          </p:sp>
          <p:sp>
            <p:nvSpPr>
              <p:cNvPr id="75819" name="Freeform 43">
                <a:extLst>
                  <a:ext uri="{FF2B5EF4-FFF2-40B4-BE49-F238E27FC236}">
                    <a16:creationId xmlns:a16="http://schemas.microsoft.com/office/drawing/2014/main" id="{FC1D2B4D-0213-4182-B910-75E4A14F0010}"/>
                  </a:ext>
                </a:extLst>
              </p:cNvPr>
              <p:cNvSpPr>
                <a:spLocks/>
              </p:cNvSpPr>
              <p:nvPr/>
            </p:nvSpPr>
            <p:spPr bwMode="hidden">
              <a:xfrm>
                <a:off x="4349" y="3510"/>
                <a:ext cx="909" cy="533"/>
              </a:xfrm>
              <a:custGeom>
                <a:avLst/>
                <a:gdLst/>
                <a:ahLst/>
                <a:cxnLst>
                  <a:cxn ang="0">
                    <a:pos x="616" y="0"/>
                  </a:cxn>
                  <a:cxn ang="0">
                    <a:pos x="616" y="18"/>
                  </a:cxn>
                  <a:cxn ang="0">
                    <a:pos x="724" y="60"/>
                  </a:cxn>
                  <a:cxn ang="0">
                    <a:pos x="765" y="84"/>
                  </a:cxn>
                  <a:cxn ang="0">
                    <a:pos x="807" y="114"/>
                  </a:cxn>
                  <a:cxn ang="0">
                    <a:pos x="837" y="144"/>
                  </a:cxn>
                  <a:cxn ang="0">
                    <a:pos x="861" y="180"/>
                  </a:cxn>
                  <a:cxn ang="0">
                    <a:pos x="873" y="216"/>
                  </a:cxn>
                  <a:cxn ang="0">
                    <a:pos x="879" y="258"/>
                  </a:cxn>
                  <a:cxn ang="0">
                    <a:pos x="873" y="311"/>
                  </a:cxn>
                  <a:cxn ang="0">
                    <a:pos x="843" y="359"/>
                  </a:cxn>
                  <a:cxn ang="0">
                    <a:pos x="807" y="401"/>
                  </a:cxn>
                  <a:cxn ang="0">
                    <a:pos x="753" y="443"/>
                  </a:cxn>
                  <a:cxn ang="0">
                    <a:pos x="694" y="473"/>
                  </a:cxn>
                  <a:cxn ang="0">
                    <a:pos x="622" y="497"/>
                  </a:cxn>
                  <a:cxn ang="0">
                    <a:pos x="538" y="509"/>
                  </a:cxn>
                  <a:cxn ang="0">
                    <a:pos x="455" y="515"/>
                  </a:cxn>
                  <a:cxn ang="0">
                    <a:pos x="371" y="509"/>
                  </a:cxn>
                  <a:cxn ang="0">
                    <a:pos x="287" y="497"/>
                  </a:cxn>
                  <a:cxn ang="0">
                    <a:pos x="215" y="473"/>
                  </a:cxn>
                  <a:cxn ang="0">
                    <a:pos x="156" y="443"/>
                  </a:cxn>
                  <a:cxn ang="0">
                    <a:pos x="102" y="401"/>
                  </a:cxn>
                  <a:cxn ang="0">
                    <a:pos x="66" y="359"/>
                  </a:cxn>
                  <a:cxn ang="0">
                    <a:pos x="36" y="311"/>
                  </a:cxn>
                  <a:cxn ang="0">
                    <a:pos x="30" y="258"/>
                  </a:cxn>
                  <a:cxn ang="0">
                    <a:pos x="36" y="222"/>
                  </a:cxn>
                  <a:cxn ang="0">
                    <a:pos x="48" y="186"/>
                  </a:cxn>
                  <a:cxn ang="0">
                    <a:pos x="66" y="156"/>
                  </a:cxn>
                  <a:cxn ang="0">
                    <a:pos x="90" y="126"/>
                  </a:cxn>
                  <a:cxn ang="0">
                    <a:pos x="66" y="114"/>
                  </a:cxn>
                  <a:cxn ang="0">
                    <a:pos x="36" y="144"/>
                  </a:cxn>
                  <a:cxn ang="0">
                    <a:pos x="18" y="180"/>
                  </a:cxn>
                  <a:cxn ang="0">
                    <a:pos x="6" y="216"/>
                  </a:cxn>
                  <a:cxn ang="0">
                    <a:pos x="0" y="258"/>
                  </a:cxn>
                  <a:cxn ang="0">
                    <a:pos x="12" y="311"/>
                  </a:cxn>
                  <a:cxn ang="0">
                    <a:pos x="36" y="365"/>
                  </a:cxn>
                  <a:cxn ang="0">
                    <a:pos x="78" y="413"/>
                  </a:cxn>
                  <a:cxn ang="0">
                    <a:pos x="132" y="449"/>
                  </a:cxn>
                  <a:cxn ang="0">
                    <a:pos x="203" y="485"/>
                  </a:cxn>
                  <a:cxn ang="0">
                    <a:pos x="275" y="509"/>
                  </a:cxn>
                  <a:cxn ang="0">
                    <a:pos x="365" y="527"/>
                  </a:cxn>
                  <a:cxn ang="0">
                    <a:pos x="455" y="533"/>
                  </a:cxn>
                  <a:cxn ang="0">
                    <a:pos x="544" y="527"/>
                  </a:cxn>
                  <a:cxn ang="0">
                    <a:pos x="634" y="509"/>
                  </a:cxn>
                  <a:cxn ang="0">
                    <a:pos x="712" y="485"/>
                  </a:cxn>
                  <a:cxn ang="0">
                    <a:pos x="777" y="449"/>
                  </a:cxn>
                  <a:cxn ang="0">
                    <a:pos x="831" y="413"/>
                  </a:cxn>
                  <a:cxn ang="0">
                    <a:pos x="873" y="365"/>
                  </a:cxn>
                  <a:cxn ang="0">
                    <a:pos x="897" y="311"/>
                  </a:cxn>
                  <a:cxn ang="0">
                    <a:pos x="909" y="258"/>
                  </a:cxn>
                  <a:cxn ang="0">
                    <a:pos x="903" y="216"/>
                  </a:cxn>
                  <a:cxn ang="0">
                    <a:pos x="885" y="174"/>
                  </a:cxn>
                  <a:cxn ang="0">
                    <a:pos x="861" y="132"/>
                  </a:cxn>
                  <a:cxn ang="0">
                    <a:pos x="825" y="102"/>
                  </a:cxn>
                  <a:cxn ang="0">
                    <a:pos x="783" y="66"/>
                  </a:cxn>
                  <a:cxn ang="0">
                    <a:pos x="735" y="42"/>
                  </a:cxn>
                  <a:cxn ang="0">
                    <a:pos x="616" y="0"/>
                  </a:cxn>
                  <a:cxn ang="0">
                    <a:pos x="616" y="0"/>
                  </a:cxn>
                </a:cxnLst>
                <a:rect l="0" t="0" r="r" b="b"/>
                <a:pathLst>
                  <a:path w="909" h="533">
                    <a:moveTo>
                      <a:pt x="616" y="0"/>
                    </a:moveTo>
                    <a:lnTo>
                      <a:pt x="616" y="18"/>
                    </a:lnTo>
                    <a:lnTo>
                      <a:pt x="724" y="60"/>
                    </a:lnTo>
                    <a:lnTo>
                      <a:pt x="765" y="84"/>
                    </a:lnTo>
                    <a:lnTo>
                      <a:pt x="807" y="114"/>
                    </a:lnTo>
                    <a:lnTo>
                      <a:pt x="837" y="144"/>
                    </a:lnTo>
                    <a:lnTo>
                      <a:pt x="861" y="180"/>
                    </a:lnTo>
                    <a:lnTo>
                      <a:pt x="873" y="216"/>
                    </a:lnTo>
                    <a:lnTo>
                      <a:pt x="879" y="258"/>
                    </a:lnTo>
                    <a:lnTo>
                      <a:pt x="873" y="311"/>
                    </a:lnTo>
                    <a:lnTo>
                      <a:pt x="843" y="359"/>
                    </a:lnTo>
                    <a:lnTo>
                      <a:pt x="807" y="401"/>
                    </a:lnTo>
                    <a:lnTo>
                      <a:pt x="753" y="443"/>
                    </a:lnTo>
                    <a:lnTo>
                      <a:pt x="694" y="473"/>
                    </a:lnTo>
                    <a:lnTo>
                      <a:pt x="622" y="497"/>
                    </a:lnTo>
                    <a:lnTo>
                      <a:pt x="538" y="509"/>
                    </a:lnTo>
                    <a:lnTo>
                      <a:pt x="455" y="515"/>
                    </a:lnTo>
                    <a:lnTo>
                      <a:pt x="371" y="509"/>
                    </a:lnTo>
                    <a:lnTo>
                      <a:pt x="287" y="497"/>
                    </a:lnTo>
                    <a:lnTo>
                      <a:pt x="215" y="473"/>
                    </a:lnTo>
                    <a:lnTo>
                      <a:pt x="156" y="443"/>
                    </a:lnTo>
                    <a:lnTo>
                      <a:pt x="102" y="401"/>
                    </a:lnTo>
                    <a:lnTo>
                      <a:pt x="66" y="359"/>
                    </a:lnTo>
                    <a:lnTo>
                      <a:pt x="36" y="311"/>
                    </a:lnTo>
                    <a:lnTo>
                      <a:pt x="30" y="258"/>
                    </a:lnTo>
                    <a:lnTo>
                      <a:pt x="36" y="222"/>
                    </a:lnTo>
                    <a:lnTo>
                      <a:pt x="48" y="186"/>
                    </a:lnTo>
                    <a:lnTo>
                      <a:pt x="66" y="156"/>
                    </a:lnTo>
                    <a:lnTo>
                      <a:pt x="90" y="126"/>
                    </a:lnTo>
                    <a:lnTo>
                      <a:pt x="66" y="114"/>
                    </a:lnTo>
                    <a:lnTo>
                      <a:pt x="36" y="144"/>
                    </a:lnTo>
                    <a:lnTo>
                      <a:pt x="18" y="180"/>
                    </a:lnTo>
                    <a:lnTo>
                      <a:pt x="6" y="216"/>
                    </a:lnTo>
                    <a:lnTo>
                      <a:pt x="0" y="258"/>
                    </a:lnTo>
                    <a:lnTo>
                      <a:pt x="12" y="311"/>
                    </a:lnTo>
                    <a:lnTo>
                      <a:pt x="36" y="365"/>
                    </a:lnTo>
                    <a:lnTo>
                      <a:pt x="78" y="413"/>
                    </a:lnTo>
                    <a:lnTo>
                      <a:pt x="132" y="449"/>
                    </a:lnTo>
                    <a:lnTo>
                      <a:pt x="203" y="485"/>
                    </a:lnTo>
                    <a:lnTo>
                      <a:pt x="275" y="509"/>
                    </a:lnTo>
                    <a:lnTo>
                      <a:pt x="365" y="527"/>
                    </a:lnTo>
                    <a:lnTo>
                      <a:pt x="455" y="533"/>
                    </a:lnTo>
                    <a:lnTo>
                      <a:pt x="544" y="527"/>
                    </a:lnTo>
                    <a:lnTo>
                      <a:pt x="634" y="509"/>
                    </a:lnTo>
                    <a:lnTo>
                      <a:pt x="712" y="485"/>
                    </a:lnTo>
                    <a:lnTo>
                      <a:pt x="777" y="449"/>
                    </a:lnTo>
                    <a:lnTo>
                      <a:pt x="831" y="413"/>
                    </a:lnTo>
                    <a:lnTo>
                      <a:pt x="873" y="365"/>
                    </a:lnTo>
                    <a:lnTo>
                      <a:pt x="897" y="311"/>
                    </a:lnTo>
                    <a:lnTo>
                      <a:pt x="909" y="258"/>
                    </a:lnTo>
                    <a:lnTo>
                      <a:pt x="903" y="216"/>
                    </a:lnTo>
                    <a:lnTo>
                      <a:pt x="885" y="174"/>
                    </a:lnTo>
                    <a:lnTo>
                      <a:pt x="861" y="132"/>
                    </a:lnTo>
                    <a:lnTo>
                      <a:pt x="825" y="102"/>
                    </a:lnTo>
                    <a:lnTo>
                      <a:pt x="783" y="66"/>
                    </a:lnTo>
                    <a:lnTo>
                      <a:pt x="735" y="42"/>
                    </a:lnTo>
                    <a:lnTo>
                      <a:pt x="616" y="0"/>
                    </a:lnTo>
                    <a:lnTo>
                      <a:pt x="616" y="0"/>
                    </a:lnTo>
                    <a:close/>
                  </a:path>
                </a:pathLst>
              </a:custGeom>
              <a:gradFill rotWithShape="0">
                <a:gsLst>
                  <a:gs pos="0">
                    <a:schemeClr val="accent1">
                      <a:gamma/>
                      <a:tint val="96863"/>
                      <a:invGamma/>
                    </a:schemeClr>
                  </a:gs>
                  <a:gs pos="100000">
                    <a:schemeClr val="accent1"/>
                  </a:gs>
                </a:gsLst>
                <a:lin ang="0" scaled="1"/>
              </a:gradFill>
              <a:ln w="9525">
                <a:noFill/>
                <a:round/>
                <a:headEnd/>
                <a:tailEnd/>
              </a:ln>
            </p:spPr>
            <p:txBody>
              <a:bodyPr/>
              <a:lstStyle/>
              <a:p>
                <a:pPr>
                  <a:defRPr/>
                </a:pPr>
                <a:endParaRPr lang="th-TH"/>
              </a:p>
            </p:txBody>
          </p:sp>
          <p:sp>
            <p:nvSpPr>
              <p:cNvPr id="75820" name="Freeform 44">
                <a:extLst>
                  <a:ext uri="{FF2B5EF4-FFF2-40B4-BE49-F238E27FC236}">
                    <a16:creationId xmlns:a16="http://schemas.microsoft.com/office/drawing/2014/main" id="{5387DA6B-89E7-4E14-9B25-00E766E95B28}"/>
                  </a:ext>
                </a:extLst>
              </p:cNvPr>
              <p:cNvSpPr>
                <a:spLocks/>
              </p:cNvSpPr>
              <p:nvPr/>
            </p:nvSpPr>
            <p:spPr bwMode="hidden">
              <a:xfrm>
                <a:off x="4564" y="3492"/>
                <a:ext cx="365" cy="66"/>
              </a:xfrm>
              <a:custGeom>
                <a:avLst/>
                <a:gdLst/>
                <a:ahLst/>
                <a:cxnLst>
                  <a:cxn ang="0">
                    <a:pos x="240" y="18"/>
                  </a:cxn>
                  <a:cxn ang="0">
                    <a:pos x="299" y="24"/>
                  </a:cxn>
                  <a:cxn ang="0">
                    <a:pos x="359" y="30"/>
                  </a:cxn>
                  <a:cxn ang="0">
                    <a:pos x="365" y="12"/>
                  </a:cxn>
                  <a:cxn ang="0">
                    <a:pos x="305" y="6"/>
                  </a:cxn>
                  <a:cxn ang="0">
                    <a:pos x="240" y="0"/>
                  </a:cxn>
                  <a:cxn ang="0">
                    <a:pos x="174" y="6"/>
                  </a:cxn>
                  <a:cxn ang="0">
                    <a:pos x="114" y="12"/>
                  </a:cxn>
                  <a:cxn ang="0">
                    <a:pos x="0" y="42"/>
                  </a:cxn>
                  <a:cxn ang="0">
                    <a:pos x="0" y="66"/>
                  </a:cxn>
                  <a:cxn ang="0">
                    <a:pos x="54" y="48"/>
                  </a:cxn>
                  <a:cxn ang="0">
                    <a:pos x="114" y="30"/>
                  </a:cxn>
                  <a:cxn ang="0">
                    <a:pos x="174" y="24"/>
                  </a:cxn>
                  <a:cxn ang="0">
                    <a:pos x="240" y="18"/>
                  </a:cxn>
                  <a:cxn ang="0">
                    <a:pos x="240" y="18"/>
                  </a:cxn>
                </a:cxnLst>
                <a:rect l="0" t="0" r="r" b="b"/>
                <a:pathLst>
                  <a:path w="365" h="66">
                    <a:moveTo>
                      <a:pt x="240" y="18"/>
                    </a:moveTo>
                    <a:lnTo>
                      <a:pt x="299" y="24"/>
                    </a:lnTo>
                    <a:lnTo>
                      <a:pt x="359" y="30"/>
                    </a:lnTo>
                    <a:lnTo>
                      <a:pt x="365" y="12"/>
                    </a:lnTo>
                    <a:lnTo>
                      <a:pt x="305" y="6"/>
                    </a:lnTo>
                    <a:lnTo>
                      <a:pt x="240" y="0"/>
                    </a:lnTo>
                    <a:lnTo>
                      <a:pt x="174" y="6"/>
                    </a:lnTo>
                    <a:lnTo>
                      <a:pt x="114" y="12"/>
                    </a:lnTo>
                    <a:lnTo>
                      <a:pt x="0" y="42"/>
                    </a:lnTo>
                    <a:lnTo>
                      <a:pt x="0" y="66"/>
                    </a:lnTo>
                    <a:lnTo>
                      <a:pt x="54" y="48"/>
                    </a:lnTo>
                    <a:lnTo>
                      <a:pt x="114" y="30"/>
                    </a:lnTo>
                    <a:lnTo>
                      <a:pt x="174" y="24"/>
                    </a:lnTo>
                    <a:lnTo>
                      <a:pt x="240" y="18"/>
                    </a:lnTo>
                    <a:lnTo>
                      <a:pt x="240" y="18"/>
                    </a:lnTo>
                    <a:close/>
                  </a:path>
                </a:pathLst>
              </a:custGeom>
              <a:gradFill rotWithShape="0">
                <a:gsLst>
                  <a:gs pos="0">
                    <a:schemeClr val="accent1">
                      <a:gamma/>
                      <a:tint val="96863"/>
                      <a:invGamma/>
                    </a:schemeClr>
                  </a:gs>
                  <a:gs pos="100000">
                    <a:schemeClr val="accent1"/>
                  </a:gs>
                </a:gsLst>
                <a:lin ang="5400000" scaled="1"/>
              </a:gradFill>
              <a:ln w="9525">
                <a:noFill/>
                <a:round/>
                <a:headEnd/>
                <a:tailEnd/>
              </a:ln>
            </p:spPr>
            <p:txBody>
              <a:bodyPr/>
              <a:lstStyle/>
              <a:p>
                <a:pPr>
                  <a:defRPr/>
                </a:pPr>
                <a:endParaRPr lang="th-TH"/>
              </a:p>
            </p:txBody>
          </p:sp>
          <p:sp>
            <p:nvSpPr>
              <p:cNvPr id="75821" name="Freeform 45">
                <a:extLst>
                  <a:ext uri="{FF2B5EF4-FFF2-40B4-BE49-F238E27FC236}">
                    <a16:creationId xmlns:a16="http://schemas.microsoft.com/office/drawing/2014/main" id="{DD0C2BC3-0590-4FE9-BC38-D289C7A1C2C8}"/>
                  </a:ext>
                </a:extLst>
              </p:cNvPr>
              <p:cNvSpPr>
                <a:spLocks/>
              </p:cNvSpPr>
              <p:nvPr/>
            </p:nvSpPr>
            <p:spPr bwMode="hidden">
              <a:xfrm>
                <a:off x="4463" y="3558"/>
                <a:ext cx="66" cy="48"/>
              </a:xfrm>
              <a:custGeom>
                <a:avLst/>
                <a:gdLst/>
                <a:ahLst/>
                <a:cxnLst>
                  <a:cxn ang="0">
                    <a:pos x="66" y="18"/>
                  </a:cxn>
                  <a:cxn ang="0">
                    <a:pos x="48" y="0"/>
                  </a:cxn>
                  <a:cxn ang="0">
                    <a:pos x="24" y="12"/>
                  </a:cxn>
                  <a:cxn ang="0">
                    <a:pos x="0" y="30"/>
                  </a:cxn>
                  <a:cxn ang="0">
                    <a:pos x="12" y="48"/>
                  </a:cxn>
                  <a:cxn ang="0">
                    <a:pos x="42" y="30"/>
                  </a:cxn>
                  <a:cxn ang="0">
                    <a:pos x="66" y="18"/>
                  </a:cxn>
                  <a:cxn ang="0">
                    <a:pos x="66" y="18"/>
                  </a:cxn>
                </a:cxnLst>
                <a:rect l="0" t="0" r="r" b="b"/>
                <a:pathLst>
                  <a:path w="66" h="48">
                    <a:moveTo>
                      <a:pt x="66" y="18"/>
                    </a:moveTo>
                    <a:lnTo>
                      <a:pt x="48" y="0"/>
                    </a:lnTo>
                    <a:lnTo>
                      <a:pt x="24" y="12"/>
                    </a:lnTo>
                    <a:lnTo>
                      <a:pt x="0" y="30"/>
                    </a:lnTo>
                    <a:lnTo>
                      <a:pt x="12" y="48"/>
                    </a:lnTo>
                    <a:lnTo>
                      <a:pt x="42" y="30"/>
                    </a:lnTo>
                    <a:lnTo>
                      <a:pt x="66" y="18"/>
                    </a:lnTo>
                    <a:lnTo>
                      <a:pt x="66" y="18"/>
                    </a:lnTo>
                    <a:close/>
                  </a:path>
                </a:pathLst>
              </a:custGeom>
              <a:gradFill rotWithShape="0">
                <a:gsLst>
                  <a:gs pos="0">
                    <a:schemeClr val="accent1">
                      <a:gamma/>
                      <a:tint val="96863"/>
                      <a:invGamma/>
                    </a:schemeClr>
                  </a:gs>
                  <a:gs pos="100000">
                    <a:schemeClr val="accent1"/>
                  </a:gs>
                </a:gsLst>
                <a:lin ang="5400000" scaled="1"/>
              </a:gradFill>
              <a:ln w="9525">
                <a:noFill/>
                <a:round/>
                <a:headEnd/>
                <a:tailEnd/>
              </a:ln>
            </p:spPr>
            <p:txBody>
              <a:bodyPr/>
              <a:lstStyle/>
              <a:p>
                <a:pPr>
                  <a:defRPr/>
                </a:pPr>
                <a:endParaRPr lang="th-TH"/>
              </a:p>
            </p:txBody>
          </p:sp>
          <p:sp>
            <p:nvSpPr>
              <p:cNvPr id="75822" name="Freeform 46">
                <a:extLst>
                  <a:ext uri="{FF2B5EF4-FFF2-40B4-BE49-F238E27FC236}">
                    <a16:creationId xmlns:a16="http://schemas.microsoft.com/office/drawing/2014/main" id="{CDF3A277-BBF1-42C5-A73F-F2971137B6BB}"/>
                  </a:ext>
                </a:extLst>
              </p:cNvPr>
              <p:cNvSpPr>
                <a:spLocks/>
              </p:cNvSpPr>
              <p:nvPr/>
            </p:nvSpPr>
            <p:spPr bwMode="hidden">
              <a:xfrm>
                <a:off x="5280" y="3186"/>
                <a:ext cx="383" cy="96"/>
              </a:xfrm>
              <a:custGeom>
                <a:avLst/>
                <a:gdLst/>
                <a:ahLst/>
                <a:cxnLst>
                  <a:cxn ang="0">
                    <a:pos x="209" y="96"/>
                  </a:cxn>
                  <a:cxn ang="0">
                    <a:pos x="143" y="90"/>
                  </a:cxn>
                  <a:cxn ang="0">
                    <a:pos x="83" y="66"/>
                  </a:cxn>
                  <a:cxn ang="0">
                    <a:pos x="35" y="36"/>
                  </a:cxn>
                  <a:cxn ang="0">
                    <a:pos x="6" y="0"/>
                  </a:cxn>
                  <a:cxn ang="0">
                    <a:pos x="0" y="6"/>
                  </a:cxn>
                  <a:cxn ang="0">
                    <a:pos x="29" y="42"/>
                  </a:cxn>
                  <a:cxn ang="0">
                    <a:pos x="77" y="72"/>
                  </a:cxn>
                  <a:cxn ang="0">
                    <a:pos x="137" y="90"/>
                  </a:cxn>
                  <a:cxn ang="0">
                    <a:pos x="209" y="96"/>
                  </a:cxn>
                  <a:cxn ang="0">
                    <a:pos x="263" y="90"/>
                  </a:cxn>
                  <a:cxn ang="0">
                    <a:pos x="311" y="84"/>
                  </a:cxn>
                  <a:cxn ang="0">
                    <a:pos x="352" y="66"/>
                  </a:cxn>
                  <a:cxn ang="0">
                    <a:pos x="382" y="42"/>
                  </a:cxn>
                  <a:cxn ang="0">
                    <a:pos x="376" y="42"/>
                  </a:cxn>
                  <a:cxn ang="0">
                    <a:pos x="346" y="66"/>
                  </a:cxn>
                  <a:cxn ang="0">
                    <a:pos x="305" y="78"/>
                  </a:cxn>
                  <a:cxn ang="0">
                    <a:pos x="263" y="90"/>
                  </a:cxn>
                  <a:cxn ang="0">
                    <a:pos x="209" y="96"/>
                  </a:cxn>
                  <a:cxn ang="0">
                    <a:pos x="209" y="96"/>
                  </a:cxn>
                </a:cxnLst>
                <a:rect l="0" t="0" r="r" b="b"/>
                <a:pathLst>
                  <a:path w="382" h="96">
                    <a:moveTo>
                      <a:pt x="209" y="96"/>
                    </a:moveTo>
                    <a:lnTo>
                      <a:pt x="143" y="90"/>
                    </a:lnTo>
                    <a:lnTo>
                      <a:pt x="83" y="66"/>
                    </a:lnTo>
                    <a:lnTo>
                      <a:pt x="35" y="36"/>
                    </a:lnTo>
                    <a:lnTo>
                      <a:pt x="6" y="0"/>
                    </a:lnTo>
                    <a:lnTo>
                      <a:pt x="0" y="6"/>
                    </a:lnTo>
                    <a:lnTo>
                      <a:pt x="29" y="42"/>
                    </a:lnTo>
                    <a:lnTo>
                      <a:pt x="77" y="72"/>
                    </a:lnTo>
                    <a:lnTo>
                      <a:pt x="137" y="90"/>
                    </a:lnTo>
                    <a:lnTo>
                      <a:pt x="209" y="96"/>
                    </a:lnTo>
                    <a:lnTo>
                      <a:pt x="263" y="90"/>
                    </a:lnTo>
                    <a:lnTo>
                      <a:pt x="311" y="84"/>
                    </a:lnTo>
                    <a:lnTo>
                      <a:pt x="352" y="66"/>
                    </a:lnTo>
                    <a:lnTo>
                      <a:pt x="382" y="42"/>
                    </a:lnTo>
                    <a:lnTo>
                      <a:pt x="376" y="42"/>
                    </a:lnTo>
                    <a:lnTo>
                      <a:pt x="346" y="66"/>
                    </a:lnTo>
                    <a:lnTo>
                      <a:pt x="305" y="78"/>
                    </a:lnTo>
                    <a:lnTo>
                      <a:pt x="263" y="90"/>
                    </a:lnTo>
                    <a:lnTo>
                      <a:pt x="209" y="96"/>
                    </a:lnTo>
                    <a:lnTo>
                      <a:pt x="209" y="96"/>
                    </a:lnTo>
                    <a:close/>
                  </a:path>
                </a:pathLst>
              </a:custGeom>
              <a:gradFill rotWithShape="0">
                <a:gsLst>
                  <a:gs pos="0">
                    <a:schemeClr val="accent1"/>
                  </a:gs>
                  <a:gs pos="100000">
                    <a:schemeClr val="bg1"/>
                  </a:gs>
                </a:gsLst>
                <a:lin ang="5400000" scaled="1"/>
              </a:gradFill>
              <a:ln w="9525">
                <a:noFill/>
                <a:round/>
                <a:headEnd/>
                <a:tailEnd/>
              </a:ln>
            </p:spPr>
            <p:txBody>
              <a:bodyPr/>
              <a:lstStyle/>
              <a:p>
                <a:pPr>
                  <a:defRPr/>
                </a:pPr>
                <a:endParaRPr lang="th-TH"/>
              </a:p>
            </p:txBody>
          </p:sp>
          <p:sp>
            <p:nvSpPr>
              <p:cNvPr id="75823" name="Freeform 47">
                <a:extLst>
                  <a:ext uri="{FF2B5EF4-FFF2-40B4-BE49-F238E27FC236}">
                    <a16:creationId xmlns:a16="http://schemas.microsoft.com/office/drawing/2014/main" id="{E0341E52-2898-42B9-BB60-763A913A1543}"/>
                  </a:ext>
                </a:extLst>
              </p:cNvPr>
              <p:cNvSpPr>
                <a:spLocks/>
              </p:cNvSpPr>
              <p:nvPr/>
            </p:nvSpPr>
            <p:spPr bwMode="hidden">
              <a:xfrm>
                <a:off x="5315" y="3024"/>
                <a:ext cx="258" cy="54"/>
              </a:xfrm>
              <a:custGeom>
                <a:avLst/>
                <a:gdLst/>
                <a:ahLst/>
                <a:cxnLst>
                  <a:cxn ang="0">
                    <a:pos x="174" y="0"/>
                  </a:cxn>
                  <a:cxn ang="0">
                    <a:pos x="216" y="6"/>
                  </a:cxn>
                  <a:cxn ang="0">
                    <a:pos x="258" y="12"/>
                  </a:cxn>
                  <a:cxn ang="0">
                    <a:pos x="252" y="6"/>
                  </a:cxn>
                  <a:cxn ang="0">
                    <a:pos x="216" y="0"/>
                  </a:cxn>
                  <a:cxn ang="0">
                    <a:pos x="174" y="0"/>
                  </a:cxn>
                  <a:cxn ang="0">
                    <a:pos x="120" y="6"/>
                  </a:cxn>
                  <a:cxn ang="0">
                    <a:pos x="78" y="12"/>
                  </a:cxn>
                  <a:cxn ang="0">
                    <a:pos x="36" y="30"/>
                  </a:cxn>
                  <a:cxn ang="0">
                    <a:pos x="0" y="48"/>
                  </a:cxn>
                  <a:cxn ang="0">
                    <a:pos x="6" y="54"/>
                  </a:cxn>
                  <a:cxn ang="0">
                    <a:pos x="36" y="36"/>
                  </a:cxn>
                  <a:cxn ang="0">
                    <a:pos x="78" y="18"/>
                  </a:cxn>
                  <a:cxn ang="0">
                    <a:pos x="120" y="6"/>
                  </a:cxn>
                  <a:cxn ang="0">
                    <a:pos x="174" y="0"/>
                  </a:cxn>
                  <a:cxn ang="0">
                    <a:pos x="174" y="0"/>
                  </a:cxn>
                </a:cxnLst>
                <a:rect l="0" t="0" r="r" b="b"/>
                <a:pathLst>
                  <a:path w="258" h="54">
                    <a:moveTo>
                      <a:pt x="174" y="0"/>
                    </a:moveTo>
                    <a:lnTo>
                      <a:pt x="216" y="6"/>
                    </a:lnTo>
                    <a:lnTo>
                      <a:pt x="258" y="12"/>
                    </a:lnTo>
                    <a:lnTo>
                      <a:pt x="252" y="6"/>
                    </a:lnTo>
                    <a:lnTo>
                      <a:pt x="216" y="0"/>
                    </a:lnTo>
                    <a:lnTo>
                      <a:pt x="174" y="0"/>
                    </a:lnTo>
                    <a:lnTo>
                      <a:pt x="120" y="6"/>
                    </a:lnTo>
                    <a:lnTo>
                      <a:pt x="78" y="12"/>
                    </a:lnTo>
                    <a:lnTo>
                      <a:pt x="36" y="30"/>
                    </a:lnTo>
                    <a:lnTo>
                      <a:pt x="0" y="48"/>
                    </a:lnTo>
                    <a:lnTo>
                      <a:pt x="6" y="54"/>
                    </a:lnTo>
                    <a:lnTo>
                      <a:pt x="36" y="36"/>
                    </a:lnTo>
                    <a:lnTo>
                      <a:pt x="78" y="18"/>
                    </a:lnTo>
                    <a:lnTo>
                      <a:pt x="120" y="6"/>
                    </a:lnTo>
                    <a:lnTo>
                      <a:pt x="174" y="0"/>
                    </a:lnTo>
                    <a:lnTo>
                      <a:pt x="174" y="0"/>
                    </a:lnTo>
                    <a:close/>
                  </a:path>
                </a:pathLst>
              </a:custGeom>
              <a:gradFill rotWithShape="0">
                <a:gsLst>
                  <a:gs pos="0">
                    <a:schemeClr val="accent1"/>
                  </a:gs>
                  <a:gs pos="100000">
                    <a:schemeClr val="bg1"/>
                  </a:gs>
                </a:gsLst>
                <a:lin ang="5400000" scaled="1"/>
              </a:gradFill>
              <a:ln w="9525">
                <a:noFill/>
                <a:round/>
                <a:headEnd/>
                <a:tailEnd/>
              </a:ln>
            </p:spPr>
            <p:txBody>
              <a:bodyPr/>
              <a:lstStyle/>
              <a:p>
                <a:pPr>
                  <a:defRPr/>
                </a:pPr>
                <a:endParaRPr lang="th-TH"/>
              </a:p>
            </p:txBody>
          </p:sp>
          <p:sp>
            <p:nvSpPr>
              <p:cNvPr id="75824" name="Freeform 48">
                <a:extLst>
                  <a:ext uri="{FF2B5EF4-FFF2-40B4-BE49-F238E27FC236}">
                    <a16:creationId xmlns:a16="http://schemas.microsoft.com/office/drawing/2014/main" id="{33CDEADC-9F7F-41BD-A2DA-98D2FC4AB1BB}"/>
                  </a:ext>
                </a:extLst>
              </p:cNvPr>
              <p:cNvSpPr>
                <a:spLocks/>
              </p:cNvSpPr>
              <p:nvPr/>
            </p:nvSpPr>
            <p:spPr bwMode="hidden">
              <a:xfrm>
                <a:off x="5645" y="3066"/>
                <a:ext cx="60" cy="156"/>
              </a:xfrm>
              <a:custGeom>
                <a:avLst/>
                <a:gdLst/>
                <a:ahLst/>
                <a:cxnLst>
                  <a:cxn ang="0">
                    <a:pos x="54" y="90"/>
                  </a:cxn>
                  <a:cxn ang="0">
                    <a:pos x="48" y="126"/>
                  </a:cxn>
                  <a:cxn ang="0">
                    <a:pos x="24" y="156"/>
                  </a:cxn>
                  <a:cxn ang="0">
                    <a:pos x="30" y="156"/>
                  </a:cxn>
                  <a:cxn ang="0">
                    <a:pos x="54" y="126"/>
                  </a:cxn>
                  <a:cxn ang="0">
                    <a:pos x="60" y="90"/>
                  </a:cxn>
                  <a:cxn ang="0">
                    <a:pos x="54" y="66"/>
                  </a:cxn>
                  <a:cxn ang="0">
                    <a:pos x="48" y="42"/>
                  </a:cxn>
                  <a:cxn ang="0">
                    <a:pos x="30" y="18"/>
                  </a:cxn>
                  <a:cxn ang="0">
                    <a:pos x="6" y="0"/>
                  </a:cxn>
                  <a:cxn ang="0">
                    <a:pos x="0" y="6"/>
                  </a:cxn>
                  <a:cxn ang="0">
                    <a:pos x="24" y="24"/>
                  </a:cxn>
                  <a:cxn ang="0">
                    <a:pos x="42" y="42"/>
                  </a:cxn>
                  <a:cxn ang="0">
                    <a:pos x="48" y="66"/>
                  </a:cxn>
                  <a:cxn ang="0">
                    <a:pos x="54" y="90"/>
                  </a:cxn>
                  <a:cxn ang="0">
                    <a:pos x="54" y="90"/>
                  </a:cxn>
                </a:cxnLst>
                <a:rect l="0" t="0" r="r" b="b"/>
                <a:pathLst>
                  <a:path w="60" h="156">
                    <a:moveTo>
                      <a:pt x="54" y="90"/>
                    </a:moveTo>
                    <a:lnTo>
                      <a:pt x="48" y="126"/>
                    </a:lnTo>
                    <a:lnTo>
                      <a:pt x="24" y="156"/>
                    </a:lnTo>
                    <a:lnTo>
                      <a:pt x="30" y="156"/>
                    </a:lnTo>
                    <a:lnTo>
                      <a:pt x="54" y="126"/>
                    </a:lnTo>
                    <a:lnTo>
                      <a:pt x="60" y="90"/>
                    </a:lnTo>
                    <a:lnTo>
                      <a:pt x="54" y="66"/>
                    </a:lnTo>
                    <a:lnTo>
                      <a:pt x="48" y="42"/>
                    </a:lnTo>
                    <a:lnTo>
                      <a:pt x="30" y="18"/>
                    </a:lnTo>
                    <a:lnTo>
                      <a:pt x="6" y="0"/>
                    </a:lnTo>
                    <a:lnTo>
                      <a:pt x="0" y="6"/>
                    </a:lnTo>
                    <a:lnTo>
                      <a:pt x="24" y="24"/>
                    </a:lnTo>
                    <a:lnTo>
                      <a:pt x="42" y="42"/>
                    </a:lnTo>
                    <a:lnTo>
                      <a:pt x="48" y="66"/>
                    </a:lnTo>
                    <a:lnTo>
                      <a:pt x="54" y="90"/>
                    </a:lnTo>
                    <a:lnTo>
                      <a:pt x="54" y="90"/>
                    </a:lnTo>
                    <a:close/>
                  </a:path>
                </a:pathLst>
              </a:custGeom>
              <a:gradFill rotWithShape="0">
                <a:gsLst>
                  <a:gs pos="0">
                    <a:schemeClr val="accent1"/>
                  </a:gs>
                  <a:gs pos="100000">
                    <a:schemeClr val="bg1"/>
                  </a:gs>
                </a:gsLst>
                <a:lin ang="5400000" scaled="1"/>
              </a:gradFill>
              <a:ln w="9525">
                <a:noFill/>
                <a:round/>
                <a:headEnd/>
                <a:tailEnd/>
              </a:ln>
            </p:spPr>
            <p:txBody>
              <a:bodyPr/>
              <a:lstStyle/>
              <a:p>
                <a:pPr>
                  <a:defRPr/>
                </a:pPr>
                <a:endParaRPr lang="th-TH"/>
              </a:p>
            </p:txBody>
          </p:sp>
          <p:sp>
            <p:nvSpPr>
              <p:cNvPr id="75825" name="Freeform 49">
                <a:extLst>
                  <a:ext uri="{FF2B5EF4-FFF2-40B4-BE49-F238E27FC236}">
                    <a16:creationId xmlns:a16="http://schemas.microsoft.com/office/drawing/2014/main" id="{E7237172-4964-482E-A681-EC839E10F9F8}"/>
                  </a:ext>
                </a:extLst>
              </p:cNvPr>
              <p:cNvSpPr>
                <a:spLocks/>
              </p:cNvSpPr>
              <p:nvPr/>
            </p:nvSpPr>
            <p:spPr bwMode="hidden">
              <a:xfrm>
                <a:off x="5375" y="3246"/>
                <a:ext cx="192" cy="18"/>
              </a:xfrm>
              <a:custGeom>
                <a:avLst/>
                <a:gdLst/>
                <a:ahLst/>
                <a:cxnLst>
                  <a:cxn ang="0">
                    <a:pos x="114" y="12"/>
                  </a:cxn>
                  <a:cxn ang="0">
                    <a:pos x="72" y="6"/>
                  </a:cxn>
                  <a:cxn ang="0">
                    <a:pos x="30" y="0"/>
                  </a:cxn>
                  <a:cxn ang="0">
                    <a:pos x="0" y="0"/>
                  </a:cxn>
                  <a:cxn ang="0">
                    <a:pos x="54" y="12"/>
                  </a:cxn>
                  <a:cxn ang="0">
                    <a:pos x="114" y="18"/>
                  </a:cxn>
                  <a:cxn ang="0">
                    <a:pos x="156" y="18"/>
                  </a:cxn>
                  <a:cxn ang="0">
                    <a:pos x="192" y="12"/>
                  </a:cxn>
                  <a:cxn ang="0">
                    <a:pos x="186" y="0"/>
                  </a:cxn>
                  <a:cxn ang="0">
                    <a:pos x="150" y="6"/>
                  </a:cxn>
                  <a:cxn ang="0">
                    <a:pos x="114" y="12"/>
                  </a:cxn>
                  <a:cxn ang="0">
                    <a:pos x="114" y="12"/>
                  </a:cxn>
                </a:cxnLst>
                <a:rect l="0" t="0" r="r" b="b"/>
                <a:pathLst>
                  <a:path w="192" h="18">
                    <a:moveTo>
                      <a:pt x="114" y="12"/>
                    </a:moveTo>
                    <a:lnTo>
                      <a:pt x="72" y="6"/>
                    </a:lnTo>
                    <a:lnTo>
                      <a:pt x="30" y="0"/>
                    </a:lnTo>
                    <a:lnTo>
                      <a:pt x="0" y="0"/>
                    </a:lnTo>
                    <a:lnTo>
                      <a:pt x="54" y="12"/>
                    </a:lnTo>
                    <a:lnTo>
                      <a:pt x="114" y="18"/>
                    </a:lnTo>
                    <a:lnTo>
                      <a:pt x="156" y="18"/>
                    </a:lnTo>
                    <a:lnTo>
                      <a:pt x="192" y="12"/>
                    </a:lnTo>
                    <a:lnTo>
                      <a:pt x="186" y="0"/>
                    </a:lnTo>
                    <a:lnTo>
                      <a:pt x="150" y="6"/>
                    </a:lnTo>
                    <a:lnTo>
                      <a:pt x="114" y="12"/>
                    </a:lnTo>
                    <a:lnTo>
                      <a:pt x="114" y="12"/>
                    </a:lnTo>
                    <a:close/>
                  </a:path>
                </a:pathLst>
              </a:custGeom>
              <a:gradFill rotWithShape="0">
                <a:gsLst>
                  <a:gs pos="0">
                    <a:schemeClr val="accent1"/>
                  </a:gs>
                  <a:gs pos="100000">
                    <a:schemeClr val="bg1"/>
                  </a:gs>
                </a:gsLst>
                <a:lin ang="5400000" scaled="1"/>
              </a:gradFill>
              <a:ln w="9525">
                <a:noFill/>
                <a:round/>
                <a:headEnd/>
                <a:tailEnd/>
              </a:ln>
            </p:spPr>
            <p:txBody>
              <a:bodyPr/>
              <a:lstStyle/>
              <a:p>
                <a:pPr>
                  <a:defRPr/>
                </a:pPr>
                <a:endParaRPr lang="th-TH"/>
              </a:p>
            </p:txBody>
          </p:sp>
          <p:sp>
            <p:nvSpPr>
              <p:cNvPr id="75826" name="Freeform 50">
                <a:extLst>
                  <a:ext uri="{FF2B5EF4-FFF2-40B4-BE49-F238E27FC236}">
                    <a16:creationId xmlns:a16="http://schemas.microsoft.com/office/drawing/2014/main" id="{188E6FA9-521C-4270-AEC5-FA5D0C7414E2}"/>
                  </a:ext>
                </a:extLst>
              </p:cNvPr>
              <p:cNvSpPr>
                <a:spLocks/>
              </p:cNvSpPr>
              <p:nvPr/>
            </p:nvSpPr>
            <p:spPr bwMode="hidden">
              <a:xfrm>
                <a:off x="5304" y="3042"/>
                <a:ext cx="161" cy="186"/>
              </a:xfrm>
              <a:custGeom>
                <a:avLst/>
                <a:gdLst/>
                <a:ahLst/>
                <a:cxnLst>
                  <a:cxn ang="0">
                    <a:pos x="11" y="114"/>
                  </a:cxn>
                  <a:cxn ang="0">
                    <a:pos x="17" y="96"/>
                  </a:cxn>
                  <a:cxn ang="0">
                    <a:pos x="23" y="78"/>
                  </a:cxn>
                  <a:cxn ang="0">
                    <a:pos x="53" y="42"/>
                  </a:cxn>
                  <a:cxn ang="0">
                    <a:pos x="101" y="18"/>
                  </a:cxn>
                  <a:cxn ang="0">
                    <a:pos x="155" y="6"/>
                  </a:cxn>
                  <a:cxn ang="0">
                    <a:pos x="161" y="0"/>
                  </a:cxn>
                  <a:cxn ang="0">
                    <a:pos x="95" y="12"/>
                  </a:cxn>
                  <a:cxn ang="0">
                    <a:pos x="47" y="36"/>
                  </a:cxn>
                  <a:cxn ang="0">
                    <a:pos x="11" y="72"/>
                  </a:cxn>
                  <a:cxn ang="0">
                    <a:pos x="5" y="90"/>
                  </a:cxn>
                  <a:cxn ang="0">
                    <a:pos x="0" y="114"/>
                  </a:cxn>
                  <a:cxn ang="0">
                    <a:pos x="11" y="150"/>
                  </a:cxn>
                  <a:cxn ang="0">
                    <a:pos x="23" y="168"/>
                  </a:cxn>
                  <a:cxn ang="0">
                    <a:pos x="41" y="186"/>
                  </a:cxn>
                  <a:cxn ang="0">
                    <a:pos x="65" y="186"/>
                  </a:cxn>
                  <a:cxn ang="0">
                    <a:pos x="41" y="168"/>
                  </a:cxn>
                  <a:cxn ang="0">
                    <a:pos x="23" y="150"/>
                  </a:cxn>
                  <a:cxn ang="0">
                    <a:pos x="17" y="132"/>
                  </a:cxn>
                  <a:cxn ang="0">
                    <a:pos x="11" y="114"/>
                  </a:cxn>
                  <a:cxn ang="0">
                    <a:pos x="11" y="114"/>
                  </a:cxn>
                </a:cxnLst>
                <a:rect l="0" t="0" r="r" b="b"/>
                <a:pathLst>
                  <a:path w="161" h="186">
                    <a:moveTo>
                      <a:pt x="11" y="114"/>
                    </a:moveTo>
                    <a:lnTo>
                      <a:pt x="17" y="96"/>
                    </a:lnTo>
                    <a:lnTo>
                      <a:pt x="23" y="78"/>
                    </a:lnTo>
                    <a:lnTo>
                      <a:pt x="53" y="42"/>
                    </a:lnTo>
                    <a:lnTo>
                      <a:pt x="101" y="18"/>
                    </a:lnTo>
                    <a:lnTo>
                      <a:pt x="155" y="6"/>
                    </a:lnTo>
                    <a:lnTo>
                      <a:pt x="161" y="0"/>
                    </a:lnTo>
                    <a:lnTo>
                      <a:pt x="95" y="12"/>
                    </a:lnTo>
                    <a:lnTo>
                      <a:pt x="47" y="36"/>
                    </a:lnTo>
                    <a:lnTo>
                      <a:pt x="11" y="72"/>
                    </a:lnTo>
                    <a:lnTo>
                      <a:pt x="5" y="90"/>
                    </a:lnTo>
                    <a:lnTo>
                      <a:pt x="0" y="114"/>
                    </a:lnTo>
                    <a:lnTo>
                      <a:pt x="11" y="150"/>
                    </a:lnTo>
                    <a:lnTo>
                      <a:pt x="23" y="168"/>
                    </a:lnTo>
                    <a:lnTo>
                      <a:pt x="41" y="186"/>
                    </a:lnTo>
                    <a:lnTo>
                      <a:pt x="65" y="186"/>
                    </a:lnTo>
                    <a:lnTo>
                      <a:pt x="41" y="168"/>
                    </a:lnTo>
                    <a:lnTo>
                      <a:pt x="23" y="150"/>
                    </a:lnTo>
                    <a:lnTo>
                      <a:pt x="17" y="132"/>
                    </a:lnTo>
                    <a:lnTo>
                      <a:pt x="11" y="114"/>
                    </a:lnTo>
                    <a:lnTo>
                      <a:pt x="11" y="114"/>
                    </a:lnTo>
                    <a:close/>
                  </a:path>
                </a:pathLst>
              </a:custGeom>
              <a:gradFill rotWithShape="0">
                <a:gsLst>
                  <a:gs pos="0">
                    <a:schemeClr val="bg1"/>
                  </a:gs>
                  <a:gs pos="100000">
                    <a:schemeClr val="accent1"/>
                  </a:gs>
                </a:gsLst>
                <a:lin ang="5400000" scaled="1"/>
              </a:gradFill>
              <a:ln w="9525">
                <a:noFill/>
                <a:round/>
                <a:headEnd/>
                <a:tailEnd/>
              </a:ln>
            </p:spPr>
            <p:txBody>
              <a:bodyPr/>
              <a:lstStyle/>
              <a:p>
                <a:pPr>
                  <a:defRPr/>
                </a:pPr>
                <a:endParaRPr lang="th-TH"/>
              </a:p>
            </p:txBody>
          </p:sp>
          <p:sp>
            <p:nvSpPr>
              <p:cNvPr id="75827" name="Freeform 51">
                <a:extLst>
                  <a:ext uri="{FF2B5EF4-FFF2-40B4-BE49-F238E27FC236}">
                    <a16:creationId xmlns:a16="http://schemas.microsoft.com/office/drawing/2014/main" id="{82BA8D98-102E-496A-A5E8-4D0189387878}"/>
                  </a:ext>
                </a:extLst>
              </p:cNvPr>
              <p:cNvSpPr>
                <a:spLocks/>
              </p:cNvSpPr>
              <p:nvPr/>
            </p:nvSpPr>
            <p:spPr bwMode="hidden">
              <a:xfrm>
                <a:off x="5489" y="3042"/>
                <a:ext cx="186" cy="210"/>
              </a:xfrm>
              <a:custGeom>
                <a:avLst/>
                <a:gdLst/>
                <a:ahLst/>
                <a:cxnLst>
                  <a:cxn ang="0">
                    <a:pos x="0" y="6"/>
                  </a:cxn>
                  <a:cxn ang="0">
                    <a:pos x="66" y="12"/>
                  </a:cxn>
                  <a:cxn ang="0">
                    <a:pos x="119" y="36"/>
                  </a:cxn>
                  <a:cxn ang="0">
                    <a:pos x="155" y="72"/>
                  </a:cxn>
                  <a:cxn ang="0">
                    <a:pos x="161" y="90"/>
                  </a:cxn>
                  <a:cxn ang="0">
                    <a:pos x="167" y="114"/>
                  </a:cxn>
                  <a:cxn ang="0">
                    <a:pos x="161" y="138"/>
                  </a:cxn>
                  <a:cxn ang="0">
                    <a:pos x="149" y="162"/>
                  </a:cxn>
                  <a:cxn ang="0">
                    <a:pos x="119" y="180"/>
                  </a:cxn>
                  <a:cxn ang="0">
                    <a:pos x="90" y="198"/>
                  </a:cxn>
                  <a:cxn ang="0">
                    <a:pos x="96" y="210"/>
                  </a:cxn>
                  <a:cxn ang="0">
                    <a:pos x="131" y="192"/>
                  </a:cxn>
                  <a:cxn ang="0">
                    <a:pos x="161" y="168"/>
                  </a:cxn>
                  <a:cxn ang="0">
                    <a:pos x="179" y="144"/>
                  </a:cxn>
                  <a:cxn ang="0">
                    <a:pos x="185" y="114"/>
                  </a:cxn>
                  <a:cxn ang="0">
                    <a:pos x="179" y="90"/>
                  </a:cxn>
                  <a:cxn ang="0">
                    <a:pos x="173" y="66"/>
                  </a:cxn>
                  <a:cxn ang="0">
                    <a:pos x="155" y="48"/>
                  </a:cxn>
                  <a:cxn ang="0">
                    <a:pos x="131" y="30"/>
                  </a:cxn>
                  <a:cxn ang="0">
                    <a:pos x="72" y="6"/>
                  </a:cxn>
                  <a:cxn ang="0">
                    <a:pos x="0" y="0"/>
                  </a:cxn>
                  <a:cxn ang="0">
                    <a:pos x="0" y="6"/>
                  </a:cxn>
                  <a:cxn ang="0">
                    <a:pos x="0" y="6"/>
                  </a:cxn>
                  <a:cxn ang="0">
                    <a:pos x="0" y="6"/>
                  </a:cxn>
                </a:cxnLst>
                <a:rect l="0" t="0" r="r" b="b"/>
                <a:pathLst>
                  <a:path w="185" h="210">
                    <a:moveTo>
                      <a:pt x="0" y="6"/>
                    </a:moveTo>
                    <a:lnTo>
                      <a:pt x="66" y="12"/>
                    </a:lnTo>
                    <a:lnTo>
                      <a:pt x="119" y="36"/>
                    </a:lnTo>
                    <a:lnTo>
                      <a:pt x="155" y="72"/>
                    </a:lnTo>
                    <a:lnTo>
                      <a:pt x="161" y="90"/>
                    </a:lnTo>
                    <a:lnTo>
                      <a:pt x="167" y="114"/>
                    </a:lnTo>
                    <a:lnTo>
                      <a:pt x="161" y="138"/>
                    </a:lnTo>
                    <a:lnTo>
                      <a:pt x="149" y="162"/>
                    </a:lnTo>
                    <a:lnTo>
                      <a:pt x="119" y="180"/>
                    </a:lnTo>
                    <a:lnTo>
                      <a:pt x="90" y="198"/>
                    </a:lnTo>
                    <a:lnTo>
                      <a:pt x="96" y="210"/>
                    </a:lnTo>
                    <a:lnTo>
                      <a:pt x="131" y="192"/>
                    </a:lnTo>
                    <a:lnTo>
                      <a:pt x="161" y="168"/>
                    </a:lnTo>
                    <a:lnTo>
                      <a:pt x="179" y="144"/>
                    </a:lnTo>
                    <a:lnTo>
                      <a:pt x="185" y="114"/>
                    </a:lnTo>
                    <a:lnTo>
                      <a:pt x="179" y="90"/>
                    </a:lnTo>
                    <a:lnTo>
                      <a:pt x="173" y="66"/>
                    </a:lnTo>
                    <a:lnTo>
                      <a:pt x="155" y="48"/>
                    </a:lnTo>
                    <a:lnTo>
                      <a:pt x="131" y="30"/>
                    </a:lnTo>
                    <a:lnTo>
                      <a:pt x="72" y="6"/>
                    </a:lnTo>
                    <a:lnTo>
                      <a:pt x="0" y="0"/>
                    </a:lnTo>
                    <a:lnTo>
                      <a:pt x="0" y="6"/>
                    </a:lnTo>
                    <a:lnTo>
                      <a:pt x="0" y="6"/>
                    </a:lnTo>
                    <a:lnTo>
                      <a:pt x="0" y="6"/>
                    </a:lnTo>
                    <a:close/>
                  </a:path>
                </a:pathLst>
              </a:custGeom>
              <a:gradFill rotWithShape="0">
                <a:gsLst>
                  <a:gs pos="0">
                    <a:schemeClr val="bg1"/>
                  </a:gs>
                  <a:gs pos="100000">
                    <a:schemeClr val="accent1"/>
                  </a:gs>
                </a:gsLst>
                <a:lin ang="5400000" scaled="1"/>
              </a:gradFill>
              <a:ln w="9525">
                <a:noFill/>
                <a:round/>
                <a:headEnd/>
                <a:tailEnd/>
              </a:ln>
            </p:spPr>
            <p:txBody>
              <a:bodyPr/>
              <a:lstStyle/>
              <a:p>
                <a:pPr>
                  <a:defRPr/>
                </a:pPr>
                <a:endParaRPr lang="th-TH"/>
              </a:p>
            </p:txBody>
          </p:sp>
          <p:sp>
            <p:nvSpPr>
              <p:cNvPr id="75828" name="Freeform 52">
                <a:extLst>
                  <a:ext uri="{FF2B5EF4-FFF2-40B4-BE49-F238E27FC236}">
                    <a16:creationId xmlns:a16="http://schemas.microsoft.com/office/drawing/2014/main" id="{BF73FEEE-6809-4CB0-BFD1-FA57D48D6395}"/>
                  </a:ext>
                </a:extLst>
              </p:cNvPr>
              <p:cNvSpPr>
                <a:spLocks noEditPoints="1"/>
              </p:cNvSpPr>
              <p:nvPr/>
            </p:nvSpPr>
            <p:spPr bwMode="hidden">
              <a:xfrm>
                <a:off x="5345" y="3058"/>
                <a:ext cx="299" cy="186"/>
              </a:xfrm>
              <a:custGeom>
                <a:avLst/>
                <a:gdLst/>
                <a:ahLst/>
                <a:cxnLst>
                  <a:cxn ang="0">
                    <a:pos x="150" y="0"/>
                  </a:cxn>
                  <a:cxn ang="0">
                    <a:pos x="90" y="6"/>
                  </a:cxn>
                  <a:cxn ang="0">
                    <a:pos x="42" y="30"/>
                  </a:cxn>
                  <a:cxn ang="0">
                    <a:pos x="12" y="54"/>
                  </a:cxn>
                  <a:cxn ang="0">
                    <a:pos x="6" y="72"/>
                  </a:cxn>
                  <a:cxn ang="0">
                    <a:pos x="0" y="90"/>
                  </a:cxn>
                  <a:cxn ang="0">
                    <a:pos x="6" y="108"/>
                  </a:cxn>
                  <a:cxn ang="0">
                    <a:pos x="12" y="126"/>
                  </a:cxn>
                  <a:cxn ang="0">
                    <a:pos x="42" y="156"/>
                  </a:cxn>
                  <a:cxn ang="0">
                    <a:pos x="90" y="180"/>
                  </a:cxn>
                  <a:cxn ang="0">
                    <a:pos x="150" y="186"/>
                  </a:cxn>
                  <a:cxn ang="0">
                    <a:pos x="209" y="180"/>
                  </a:cxn>
                  <a:cxn ang="0">
                    <a:pos x="257" y="156"/>
                  </a:cxn>
                  <a:cxn ang="0">
                    <a:pos x="287" y="126"/>
                  </a:cxn>
                  <a:cxn ang="0">
                    <a:pos x="299" y="108"/>
                  </a:cxn>
                  <a:cxn ang="0">
                    <a:pos x="299" y="90"/>
                  </a:cxn>
                  <a:cxn ang="0">
                    <a:pos x="299" y="72"/>
                  </a:cxn>
                  <a:cxn ang="0">
                    <a:pos x="287" y="54"/>
                  </a:cxn>
                  <a:cxn ang="0">
                    <a:pos x="257" y="30"/>
                  </a:cxn>
                  <a:cxn ang="0">
                    <a:pos x="209" y="6"/>
                  </a:cxn>
                  <a:cxn ang="0">
                    <a:pos x="150" y="0"/>
                  </a:cxn>
                  <a:cxn ang="0">
                    <a:pos x="150" y="0"/>
                  </a:cxn>
                  <a:cxn ang="0">
                    <a:pos x="150" y="180"/>
                  </a:cxn>
                  <a:cxn ang="0">
                    <a:pos x="96" y="174"/>
                  </a:cxn>
                  <a:cxn ang="0">
                    <a:pos x="48" y="156"/>
                  </a:cxn>
                  <a:cxn ang="0">
                    <a:pos x="18" y="126"/>
                  </a:cxn>
                  <a:cxn ang="0">
                    <a:pos x="12" y="108"/>
                  </a:cxn>
                  <a:cxn ang="0">
                    <a:pos x="6" y="90"/>
                  </a:cxn>
                  <a:cxn ang="0">
                    <a:pos x="12" y="72"/>
                  </a:cxn>
                  <a:cxn ang="0">
                    <a:pos x="18" y="54"/>
                  </a:cxn>
                  <a:cxn ang="0">
                    <a:pos x="48" y="30"/>
                  </a:cxn>
                  <a:cxn ang="0">
                    <a:pos x="96" y="12"/>
                  </a:cxn>
                  <a:cxn ang="0">
                    <a:pos x="150" y="6"/>
                  </a:cxn>
                  <a:cxn ang="0">
                    <a:pos x="203" y="12"/>
                  </a:cxn>
                  <a:cxn ang="0">
                    <a:pos x="251" y="30"/>
                  </a:cxn>
                  <a:cxn ang="0">
                    <a:pos x="281" y="54"/>
                  </a:cxn>
                  <a:cxn ang="0">
                    <a:pos x="293" y="72"/>
                  </a:cxn>
                  <a:cxn ang="0">
                    <a:pos x="293" y="90"/>
                  </a:cxn>
                  <a:cxn ang="0">
                    <a:pos x="293" y="108"/>
                  </a:cxn>
                  <a:cxn ang="0">
                    <a:pos x="281" y="126"/>
                  </a:cxn>
                  <a:cxn ang="0">
                    <a:pos x="251" y="156"/>
                  </a:cxn>
                  <a:cxn ang="0">
                    <a:pos x="203" y="174"/>
                  </a:cxn>
                  <a:cxn ang="0">
                    <a:pos x="150" y="180"/>
                  </a:cxn>
                  <a:cxn ang="0">
                    <a:pos x="150" y="180"/>
                  </a:cxn>
                </a:cxnLst>
                <a:rect l="0" t="0" r="r" b="b"/>
                <a:pathLst>
                  <a:path w="299" h="186">
                    <a:moveTo>
                      <a:pt x="150" y="0"/>
                    </a:moveTo>
                    <a:lnTo>
                      <a:pt x="90" y="6"/>
                    </a:lnTo>
                    <a:lnTo>
                      <a:pt x="42" y="30"/>
                    </a:lnTo>
                    <a:lnTo>
                      <a:pt x="12" y="54"/>
                    </a:lnTo>
                    <a:lnTo>
                      <a:pt x="6" y="72"/>
                    </a:lnTo>
                    <a:lnTo>
                      <a:pt x="0" y="90"/>
                    </a:lnTo>
                    <a:lnTo>
                      <a:pt x="6" y="108"/>
                    </a:lnTo>
                    <a:lnTo>
                      <a:pt x="12" y="126"/>
                    </a:lnTo>
                    <a:lnTo>
                      <a:pt x="42" y="156"/>
                    </a:lnTo>
                    <a:lnTo>
                      <a:pt x="90" y="180"/>
                    </a:lnTo>
                    <a:lnTo>
                      <a:pt x="150" y="186"/>
                    </a:lnTo>
                    <a:lnTo>
                      <a:pt x="209" y="180"/>
                    </a:lnTo>
                    <a:lnTo>
                      <a:pt x="257" y="156"/>
                    </a:lnTo>
                    <a:lnTo>
                      <a:pt x="287" y="126"/>
                    </a:lnTo>
                    <a:lnTo>
                      <a:pt x="299" y="108"/>
                    </a:lnTo>
                    <a:lnTo>
                      <a:pt x="299" y="90"/>
                    </a:lnTo>
                    <a:lnTo>
                      <a:pt x="299" y="72"/>
                    </a:lnTo>
                    <a:lnTo>
                      <a:pt x="287" y="54"/>
                    </a:lnTo>
                    <a:lnTo>
                      <a:pt x="257" y="30"/>
                    </a:lnTo>
                    <a:lnTo>
                      <a:pt x="209" y="6"/>
                    </a:lnTo>
                    <a:lnTo>
                      <a:pt x="150" y="0"/>
                    </a:lnTo>
                    <a:lnTo>
                      <a:pt x="150" y="0"/>
                    </a:lnTo>
                    <a:close/>
                    <a:moveTo>
                      <a:pt x="150" y="180"/>
                    </a:moveTo>
                    <a:lnTo>
                      <a:pt x="96" y="174"/>
                    </a:lnTo>
                    <a:lnTo>
                      <a:pt x="48" y="156"/>
                    </a:lnTo>
                    <a:lnTo>
                      <a:pt x="18" y="126"/>
                    </a:lnTo>
                    <a:lnTo>
                      <a:pt x="12" y="108"/>
                    </a:lnTo>
                    <a:lnTo>
                      <a:pt x="6" y="90"/>
                    </a:lnTo>
                    <a:lnTo>
                      <a:pt x="12" y="72"/>
                    </a:lnTo>
                    <a:lnTo>
                      <a:pt x="18" y="54"/>
                    </a:lnTo>
                    <a:lnTo>
                      <a:pt x="48" y="30"/>
                    </a:lnTo>
                    <a:lnTo>
                      <a:pt x="96" y="12"/>
                    </a:lnTo>
                    <a:lnTo>
                      <a:pt x="150" y="6"/>
                    </a:lnTo>
                    <a:lnTo>
                      <a:pt x="203" y="12"/>
                    </a:lnTo>
                    <a:lnTo>
                      <a:pt x="251" y="30"/>
                    </a:lnTo>
                    <a:lnTo>
                      <a:pt x="281" y="54"/>
                    </a:lnTo>
                    <a:lnTo>
                      <a:pt x="293" y="72"/>
                    </a:lnTo>
                    <a:lnTo>
                      <a:pt x="293" y="90"/>
                    </a:lnTo>
                    <a:lnTo>
                      <a:pt x="293" y="108"/>
                    </a:lnTo>
                    <a:lnTo>
                      <a:pt x="281" y="126"/>
                    </a:lnTo>
                    <a:lnTo>
                      <a:pt x="251" y="156"/>
                    </a:lnTo>
                    <a:lnTo>
                      <a:pt x="203" y="174"/>
                    </a:lnTo>
                    <a:lnTo>
                      <a:pt x="150" y="180"/>
                    </a:lnTo>
                    <a:lnTo>
                      <a:pt x="150" y="180"/>
                    </a:lnTo>
                    <a:close/>
                  </a:path>
                </a:pathLst>
              </a:custGeom>
              <a:gradFill rotWithShape="0">
                <a:gsLst>
                  <a:gs pos="0">
                    <a:schemeClr val="accent1"/>
                  </a:gs>
                  <a:gs pos="100000">
                    <a:schemeClr val="bg1"/>
                  </a:gs>
                </a:gsLst>
                <a:lin ang="5400000" scaled="1"/>
              </a:gradFill>
              <a:ln w="9525">
                <a:noFill/>
                <a:round/>
                <a:headEnd/>
                <a:tailEnd/>
              </a:ln>
            </p:spPr>
            <p:txBody>
              <a:bodyPr/>
              <a:lstStyle/>
              <a:p>
                <a:pPr>
                  <a:defRPr/>
                </a:pPr>
                <a:endParaRPr lang="th-TH"/>
              </a:p>
            </p:txBody>
          </p:sp>
          <p:sp>
            <p:nvSpPr>
              <p:cNvPr id="75829" name="Oval 53">
                <a:extLst>
                  <a:ext uri="{FF2B5EF4-FFF2-40B4-BE49-F238E27FC236}">
                    <a16:creationId xmlns:a16="http://schemas.microsoft.com/office/drawing/2014/main" id="{9CFEE47E-986B-4D12-9239-8A4DEE650737}"/>
                  </a:ext>
                </a:extLst>
              </p:cNvPr>
              <p:cNvSpPr>
                <a:spLocks noChangeArrowheads="1"/>
              </p:cNvSpPr>
              <p:nvPr/>
            </p:nvSpPr>
            <p:spPr bwMode="hidden">
              <a:xfrm>
                <a:off x="3910" y="3948"/>
                <a:ext cx="84" cy="53"/>
              </a:xfrm>
              <a:prstGeom prst="ellipse">
                <a:avLst/>
              </a:prstGeom>
              <a:gradFill rotWithShape="0">
                <a:gsLst>
                  <a:gs pos="0">
                    <a:schemeClr val="accent1">
                      <a:gamma/>
                      <a:shade val="94118"/>
                      <a:invGamma/>
                    </a:schemeClr>
                  </a:gs>
                  <a:gs pos="100000">
                    <a:schemeClr val="accent1"/>
                  </a:gs>
                </a:gsLst>
                <a:lin ang="5400000" scaled="1"/>
              </a:gradFill>
              <a:ln w="9525">
                <a:noFill/>
                <a:round/>
                <a:headEnd/>
                <a:tailEnd/>
              </a:ln>
              <a:effectLst/>
            </p:spPr>
            <p:txBody>
              <a:bodyPr/>
              <a:lstStyle/>
              <a:p>
                <a:pPr>
                  <a:defRPr/>
                </a:pPr>
                <a:endParaRPr lang="th-TH"/>
              </a:p>
            </p:txBody>
          </p:sp>
          <p:grpSp>
            <p:nvGrpSpPr>
              <p:cNvPr id="1075" name="Group 54">
                <a:extLst>
                  <a:ext uri="{FF2B5EF4-FFF2-40B4-BE49-F238E27FC236}">
                    <a16:creationId xmlns:a16="http://schemas.microsoft.com/office/drawing/2014/main" id="{238E8AE0-941F-4E3D-8DBF-F437BFDBA245}"/>
                  </a:ext>
                </a:extLst>
              </p:cNvPr>
              <p:cNvGrpSpPr>
                <a:grpSpLocks/>
              </p:cNvGrpSpPr>
              <p:nvPr userDrawn="1"/>
            </p:nvGrpSpPr>
            <p:grpSpPr bwMode="auto">
              <a:xfrm>
                <a:off x="4546" y="3608"/>
                <a:ext cx="518" cy="319"/>
                <a:chOff x="4546" y="3608"/>
                <a:chExt cx="518" cy="319"/>
              </a:xfrm>
            </p:grpSpPr>
            <p:sp>
              <p:nvSpPr>
                <p:cNvPr id="75831" name="Oval 55">
                  <a:extLst>
                    <a:ext uri="{FF2B5EF4-FFF2-40B4-BE49-F238E27FC236}">
                      <a16:creationId xmlns:a16="http://schemas.microsoft.com/office/drawing/2014/main" id="{16572AE8-C936-4096-B923-289C567E1C9D}"/>
                    </a:ext>
                  </a:extLst>
                </p:cNvPr>
                <p:cNvSpPr>
                  <a:spLocks noChangeArrowheads="1"/>
                </p:cNvSpPr>
                <p:nvPr/>
              </p:nvSpPr>
              <p:spPr bwMode="hidden">
                <a:xfrm>
                  <a:off x="4546" y="3608"/>
                  <a:ext cx="518" cy="319"/>
                </a:xfrm>
                <a:prstGeom prst="ellipse">
                  <a:avLst/>
                </a:prstGeom>
                <a:gradFill rotWithShape="0">
                  <a:gsLst>
                    <a:gs pos="0">
                      <a:schemeClr val="accent1">
                        <a:gamma/>
                        <a:shade val="94118"/>
                        <a:invGamma/>
                      </a:schemeClr>
                    </a:gs>
                    <a:gs pos="100000">
                      <a:schemeClr val="accent1"/>
                    </a:gs>
                  </a:gsLst>
                  <a:lin ang="0" scaled="1"/>
                </a:gradFill>
                <a:ln w="9525">
                  <a:noFill/>
                  <a:round/>
                  <a:headEnd/>
                  <a:tailEnd/>
                </a:ln>
                <a:effectLst/>
              </p:spPr>
              <p:txBody>
                <a:bodyPr/>
                <a:lstStyle/>
                <a:p>
                  <a:pPr>
                    <a:defRPr/>
                  </a:pPr>
                  <a:endParaRPr lang="th-TH"/>
                </a:p>
              </p:txBody>
            </p:sp>
            <p:sp>
              <p:nvSpPr>
                <p:cNvPr id="75832" name="Oval 56">
                  <a:extLst>
                    <a:ext uri="{FF2B5EF4-FFF2-40B4-BE49-F238E27FC236}">
                      <a16:creationId xmlns:a16="http://schemas.microsoft.com/office/drawing/2014/main" id="{AB281008-7BDA-423E-AE21-B0B7C02FA55A}"/>
                    </a:ext>
                  </a:extLst>
                </p:cNvPr>
                <p:cNvSpPr>
                  <a:spLocks noChangeArrowheads="1"/>
                </p:cNvSpPr>
                <p:nvPr/>
              </p:nvSpPr>
              <p:spPr bwMode="hidden">
                <a:xfrm>
                  <a:off x="4578" y="3630"/>
                  <a:ext cx="446" cy="271"/>
                </a:xfrm>
                <a:prstGeom prst="ellipse">
                  <a:avLst/>
                </a:prstGeom>
                <a:gradFill rotWithShape="0">
                  <a:gsLst>
                    <a:gs pos="0">
                      <a:schemeClr val="accent1">
                        <a:gamma/>
                        <a:tint val="96863"/>
                        <a:invGamma/>
                      </a:schemeClr>
                    </a:gs>
                    <a:gs pos="100000">
                      <a:schemeClr val="accent1"/>
                    </a:gs>
                  </a:gsLst>
                  <a:lin ang="5400000" scaled="1"/>
                </a:gradFill>
                <a:ln w="9525">
                  <a:noFill/>
                  <a:round/>
                  <a:headEnd/>
                  <a:tailEnd/>
                </a:ln>
                <a:effectLst/>
              </p:spPr>
              <p:txBody>
                <a:bodyPr/>
                <a:lstStyle/>
                <a:p>
                  <a:pPr>
                    <a:defRPr/>
                  </a:pPr>
                  <a:endParaRPr lang="th-TH"/>
                </a:p>
              </p:txBody>
            </p:sp>
            <p:sp>
              <p:nvSpPr>
                <p:cNvPr id="75833" name="Oval 57">
                  <a:extLst>
                    <a:ext uri="{FF2B5EF4-FFF2-40B4-BE49-F238E27FC236}">
                      <a16:creationId xmlns:a16="http://schemas.microsoft.com/office/drawing/2014/main" id="{BD521747-76CA-496F-9CB2-B9ABCE990830}"/>
                    </a:ext>
                  </a:extLst>
                </p:cNvPr>
                <p:cNvSpPr>
                  <a:spLocks noChangeArrowheads="1"/>
                </p:cNvSpPr>
                <p:nvPr/>
              </p:nvSpPr>
              <p:spPr bwMode="hidden">
                <a:xfrm>
                  <a:off x="4610" y="3650"/>
                  <a:ext cx="386" cy="233"/>
                </a:xfrm>
                <a:prstGeom prst="ellipse">
                  <a:avLst/>
                </a:prstGeom>
                <a:gradFill rotWithShape="0">
                  <a:gsLst>
                    <a:gs pos="0">
                      <a:schemeClr val="accent1"/>
                    </a:gs>
                    <a:gs pos="100000">
                      <a:schemeClr val="accent1">
                        <a:gamma/>
                        <a:shade val="94118"/>
                        <a:invGamma/>
                      </a:schemeClr>
                    </a:gs>
                  </a:gsLst>
                  <a:lin ang="5400000" scaled="1"/>
                </a:gradFill>
                <a:ln w="9525">
                  <a:noFill/>
                  <a:round/>
                  <a:headEnd/>
                  <a:tailEnd/>
                </a:ln>
                <a:effectLst/>
              </p:spPr>
              <p:txBody>
                <a:bodyPr/>
                <a:lstStyle/>
                <a:p>
                  <a:pPr>
                    <a:defRPr/>
                  </a:pPr>
                  <a:endParaRPr lang="th-TH"/>
                </a:p>
              </p:txBody>
            </p:sp>
            <p:sp>
              <p:nvSpPr>
                <p:cNvPr id="75834" name="Oval 58">
                  <a:extLst>
                    <a:ext uri="{FF2B5EF4-FFF2-40B4-BE49-F238E27FC236}">
                      <a16:creationId xmlns:a16="http://schemas.microsoft.com/office/drawing/2014/main" id="{83F87C7A-E368-4CBA-95F9-57EB5D007BB0}"/>
                    </a:ext>
                  </a:extLst>
                </p:cNvPr>
                <p:cNvSpPr>
                  <a:spLocks noChangeArrowheads="1"/>
                </p:cNvSpPr>
                <p:nvPr/>
              </p:nvSpPr>
              <p:spPr bwMode="hidden">
                <a:xfrm>
                  <a:off x="4654" y="3678"/>
                  <a:ext cx="298" cy="177"/>
                </a:xfrm>
                <a:prstGeom prst="ellipse">
                  <a:avLst/>
                </a:prstGeom>
                <a:gradFill rotWithShape="0">
                  <a:gsLst>
                    <a:gs pos="0">
                      <a:schemeClr val="accent1">
                        <a:gamma/>
                        <a:shade val="94118"/>
                        <a:invGamma/>
                      </a:schemeClr>
                    </a:gs>
                    <a:gs pos="100000">
                      <a:schemeClr val="accent1"/>
                    </a:gs>
                  </a:gsLst>
                  <a:lin ang="5400000" scaled="1"/>
                </a:gradFill>
                <a:ln w="9525">
                  <a:noFill/>
                  <a:round/>
                  <a:headEnd/>
                  <a:tailEnd/>
                </a:ln>
                <a:effectLst/>
              </p:spPr>
              <p:txBody>
                <a:bodyPr/>
                <a:lstStyle/>
                <a:p>
                  <a:pPr>
                    <a:defRPr/>
                  </a:pPr>
                  <a:endParaRPr lang="th-TH"/>
                </a:p>
              </p:txBody>
            </p:sp>
            <p:sp>
              <p:nvSpPr>
                <p:cNvPr id="75835" name="Oval 59">
                  <a:extLst>
                    <a:ext uri="{FF2B5EF4-FFF2-40B4-BE49-F238E27FC236}">
                      <a16:creationId xmlns:a16="http://schemas.microsoft.com/office/drawing/2014/main" id="{9FB563EC-3D3A-4AC3-8053-2F4AE2A996D4}"/>
                    </a:ext>
                  </a:extLst>
                </p:cNvPr>
                <p:cNvSpPr>
                  <a:spLocks noChangeArrowheads="1"/>
                </p:cNvSpPr>
                <p:nvPr/>
              </p:nvSpPr>
              <p:spPr bwMode="hidden">
                <a:xfrm>
                  <a:off x="4690" y="3698"/>
                  <a:ext cx="222" cy="139"/>
                </a:xfrm>
                <a:prstGeom prst="ellipse">
                  <a:avLst/>
                </a:prstGeom>
                <a:gradFill rotWithShape="0">
                  <a:gsLst>
                    <a:gs pos="0">
                      <a:schemeClr val="accent1"/>
                    </a:gs>
                    <a:gs pos="100000">
                      <a:schemeClr val="accent1">
                        <a:gamma/>
                        <a:shade val="94118"/>
                        <a:invGamma/>
                      </a:schemeClr>
                    </a:gs>
                  </a:gsLst>
                  <a:lin ang="5400000" scaled="1"/>
                </a:gradFill>
                <a:ln w="9525">
                  <a:noFill/>
                  <a:round/>
                  <a:headEnd/>
                  <a:tailEnd/>
                </a:ln>
                <a:effectLst/>
              </p:spPr>
              <p:txBody>
                <a:bodyPr/>
                <a:lstStyle/>
                <a:p>
                  <a:pPr>
                    <a:defRPr/>
                  </a:pPr>
                  <a:endParaRPr lang="th-TH"/>
                </a:p>
              </p:txBody>
            </p:sp>
            <p:sp>
              <p:nvSpPr>
                <p:cNvPr id="75836" name="Oval 60">
                  <a:extLst>
                    <a:ext uri="{FF2B5EF4-FFF2-40B4-BE49-F238E27FC236}">
                      <a16:creationId xmlns:a16="http://schemas.microsoft.com/office/drawing/2014/main" id="{E66F903A-160A-4219-9681-FD6C470DAE4F}"/>
                    </a:ext>
                  </a:extLst>
                </p:cNvPr>
                <p:cNvSpPr>
                  <a:spLocks noChangeArrowheads="1"/>
                </p:cNvSpPr>
                <p:nvPr/>
              </p:nvSpPr>
              <p:spPr bwMode="hidden">
                <a:xfrm>
                  <a:off x="4738" y="3728"/>
                  <a:ext cx="126" cy="81"/>
                </a:xfrm>
                <a:prstGeom prst="ellipse">
                  <a:avLst/>
                </a:prstGeom>
                <a:gradFill rotWithShape="0">
                  <a:gsLst>
                    <a:gs pos="0">
                      <a:schemeClr val="accent1">
                        <a:gamma/>
                        <a:shade val="96863"/>
                        <a:invGamma/>
                      </a:schemeClr>
                    </a:gs>
                    <a:gs pos="100000">
                      <a:schemeClr val="accent1"/>
                    </a:gs>
                  </a:gsLst>
                  <a:lin ang="5400000" scaled="1"/>
                </a:gradFill>
                <a:ln w="9525">
                  <a:noFill/>
                  <a:round/>
                  <a:headEnd/>
                  <a:tailEnd/>
                </a:ln>
                <a:effectLst/>
              </p:spPr>
              <p:txBody>
                <a:bodyPr/>
                <a:lstStyle/>
                <a:p>
                  <a:pPr>
                    <a:defRPr/>
                  </a:pPr>
                  <a:endParaRPr lang="th-TH"/>
                </a:p>
              </p:txBody>
            </p:sp>
          </p:grpSp>
          <p:grpSp>
            <p:nvGrpSpPr>
              <p:cNvPr id="1076" name="Group 61">
                <a:extLst>
                  <a:ext uri="{FF2B5EF4-FFF2-40B4-BE49-F238E27FC236}">
                    <a16:creationId xmlns:a16="http://schemas.microsoft.com/office/drawing/2014/main" id="{E852AED2-FC01-4523-8C22-FD6E0C87BA31}"/>
                  </a:ext>
                </a:extLst>
              </p:cNvPr>
              <p:cNvGrpSpPr>
                <a:grpSpLocks/>
              </p:cNvGrpSpPr>
              <p:nvPr userDrawn="1"/>
            </p:nvGrpSpPr>
            <p:grpSpPr bwMode="auto">
              <a:xfrm>
                <a:off x="5381" y="3085"/>
                <a:ext cx="227" cy="132"/>
                <a:chOff x="5381" y="3085"/>
                <a:chExt cx="227" cy="132"/>
              </a:xfrm>
            </p:grpSpPr>
            <p:sp>
              <p:nvSpPr>
                <p:cNvPr id="75838" name="Oval 62">
                  <a:extLst>
                    <a:ext uri="{FF2B5EF4-FFF2-40B4-BE49-F238E27FC236}">
                      <a16:creationId xmlns:a16="http://schemas.microsoft.com/office/drawing/2014/main" id="{8A7C380E-E8B2-4F2D-827C-9A129061F045}"/>
                    </a:ext>
                  </a:extLst>
                </p:cNvPr>
                <p:cNvSpPr>
                  <a:spLocks noChangeArrowheads="1"/>
                </p:cNvSpPr>
                <p:nvPr/>
              </p:nvSpPr>
              <p:spPr bwMode="hidden">
                <a:xfrm>
                  <a:off x="5381" y="3085"/>
                  <a:ext cx="227" cy="132"/>
                </a:xfrm>
                <a:prstGeom prst="ellipse">
                  <a:avLst/>
                </a:prstGeom>
                <a:gradFill rotWithShape="0">
                  <a:gsLst>
                    <a:gs pos="0">
                      <a:schemeClr val="bg1"/>
                    </a:gs>
                    <a:gs pos="100000">
                      <a:schemeClr val="accent1"/>
                    </a:gs>
                  </a:gsLst>
                  <a:lin ang="5400000" scaled="1"/>
                </a:gradFill>
                <a:ln w="9525">
                  <a:noFill/>
                  <a:round/>
                  <a:headEnd/>
                  <a:tailEnd/>
                </a:ln>
                <a:effectLst/>
              </p:spPr>
              <p:txBody>
                <a:bodyPr/>
                <a:lstStyle/>
                <a:p>
                  <a:pPr>
                    <a:defRPr/>
                  </a:pPr>
                  <a:endParaRPr lang="th-TH"/>
                </a:p>
              </p:txBody>
            </p:sp>
            <p:sp>
              <p:nvSpPr>
                <p:cNvPr id="75839" name="Oval 63">
                  <a:extLst>
                    <a:ext uri="{FF2B5EF4-FFF2-40B4-BE49-F238E27FC236}">
                      <a16:creationId xmlns:a16="http://schemas.microsoft.com/office/drawing/2014/main" id="{109403A9-B102-4465-8694-20128831B160}"/>
                    </a:ext>
                  </a:extLst>
                </p:cNvPr>
                <p:cNvSpPr>
                  <a:spLocks noChangeArrowheads="1"/>
                </p:cNvSpPr>
                <p:nvPr/>
              </p:nvSpPr>
              <p:spPr bwMode="hidden">
                <a:xfrm>
                  <a:off x="5403" y="3099"/>
                  <a:ext cx="182" cy="102"/>
                </a:xfrm>
                <a:prstGeom prst="ellipse">
                  <a:avLst/>
                </a:prstGeom>
                <a:gradFill rotWithShape="0">
                  <a:gsLst>
                    <a:gs pos="0">
                      <a:schemeClr val="accent1"/>
                    </a:gs>
                    <a:gs pos="100000">
                      <a:schemeClr val="bg1"/>
                    </a:gs>
                  </a:gsLst>
                  <a:lin ang="5400000" scaled="1"/>
                </a:gradFill>
                <a:ln w="9525">
                  <a:noFill/>
                  <a:round/>
                  <a:headEnd/>
                  <a:tailEnd/>
                </a:ln>
                <a:effectLst/>
              </p:spPr>
              <p:txBody>
                <a:bodyPr/>
                <a:lstStyle/>
                <a:p>
                  <a:pPr>
                    <a:defRPr/>
                  </a:pPr>
                  <a:endParaRPr lang="th-TH"/>
                </a:p>
              </p:txBody>
            </p:sp>
            <p:sp>
              <p:nvSpPr>
                <p:cNvPr id="75840" name="Oval 64">
                  <a:extLst>
                    <a:ext uri="{FF2B5EF4-FFF2-40B4-BE49-F238E27FC236}">
                      <a16:creationId xmlns:a16="http://schemas.microsoft.com/office/drawing/2014/main" id="{84902F3D-C502-43DC-8229-579EE70049CD}"/>
                    </a:ext>
                  </a:extLst>
                </p:cNvPr>
                <p:cNvSpPr>
                  <a:spLocks noChangeArrowheads="1"/>
                </p:cNvSpPr>
                <p:nvPr/>
              </p:nvSpPr>
              <p:spPr bwMode="hidden">
                <a:xfrm>
                  <a:off x="5431" y="3109"/>
                  <a:ext cx="125" cy="82"/>
                </a:xfrm>
                <a:prstGeom prst="ellipse">
                  <a:avLst/>
                </a:prstGeom>
                <a:gradFill rotWithShape="0">
                  <a:gsLst>
                    <a:gs pos="0">
                      <a:schemeClr val="bg1"/>
                    </a:gs>
                    <a:gs pos="100000">
                      <a:schemeClr val="accent1"/>
                    </a:gs>
                  </a:gsLst>
                  <a:lin ang="5400000" scaled="1"/>
                </a:gradFill>
                <a:ln w="9525">
                  <a:noFill/>
                  <a:round/>
                  <a:headEnd/>
                  <a:tailEnd/>
                </a:ln>
                <a:effectLst/>
              </p:spPr>
              <p:txBody>
                <a:bodyPr/>
                <a:lstStyle/>
                <a:p>
                  <a:pPr>
                    <a:defRPr/>
                  </a:pPr>
                  <a:endParaRPr lang="th-TH"/>
                </a:p>
              </p:txBody>
            </p:sp>
            <p:sp>
              <p:nvSpPr>
                <p:cNvPr id="75841" name="Oval 65">
                  <a:extLst>
                    <a:ext uri="{FF2B5EF4-FFF2-40B4-BE49-F238E27FC236}">
                      <a16:creationId xmlns:a16="http://schemas.microsoft.com/office/drawing/2014/main" id="{B99FA948-264D-40DE-8212-BCB38E7B5ADA}"/>
                    </a:ext>
                  </a:extLst>
                </p:cNvPr>
                <p:cNvSpPr>
                  <a:spLocks noChangeArrowheads="1"/>
                </p:cNvSpPr>
                <p:nvPr/>
              </p:nvSpPr>
              <p:spPr bwMode="hidden">
                <a:xfrm>
                  <a:off x="5458" y="3125"/>
                  <a:ext cx="73" cy="47"/>
                </a:xfrm>
                <a:prstGeom prst="ellipse">
                  <a:avLst/>
                </a:prstGeom>
                <a:gradFill rotWithShape="0">
                  <a:gsLst>
                    <a:gs pos="0">
                      <a:schemeClr val="accent1"/>
                    </a:gs>
                    <a:gs pos="100000">
                      <a:schemeClr val="bg1"/>
                    </a:gs>
                  </a:gsLst>
                  <a:lin ang="5400000" scaled="1"/>
                </a:gradFill>
                <a:ln w="9525">
                  <a:noFill/>
                  <a:round/>
                  <a:headEnd/>
                  <a:tailEnd/>
                </a:ln>
                <a:effectLst/>
              </p:spPr>
              <p:txBody>
                <a:bodyPr/>
                <a:lstStyle/>
                <a:p>
                  <a:pPr>
                    <a:defRPr/>
                  </a:pPr>
                  <a:endParaRPr lang="th-TH"/>
                </a:p>
              </p:txBody>
            </p:sp>
          </p:grpSp>
        </p:grpSp>
      </p:grpSp>
      <p:sp>
        <p:nvSpPr>
          <p:cNvPr id="75842" name="Rectangle 66">
            <a:extLst>
              <a:ext uri="{FF2B5EF4-FFF2-40B4-BE49-F238E27FC236}">
                <a16:creationId xmlns:a16="http://schemas.microsoft.com/office/drawing/2014/main" id="{71122EFA-969B-4072-A550-6FB79F56FB8F}"/>
              </a:ext>
            </a:extLst>
          </p:cNvPr>
          <p:cNvSpPr>
            <a:spLocks noGrp="1" noChangeArrowheads="1"/>
          </p:cNvSpPr>
          <p:nvPr>
            <p:ph type="title"/>
          </p:nvPr>
        </p:nvSpPr>
        <p:spPr bwMode="black">
          <a:xfrm>
            <a:off x="457200" y="277813"/>
            <a:ext cx="8229600" cy="1139825"/>
          </a:xfrm>
          <a:prstGeom prst="rect">
            <a:avLst/>
          </a:prstGeom>
          <a:noFill/>
          <a:ln w="9525">
            <a:noFill/>
            <a:miter lim="800000"/>
            <a:headEnd/>
            <a:tailEnd/>
          </a:ln>
          <a:effectLst/>
        </p:spPr>
        <p:txBody>
          <a:bodyPr vert="horz" wrap="square" lIns="91440" tIns="45720" rIns="91440" bIns="45720" numCol="1" anchor="ctr" anchorCtr="1" compatLnSpc="1">
            <a:prstTxWarp prst="textNoShape">
              <a:avLst/>
            </a:prstTxWarp>
          </a:bodyPr>
          <a:lstStyle/>
          <a:p>
            <a:pPr lvl="0"/>
            <a:r>
              <a:rPr lang="en-US"/>
              <a:t>Click to edit Master title style</a:t>
            </a:r>
          </a:p>
        </p:txBody>
      </p:sp>
      <p:sp>
        <p:nvSpPr>
          <p:cNvPr id="75843" name="Rectangle 67">
            <a:extLst>
              <a:ext uri="{FF2B5EF4-FFF2-40B4-BE49-F238E27FC236}">
                <a16:creationId xmlns:a16="http://schemas.microsoft.com/office/drawing/2014/main" id="{2BB23049-7635-41A1-8A96-C76A2ACC5C28}"/>
              </a:ext>
            </a:extLst>
          </p:cNvPr>
          <p:cNvSpPr>
            <a:spLocks noGrp="1" noChangeArrowheads="1"/>
          </p:cNvSpPr>
          <p:nvPr>
            <p:ph type="dt" sz="half" idx="2"/>
          </p:nvPr>
        </p:nvSpPr>
        <p:spPr bwMode="black">
          <a:xfrm>
            <a:off x="457200" y="6248400"/>
            <a:ext cx="2133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000" smtClean="0">
                <a:effectLst>
                  <a:outerShdw blurRad="38100" dist="38100" dir="2700000" algn="tl">
                    <a:srgbClr val="000000"/>
                  </a:outerShdw>
                </a:effectLst>
              </a:defRPr>
            </a:lvl1pPr>
          </a:lstStyle>
          <a:p>
            <a:pPr>
              <a:defRPr/>
            </a:pPr>
            <a:endParaRPr lang="en-US"/>
          </a:p>
        </p:txBody>
      </p:sp>
      <p:sp>
        <p:nvSpPr>
          <p:cNvPr id="75844" name="Rectangle 68">
            <a:extLst>
              <a:ext uri="{FF2B5EF4-FFF2-40B4-BE49-F238E27FC236}">
                <a16:creationId xmlns:a16="http://schemas.microsoft.com/office/drawing/2014/main" id="{AD903C94-8A47-4237-BDF6-CBA61C14AAA0}"/>
              </a:ext>
            </a:extLst>
          </p:cNvPr>
          <p:cNvSpPr>
            <a:spLocks noGrp="1" noChangeArrowheads="1"/>
          </p:cNvSpPr>
          <p:nvPr>
            <p:ph type="ftr" sz="quarter" idx="3"/>
          </p:nvPr>
        </p:nvSpPr>
        <p:spPr bwMode="black">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000" smtClean="0">
                <a:effectLst>
                  <a:outerShdw blurRad="38100" dist="38100" dir="2700000" algn="tl">
                    <a:srgbClr val="000000"/>
                  </a:outerShdw>
                </a:effectLst>
              </a:defRPr>
            </a:lvl1pPr>
          </a:lstStyle>
          <a:p>
            <a:pPr>
              <a:defRPr/>
            </a:pPr>
            <a:endParaRPr lang="en-US"/>
          </a:p>
        </p:txBody>
      </p:sp>
      <p:sp>
        <p:nvSpPr>
          <p:cNvPr id="75845" name="Rectangle 69">
            <a:extLst>
              <a:ext uri="{FF2B5EF4-FFF2-40B4-BE49-F238E27FC236}">
                <a16:creationId xmlns:a16="http://schemas.microsoft.com/office/drawing/2014/main" id="{CA7BFF95-FED5-44BD-ADD1-F695B237C2CA}"/>
              </a:ext>
            </a:extLst>
          </p:cNvPr>
          <p:cNvSpPr>
            <a:spLocks noGrp="1" noChangeArrowheads="1"/>
          </p:cNvSpPr>
          <p:nvPr>
            <p:ph type="sldNum" sz="quarter" idx="4"/>
          </p:nvPr>
        </p:nvSpPr>
        <p:spPr bwMode="black">
          <a:xfrm>
            <a:off x="6553200" y="6248400"/>
            <a:ext cx="2133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000">
                <a:effectLst>
                  <a:outerShdw blurRad="38100" dist="38100" dir="2700000" algn="tl">
                    <a:srgbClr val="000000"/>
                  </a:outerShdw>
                </a:effectLst>
              </a:defRPr>
            </a:lvl1pPr>
          </a:lstStyle>
          <a:p>
            <a:fld id="{77E609C9-C296-4973-9996-F35ED099E8A4}" type="slidenum">
              <a:rPr lang="en-US" altLang="en-US"/>
              <a:pPr/>
              <a:t>‹#›</a:t>
            </a:fld>
            <a:endParaRPr lang="en-US" altLang="en-US"/>
          </a:p>
        </p:txBody>
      </p:sp>
      <p:sp>
        <p:nvSpPr>
          <p:cNvPr id="75846" name="Rectangle 70">
            <a:extLst>
              <a:ext uri="{FF2B5EF4-FFF2-40B4-BE49-F238E27FC236}">
                <a16:creationId xmlns:a16="http://schemas.microsoft.com/office/drawing/2014/main" id="{5EE4800D-0EE0-40D6-BDCF-883D7BC69A8E}"/>
              </a:ext>
            </a:extLst>
          </p:cNvPr>
          <p:cNvSpPr>
            <a:spLocks noGrp="1" noChangeArrowheads="1"/>
          </p:cNvSpPr>
          <p:nvPr>
            <p:ph type="body" idx="1"/>
          </p:nvPr>
        </p:nvSpPr>
        <p:spPr bwMode="black">
          <a:xfrm>
            <a:off x="457200" y="1676400"/>
            <a:ext cx="8229600" cy="44545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 bg1="dk2" tx1="lt1" bg2="dk1" tx2="lt2" accent1="accent1" accent2="accent2" accent3="accent3" accent4="accent4" accent5="accent5" accent6="accent6" hlink="hlink" folHlink="folHlink"/>
  <p:sldLayoutIdLst>
    <p:sldLayoutId id="2147483672"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ctr" rtl="0" eaLnBrk="0" fontAlgn="base" hangingPunct="0">
        <a:spcBef>
          <a:spcPct val="0"/>
        </a:spcBef>
        <a:spcAft>
          <a:spcPct val="0"/>
        </a:spcAft>
        <a:defRPr sz="4400" b="1">
          <a:solidFill>
            <a:schemeClr val="tx2"/>
          </a:solidFill>
          <a:effectLst>
            <a:outerShdw blurRad="38100" dist="38100" dir="2700000" algn="tl">
              <a:srgbClr val="000000"/>
            </a:outerShdw>
          </a:effectLst>
          <a:latin typeface="+mj-lt"/>
          <a:ea typeface="+mj-ea"/>
          <a:cs typeface="+mj-cs"/>
        </a:defRPr>
      </a:lvl1pPr>
      <a:lvl2pPr algn="ctr" rtl="0" eaLnBrk="0" fontAlgn="base" hangingPunct="0">
        <a:spcBef>
          <a:spcPct val="0"/>
        </a:spcBef>
        <a:spcAft>
          <a:spcPct val="0"/>
        </a:spcAft>
        <a:defRPr sz="4400" b="1">
          <a:solidFill>
            <a:schemeClr val="tx2"/>
          </a:solidFill>
          <a:effectLst>
            <a:outerShdw blurRad="38100" dist="38100" dir="2700000" algn="tl">
              <a:srgbClr val="000000"/>
            </a:outerShdw>
          </a:effectLst>
          <a:latin typeface="Arial" pitchFamily="34" charset="0"/>
        </a:defRPr>
      </a:lvl2pPr>
      <a:lvl3pPr algn="ctr" rtl="0" eaLnBrk="0" fontAlgn="base" hangingPunct="0">
        <a:spcBef>
          <a:spcPct val="0"/>
        </a:spcBef>
        <a:spcAft>
          <a:spcPct val="0"/>
        </a:spcAft>
        <a:defRPr sz="4400" b="1">
          <a:solidFill>
            <a:schemeClr val="tx2"/>
          </a:solidFill>
          <a:effectLst>
            <a:outerShdw blurRad="38100" dist="38100" dir="2700000" algn="tl">
              <a:srgbClr val="000000"/>
            </a:outerShdw>
          </a:effectLst>
          <a:latin typeface="Arial" pitchFamily="34" charset="0"/>
        </a:defRPr>
      </a:lvl3pPr>
      <a:lvl4pPr algn="ctr" rtl="0" eaLnBrk="0" fontAlgn="base" hangingPunct="0">
        <a:spcBef>
          <a:spcPct val="0"/>
        </a:spcBef>
        <a:spcAft>
          <a:spcPct val="0"/>
        </a:spcAft>
        <a:defRPr sz="4400" b="1">
          <a:solidFill>
            <a:schemeClr val="tx2"/>
          </a:solidFill>
          <a:effectLst>
            <a:outerShdw blurRad="38100" dist="38100" dir="2700000" algn="tl">
              <a:srgbClr val="000000"/>
            </a:outerShdw>
          </a:effectLst>
          <a:latin typeface="Arial" pitchFamily="34" charset="0"/>
        </a:defRPr>
      </a:lvl4pPr>
      <a:lvl5pPr algn="ctr" rtl="0" eaLnBrk="0" fontAlgn="base" hangingPunct="0">
        <a:spcBef>
          <a:spcPct val="0"/>
        </a:spcBef>
        <a:spcAft>
          <a:spcPct val="0"/>
        </a:spcAft>
        <a:defRPr sz="4400" b="1">
          <a:solidFill>
            <a:schemeClr val="tx2"/>
          </a:solidFill>
          <a:effectLst>
            <a:outerShdw blurRad="38100" dist="38100" dir="2700000" algn="tl">
              <a:srgbClr val="000000"/>
            </a:outerShdw>
          </a:effectLst>
          <a:latin typeface="Arial" pitchFamily="34" charset="0"/>
        </a:defRPr>
      </a:lvl5pPr>
      <a:lvl6pPr marL="457200" algn="ctr" rtl="0" fontAlgn="base">
        <a:spcBef>
          <a:spcPct val="0"/>
        </a:spcBef>
        <a:spcAft>
          <a:spcPct val="0"/>
        </a:spcAft>
        <a:defRPr sz="4400" b="1">
          <a:solidFill>
            <a:schemeClr val="tx2"/>
          </a:solidFill>
          <a:effectLst>
            <a:outerShdw blurRad="38100" dist="38100" dir="2700000" algn="tl">
              <a:srgbClr val="000000"/>
            </a:outerShdw>
          </a:effectLst>
          <a:latin typeface="Arial" pitchFamily="34" charset="0"/>
        </a:defRPr>
      </a:lvl6pPr>
      <a:lvl7pPr marL="914400" algn="ctr" rtl="0" fontAlgn="base">
        <a:spcBef>
          <a:spcPct val="0"/>
        </a:spcBef>
        <a:spcAft>
          <a:spcPct val="0"/>
        </a:spcAft>
        <a:defRPr sz="4400" b="1">
          <a:solidFill>
            <a:schemeClr val="tx2"/>
          </a:solidFill>
          <a:effectLst>
            <a:outerShdw blurRad="38100" dist="38100" dir="2700000" algn="tl">
              <a:srgbClr val="000000"/>
            </a:outerShdw>
          </a:effectLst>
          <a:latin typeface="Arial" pitchFamily="34" charset="0"/>
        </a:defRPr>
      </a:lvl7pPr>
      <a:lvl8pPr marL="1371600" algn="ctr" rtl="0" fontAlgn="base">
        <a:spcBef>
          <a:spcPct val="0"/>
        </a:spcBef>
        <a:spcAft>
          <a:spcPct val="0"/>
        </a:spcAft>
        <a:defRPr sz="4400" b="1">
          <a:solidFill>
            <a:schemeClr val="tx2"/>
          </a:solidFill>
          <a:effectLst>
            <a:outerShdw blurRad="38100" dist="38100" dir="2700000" algn="tl">
              <a:srgbClr val="000000"/>
            </a:outerShdw>
          </a:effectLst>
          <a:latin typeface="Arial" pitchFamily="34" charset="0"/>
        </a:defRPr>
      </a:lvl8pPr>
      <a:lvl9pPr marL="1828800" algn="ctr" rtl="0" fontAlgn="base">
        <a:spcBef>
          <a:spcPct val="0"/>
        </a:spcBef>
        <a:spcAft>
          <a:spcPct val="0"/>
        </a:spcAft>
        <a:defRPr sz="4400" b="1">
          <a:solidFill>
            <a:schemeClr val="tx2"/>
          </a:solidFill>
          <a:effectLst>
            <a:outerShdw blurRad="38100" dist="38100" dir="2700000" algn="tl">
              <a:srgbClr val="000000"/>
            </a:outerShdw>
          </a:effectLst>
          <a:latin typeface="Arial" pitchFamily="34" charset="0"/>
        </a:defRPr>
      </a:lvl9pPr>
    </p:titleStyle>
    <p:bodyStyle>
      <a:lvl1pPr marL="342900" indent="-342900" algn="l" rtl="0" eaLnBrk="0" fontAlgn="base" hangingPunct="0">
        <a:spcBef>
          <a:spcPct val="20000"/>
        </a:spcBef>
        <a:spcAft>
          <a:spcPct val="0"/>
        </a:spcAft>
        <a:buClr>
          <a:schemeClr val="hlink"/>
        </a:buClr>
        <a:buSzPct val="80000"/>
        <a:buFont typeface="Wingdings" panose="05000000000000000000" pitchFamily="2" charset="2"/>
        <a:buChar char="Ø"/>
        <a:defRPr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panose="05000000000000000000" pitchFamily="2" charset="2"/>
        <a:buChar char="l"/>
        <a:defRPr sz="2800">
          <a:solidFill>
            <a:schemeClr val="tx1"/>
          </a:solidFill>
          <a:effectLst>
            <a:outerShdw blurRad="38100" dist="38100" dir="2700000" algn="tl">
              <a:srgbClr val="000000"/>
            </a:outerShdw>
          </a:effectLst>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effectLst>
            <a:outerShdw blurRad="38100" dist="38100" dir="2700000" algn="tl">
              <a:srgbClr val="000000"/>
            </a:outerShdw>
          </a:effectLst>
          <a:latin typeface="+mn-lt"/>
        </a:defRPr>
      </a:lvl3pPr>
      <a:lvl4pPr marL="1600200" indent="-228600" algn="l" rtl="0" eaLnBrk="0" fontAlgn="base" hangingPunct="0">
        <a:spcBef>
          <a:spcPct val="20000"/>
        </a:spcBef>
        <a:spcAft>
          <a:spcPct val="0"/>
        </a:spcAft>
        <a:buClr>
          <a:schemeClr val="folHlink"/>
        </a:buClr>
        <a:buSzPct val="50000"/>
        <a:buFont typeface="Wingdings" panose="05000000000000000000" pitchFamily="2" charset="2"/>
        <a:buChar char="l"/>
        <a:defRPr sz="2000">
          <a:solidFill>
            <a:schemeClr val="tx1"/>
          </a:solidFill>
          <a:effectLst>
            <a:outerShdw blurRad="38100" dist="38100" dir="2700000" algn="tl">
              <a:srgbClr val="000000"/>
            </a:outerShdw>
          </a:effectLst>
          <a:latin typeface="+mn-lt"/>
        </a:defRPr>
      </a:lvl4pPr>
      <a:lvl5pPr marL="2057400" indent="-228600" algn="l" rtl="0" eaLnBrk="0" fontAlgn="base" hangingPunct="0">
        <a:spcBef>
          <a:spcPct val="20000"/>
        </a:spcBef>
        <a:spcAft>
          <a:spcPct val="0"/>
        </a:spcAft>
        <a:buClr>
          <a:schemeClr val="hlink"/>
        </a:buClr>
        <a:buChar char="•"/>
        <a:defRPr sz="2000">
          <a:solidFill>
            <a:schemeClr val="tx1"/>
          </a:solidFill>
          <a:effectLst>
            <a:outerShdw blurRad="38100" dist="38100" dir="2700000" algn="tl">
              <a:srgbClr val="000000"/>
            </a:outerShdw>
          </a:effectLst>
          <a:latin typeface="+mn-lt"/>
        </a:defRPr>
      </a:lvl5pPr>
      <a:lvl6pPr marL="2514600" indent="-228600" algn="l" rtl="0" fontAlgn="base">
        <a:spcBef>
          <a:spcPct val="20000"/>
        </a:spcBef>
        <a:spcAft>
          <a:spcPct val="0"/>
        </a:spcAft>
        <a:buClr>
          <a:schemeClr val="hlink"/>
        </a:buClr>
        <a:buChar char="•"/>
        <a:defRPr sz="2000">
          <a:solidFill>
            <a:schemeClr val="tx1"/>
          </a:solidFill>
          <a:effectLst>
            <a:outerShdw blurRad="38100" dist="38100" dir="2700000" algn="tl">
              <a:srgbClr val="000000"/>
            </a:outerShdw>
          </a:effectLst>
          <a:latin typeface="+mn-lt"/>
        </a:defRPr>
      </a:lvl6pPr>
      <a:lvl7pPr marL="2971800" indent="-228600" algn="l" rtl="0" fontAlgn="base">
        <a:spcBef>
          <a:spcPct val="20000"/>
        </a:spcBef>
        <a:spcAft>
          <a:spcPct val="0"/>
        </a:spcAft>
        <a:buClr>
          <a:schemeClr val="hlink"/>
        </a:buClr>
        <a:buChar char="•"/>
        <a:defRPr sz="2000">
          <a:solidFill>
            <a:schemeClr val="tx1"/>
          </a:solidFill>
          <a:effectLst>
            <a:outerShdw blurRad="38100" dist="38100" dir="2700000" algn="tl">
              <a:srgbClr val="000000"/>
            </a:outerShdw>
          </a:effectLst>
          <a:latin typeface="+mn-lt"/>
        </a:defRPr>
      </a:lvl7pPr>
      <a:lvl8pPr marL="3429000" indent="-228600" algn="l" rtl="0" fontAlgn="base">
        <a:spcBef>
          <a:spcPct val="20000"/>
        </a:spcBef>
        <a:spcAft>
          <a:spcPct val="0"/>
        </a:spcAft>
        <a:buClr>
          <a:schemeClr val="hlink"/>
        </a:buClr>
        <a:buChar char="•"/>
        <a:defRPr sz="2000">
          <a:solidFill>
            <a:schemeClr val="tx1"/>
          </a:solidFill>
          <a:effectLst>
            <a:outerShdw blurRad="38100" dist="38100" dir="2700000" algn="tl">
              <a:srgbClr val="000000"/>
            </a:outerShdw>
          </a:effectLst>
          <a:latin typeface="+mn-lt"/>
        </a:defRPr>
      </a:lvl8pPr>
      <a:lvl9pPr marL="3886200" indent="-228600" algn="l" rtl="0" fontAlgn="base">
        <a:spcBef>
          <a:spcPct val="20000"/>
        </a:spcBef>
        <a:spcAft>
          <a:spcPct val="0"/>
        </a:spcAft>
        <a:buClr>
          <a:schemeClr val="hlink"/>
        </a:buClr>
        <a:buChar char="•"/>
        <a:defRPr sz="2000">
          <a:solidFill>
            <a:schemeClr val="tx1"/>
          </a:solidFill>
          <a:effectLst>
            <a:outerShdw blurRad="38100" dist="38100" dir="2700000" algn="tl">
              <a:srgbClr val="000000"/>
            </a:outerShdw>
          </a:effectLst>
          <a:latin typeface="+mn-lt"/>
        </a:defRPr>
      </a:lvl9pPr>
    </p:bodyStyle>
    <p:otherStyle>
      <a:defPPr>
        <a:defRPr lang="th-TH"/>
      </a:defPPr>
      <a:lvl1pPr marL="0" algn="l" defTabSz="914400" rtl="0" eaLnBrk="1" latinLnBrk="0" hangingPunct="1">
        <a:defRPr sz="2800" kern="1200">
          <a:solidFill>
            <a:schemeClr val="tx1"/>
          </a:solidFill>
          <a:latin typeface="+mn-lt"/>
          <a:ea typeface="+mn-ea"/>
          <a:cs typeface="+mn-cs"/>
        </a:defRPr>
      </a:lvl1pPr>
      <a:lvl2pPr marL="457200" algn="l" defTabSz="914400" rtl="0" eaLnBrk="1" latinLnBrk="0" hangingPunct="1">
        <a:defRPr sz="2800" kern="1200">
          <a:solidFill>
            <a:schemeClr val="tx1"/>
          </a:solidFill>
          <a:latin typeface="+mn-lt"/>
          <a:ea typeface="+mn-ea"/>
          <a:cs typeface="+mn-cs"/>
        </a:defRPr>
      </a:lvl2pPr>
      <a:lvl3pPr marL="914400" algn="l" defTabSz="914400" rtl="0" eaLnBrk="1" latinLnBrk="0" hangingPunct="1">
        <a:defRPr sz="2800" kern="1200">
          <a:solidFill>
            <a:schemeClr val="tx1"/>
          </a:solidFill>
          <a:latin typeface="+mn-lt"/>
          <a:ea typeface="+mn-ea"/>
          <a:cs typeface="+mn-cs"/>
        </a:defRPr>
      </a:lvl3pPr>
      <a:lvl4pPr marL="1371600" algn="l" defTabSz="914400" rtl="0" eaLnBrk="1" latinLnBrk="0" hangingPunct="1">
        <a:defRPr sz="2800" kern="1200">
          <a:solidFill>
            <a:schemeClr val="tx1"/>
          </a:solidFill>
          <a:latin typeface="+mn-lt"/>
          <a:ea typeface="+mn-ea"/>
          <a:cs typeface="+mn-cs"/>
        </a:defRPr>
      </a:lvl4pPr>
      <a:lvl5pPr marL="1828800" algn="l" defTabSz="914400" rtl="0" eaLnBrk="1" latinLnBrk="0" hangingPunct="1">
        <a:defRPr sz="2800" kern="1200">
          <a:solidFill>
            <a:schemeClr val="tx1"/>
          </a:solidFill>
          <a:latin typeface="+mn-lt"/>
          <a:ea typeface="+mn-ea"/>
          <a:cs typeface="+mn-cs"/>
        </a:defRPr>
      </a:lvl5pPr>
      <a:lvl6pPr marL="2286000" algn="l" defTabSz="914400" rtl="0" eaLnBrk="1" latinLnBrk="0" hangingPunct="1">
        <a:defRPr sz="2800" kern="1200">
          <a:solidFill>
            <a:schemeClr val="tx1"/>
          </a:solidFill>
          <a:latin typeface="+mn-lt"/>
          <a:ea typeface="+mn-ea"/>
          <a:cs typeface="+mn-cs"/>
        </a:defRPr>
      </a:lvl6pPr>
      <a:lvl7pPr marL="2743200" algn="l" defTabSz="914400" rtl="0" eaLnBrk="1" latinLnBrk="0" hangingPunct="1">
        <a:defRPr sz="2800" kern="1200">
          <a:solidFill>
            <a:schemeClr val="tx1"/>
          </a:solidFill>
          <a:latin typeface="+mn-lt"/>
          <a:ea typeface="+mn-ea"/>
          <a:cs typeface="+mn-cs"/>
        </a:defRPr>
      </a:lvl7pPr>
      <a:lvl8pPr marL="3200400" algn="l" defTabSz="914400" rtl="0" eaLnBrk="1" latinLnBrk="0" hangingPunct="1">
        <a:defRPr sz="2800" kern="1200">
          <a:solidFill>
            <a:schemeClr val="tx1"/>
          </a:solidFill>
          <a:latin typeface="+mn-lt"/>
          <a:ea typeface="+mn-ea"/>
          <a:cs typeface="+mn-cs"/>
        </a:defRPr>
      </a:lvl8pPr>
      <a:lvl9pPr marL="3657600" algn="l" defTabSz="914400" rtl="0" eaLnBrk="1" latinLnBrk="0" hangingPunct="1">
        <a:defRPr sz="2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a:extLst>
              <a:ext uri="{FF2B5EF4-FFF2-40B4-BE49-F238E27FC236}">
                <a16:creationId xmlns:a16="http://schemas.microsoft.com/office/drawing/2014/main" id="{E6A71BC4-22ED-404F-934B-B7C438F57056}"/>
              </a:ext>
            </a:extLst>
          </p:cNvPr>
          <p:cNvSpPr>
            <a:spLocks noGrp="1" noChangeArrowheads="1"/>
          </p:cNvSpPr>
          <p:nvPr>
            <p:ph type="ctrTitle"/>
          </p:nvPr>
        </p:nvSpPr>
        <p:spPr>
          <a:xfrm>
            <a:off x="838200" y="457200"/>
            <a:ext cx="7848600" cy="2765425"/>
          </a:xfrm>
        </p:spPr>
        <p:txBody>
          <a:bodyPr/>
          <a:lstStyle/>
          <a:p>
            <a:pPr eaLnBrk="1" hangingPunct="1">
              <a:defRPr/>
            </a:pPr>
            <a:r>
              <a:rPr lang="en-US" dirty="0"/>
              <a:t>Cryptography and Network Security</a:t>
            </a:r>
            <a:br>
              <a:rPr lang="en-US" dirty="0"/>
            </a:br>
            <a:endParaRPr lang="en-AU" dirty="0"/>
          </a:p>
        </p:txBody>
      </p:sp>
      <p:sp>
        <p:nvSpPr>
          <p:cNvPr id="7" name="Rectangle 2">
            <a:extLst>
              <a:ext uri="{FF2B5EF4-FFF2-40B4-BE49-F238E27FC236}">
                <a16:creationId xmlns:a16="http://schemas.microsoft.com/office/drawing/2014/main" id="{07C55169-4463-4249-9AE5-B3BA6C7A503C}"/>
              </a:ext>
            </a:extLst>
          </p:cNvPr>
          <p:cNvSpPr txBox="1">
            <a:spLocks noChangeArrowheads="1"/>
          </p:cNvSpPr>
          <p:nvPr/>
        </p:nvSpPr>
        <p:spPr bwMode="black">
          <a:xfrm>
            <a:off x="468313" y="3933825"/>
            <a:ext cx="8229600" cy="1143000"/>
          </a:xfrm>
          <a:prstGeom prst="rect">
            <a:avLst/>
          </a:prstGeom>
          <a:noFill/>
          <a:ln w="9525">
            <a:noFill/>
            <a:miter lim="800000"/>
            <a:headEnd/>
            <a:tailEnd/>
          </a:ln>
          <a:effectLst/>
        </p:spPr>
        <p:txBody>
          <a:bodyPr anchor="b" anchorCtr="1"/>
          <a:lstStyle/>
          <a:p>
            <a:pPr algn="ctr">
              <a:defRPr/>
            </a:pPr>
            <a:r>
              <a:rPr lang="en-AU" sz="4000" b="1" kern="0" dirty="0">
                <a:solidFill>
                  <a:schemeClr val="tx2"/>
                </a:solidFill>
                <a:effectLst>
                  <a:outerShdw blurRad="38100" dist="38100" dir="2700000" algn="tl">
                    <a:srgbClr val="000000"/>
                  </a:outerShdw>
                </a:effectLst>
                <a:latin typeface="+mj-lt"/>
                <a:ea typeface="+mj-ea"/>
                <a:cs typeface="+mj-cs"/>
              </a:rPr>
              <a:t>Authentication Applications</a:t>
            </a:r>
          </a:p>
        </p:txBody>
      </p:sp>
      <p:sp>
        <p:nvSpPr>
          <p:cNvPr id="8" name="Slide Number Placeholder 7">
            <a:extLst>
              <a:ext uri="{FF2B5EF4-FFF2-40B4-BE49-F238E27FC236}">
                <a16:creationId xmlns:a16="http://schemas.microsoft.com/office/drawing/2014/main" id="{61665E27-F86F-434A-8CEC-D40DD5046F39}"/>
              </a:ext>
            </a:extLst>
          </p:cNvPr>
          <p:cNvSpPr>
            <a:spLocks noGrp="1"/>
          </p:cNvSpPr>
          <p:nvPr>
            <p:ph type="sldNum" sz="quarter" idx="12"/>
          </p:nvPr>
        </p:nvSpPr>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37757A70-2F4C-4D95-861B-A0649298FCDB}" type="slidenum">
              <a:rPr lang="en-US" altLang="en-US" sz="1000"/>
              <a:pPr eaLnBrk="1" hangingPunct="1"/>
              <a:t>1</a:t>
            </a:fld>
            <a:endParaRPr lang="en-US" altLang="en-US" sz="10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45C16BC7-64B1-479B-8D9A-E55F75A50651}"/>
              </a:ext>
            </a:extLst>
          </p:cNvPr>
          <p:cNvSpPr>
            <a:spLocks noGrp="1" noChangeArrowheads="1"/>
          </p:cNvSpPr>
          <p:nvPr>
            <p:ph type="title"/>
          </p:nvPr>
        </p:nvSpPr>
        <p:spPr/>
        <p:txBody>
          <a:bodyPr/>
          <a:lstStyle/>
          <a:p>
            <a:pPr eaLnBrk="1" hangingPunct="1">
              <a:defRPr/>
            </a:pPr>
            <a:r>
              <a:rPr lang="en-AU"/>
              <a:t>Authentication Applications</a:t>
            </a:r>
          </a:p>
        </p:txBody>
      </p:sp>
      <p:sp>
        <p:nvSpPr>
          <p:cNvPr id="46083" name="Rectangle 3">
            <a:extLst>
              <a:ext uri="{FF2B5EF4-FFF2-40B4-BE49-F238E27FC236}">
                <a16:creationId xmlns:a16="http://schemas.microsoft.com/office/drawing/2014/main" id="{7D57B8CD-7ED9-43FE-9B9C-8BDBBBB409DB}"/>
              </a:ext>
            </a:extLst>
          </p:cNvPr>
          <p:cNvSpPr>
            <a:spLocks noGrp="1" noChangeArrowheads="1"/>
          </p:cNvSpPr>
          <p:nvPr>
            <p:ph type="body" idx="1"/>
          </p:nvPr>
        </p:nvSpPr>
        <p:spPr/>
        <p:txBody>
          <a:bodyPr/>
          <a:lstStyle/>
          <a:p>
            <a:pPr eaLnBrk="1" hangingPunct="1">
              <a:defRPr/>
            </a:pPr>
            <a:r>
              <a:rPr lang="en-US"/>
              <a:t>will consider authentication functions</a:t>
            </a:r>
          </a:p>
          <a:p>
            <a:pPr eaLnBrk="1" hangingPunct="1">
              <a:defRPr/>
            </a:pPr>
            <a:r>
              <a:rPr lang="en-US"/>
              <a:t>developed to support application-level authentication &amp; digital signatures</a:t>
            </a:r>
          </a:p>
          <a:p>
            <a:pPr eaLnBrk="1" hangingPunct="1">
              <a:defRPr/>
            </a:pPr>
            <a:r>
              <a:rPr lang="en-US"/>
              <a:t>will consider Kerberos – a private-key authentication service</a:t>
            </a:r>
          </a:p>
          <a:p>
            <a:pPr eaLnBrk="1" hangingPunct="1">
              <a:defRPr/>
            </a:pPr>
            <a:r>
              <a:rPr lang="en-US"/>
              <a:t>then X.509 - a public-key directory authentication service</a:t>
            </a:r>
            <a:endParaRPr lang="en-AU"/>
          </a:p>
        </p:txBody>
      </p:sp>
      <p:sp>
        <p:nvSpPr>
          <p:cNvPr id="6" name="Slide Number Placeholder 5">
            <a:extLst>
              <a:ext uri="{FF2B5EF4-FFF2-40B4-BE49-F238E27FC236}">
                <a16:creationId xmlns:a16="http://schemas.microsoft.com/office/drawing/2014/main" id="{8F7DC28F-0BAC-4A7E-9596-6F2C3950FC08}"/>
              </a:ext>
            </a:extLst>
          </p:cNvPr>
          <p:cNvSpPr>
            <a:spLocks noGrp="1"/>
          </p:cNvSpPr>
          <p:nvPr>
            <p:ph type="sldNum" sz="quarter" idx="12"/>
          </p:nvPr>
        </p:nvSpPr>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CFE7AD0C-EFBE-48BE-A2CD-D43933DCC8EF}" type="slidenum">
              <a:rPr lang="en-US" altLang="en-US" sz="1000"/>
              <a:pPr eaLnBrk="1" hangingPunct="1"/>
              <a:t>2</a:t>
            </a:fld>
            <a:endParaRPr lang="en-US" altLang="en-US" sz="10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id="{F39D87BC-57AF-4009-97D4-B348760A7E84}"/>
              </a:ext>
            </a:extLst>
          </p:cNvPr>
          <p:cNvSpPr>
            <a:spLocks noGrp="1" noChangeArrowheads="1"/>
          </p:cNvSpPr>
          <p:nvPr>
            <p:ph type="title"/>
          </p:nvPr>
        </p:nvSpPr>
        <p:spPr/>
        <p:txBody>
          <a:bodyPr/>
          <a:lstStyle/>
          <a:p>
            <a:pPr eaLnBrk="1" hangingPunct="1">
              <a:defRPr/>
            </a:pPr>
            <a:r>
              <a:rPr lang="en-AU"/>
              <a:t>Kerberos</a:t>
            </a:r>
          </a:p>
        </p:txBody>
      </p:sp>
      <p:sp>
        <p:nvSpPr>
          <p:cNvPr id="47107" name="Rectangle 3">
            <a:extLst>
              <a:ext uri="{FF2B5EF4-FFF2-40B4-BE49-F238E27FC236}">
                <a16:creationId xmlns:a16="http://schemas.microsoft.com/office/drawing/2014/main" id="{7669E603-DDE9-48B0-994C-D91507627D34}"/>
              </a:ext>
            </a:extLst>
          </p:cNvPr>
          <p:cNvSpPr>
            <a:spLocks noGrp="1" noChangeArrowheads="1"/>
          </p:cNvSpPr>
          <p:nvPr>
            <p:ph type="body" idx="1"/>
          </p:nvPr>
        </p:nvSpPr>
        <p:spPr/>
        <p:txBody>
          <a:bodyPr/>
          <a:lstStyle/>
          <a:p>
            <a:pPr eaLnBrk="1" hangingPunct="1">
              <a:defRPr/>
            </a:pPr>
            <a:r>
              <a:rPr lang="en-AU"/>
              <a:t>trusted key server system from MIT </a:t>
            </a:r>
          </a:p>
          <a:p>
            <a:pPr eaLnBrk="1" hangingPunct="1">
              <a:defRPr/>
            </a:pPr>
            <a:r>
              <a:rPr lang="en-AU"/>
              <a:t>provides centralised private-key third-party authentication in a distributed network</a:t>
            </a:r>
          </a:p>
          <a:p>
            <a:pPr lvl="1" eaLnBrk="1" hangingPunct="1">
              <a:defRPr/>
            </a:pPr>
            <a:r>
              <a:rPr lang="en-AU"/>
              <a:t>allows users access to services distributed through network</a:t>
            </a:r>
          </a:p>
          <a:p>
            <a:pPr lvl="1" eaLnBrk="1" hangingPunct="1">
              <a:defRPr/>
            </a:pPr>
            <a:r>
              <a:rPr lang="en-AU"/>
              <a:t>without needing to trust all workstations</a:t>
            </a:r>
          </a:p>
          <a:p>
            <a:pPr lvl="1" eaLnBrk="1" hangingPunct="1">
              <a:defRPr/>
            </a:pPr>
            <a:r>
              <a:rPr lang="en-AU"/>
              <a:t>rather all trust a central authentication server</a:t>
            </a:r>
          </a:p>
          <a:p>
            <a:pPr eaLnBrk="1" hangingPunct="1">
              <a:defRPr/>
            </a:pPr>
            <a:r>
              <a:rPr lang="en-AU"/>
              <a:t>two versions in use: 4 &amp; 5</a:t>
            </a:r>
          </a:p>
        </p:txBody>
      </p:sp>
      <p:sp>
        <p:nvSpPr>
          <p:cNvPr id="6" name="Slide Number Placeholder 5">
            <a:extLst>
              <a:ext uri="{FF2B5EF4-FFF2-40B4-BE49-F238E27FC236}">
                <a16:creationId xmlns:a16="http://schemas.microsoft.com/office/drawing/2014/main" id="{5E9D6F49-0BA2-49ED-A700-D725E5225975}"/>
              </a:ext>
            </a:extLst>
          </p:cNvPr>
          <p:cNvSpPr>
            <a:spLocks noGrp="1"/>
          </p:cNvSpPr>
          <p:nvPr>
            <p:ph type="sldNum" sz="quarter" idx="12"/>
          </p:nvPr>
        </p:nvSpPr>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DDDB2900-DC3F-496C-8EF1-4EA825C9E1A3}" type="slidenum">
              <a:rPr lang="en-US" altLang="en-US" sz="1000"/>
              <a:pPr eaLnBrk="1" hangingPunct="1"/>
              <a:t>3</a:t>
            </a:fld>
            <a:endParaRPr lang="en-US" altLang="en-US" sz="10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a:extLst>
              <a:ext uri="{FF2B5EF4-FFF2-40B4-BE49-F238E27FC236}">
                <a16:creationId xmlns:a16="http://schemas.microsoft.com/office/drawing/2014/main" id="{B4DB7C99-AE48-40A9-841F-59510970039B}"/>
              </a:ext>
            </a:extLst>
          </p:cNvPr>
          <p:cNvSpPr>
            <a:spLocks noGrp="1" noChangeArrowheads="1"/>
          </p:cNvSpPr>
          <p:nvPr>
            <p:ph type="title"/>
          </p:nvPr>
        </p:nvSpPr>
        <p:spPr/>
        <p:txBody>
          <a:bodyPr/>
          <a:lstStyle/>
          <a:p>
            <a:pPr eaLnBrk="1" hangingPunct="1">
              <a:defRPr/>
            </a:pPr>
            <a:r>
              <a:rPr lang="en-AU"/>
              <a:t>Kerberos Requirements</a:t>
            </a:r>
          </a:p>
        </p:txBody>
      </p:sp>
      <p:sp>
        <p:nvSpPr>
          <p:cNvPr id="49155" name="Rectangle 3">
            <a:extLst>
              <a:ext uri="{FF2B5EF4-FFF2-40B4-BE49-F238E27FC236}">
                <a16:creationId xmlns:a16="http://schemas.microsoft.com/office/drawing/2014/main" id="{FEB2520B-BFC2-48E6-B6A5-F0D337464AA8}"/>
              </a:ext>
            </a:extLst>
          </p:cNvPr>
          <p:cNvSpPr>
            <a:spLocks noGrp="1" noChangeArrowheads="1"/>
          </p:cNvSpPr>
          <p:nvPr>
            <p:ph type="body" idx="1"/>
          </p:nvPr>
        </p:nvSpPr>
        <p:spPr/>
        <p:txBody>
          <a:bodyPr/>
          <a:lstStyle/>
          <a:p>
            <a:pPr eaLnBrk="1" hangingPunct="1">
              <a:defRPr/>
            </a:pPr>
            <a:r>
              <a:rPr lang="en-US"/>
              <a:t>its first report identified requirements as:</a:t>
            </a:r>
          </a:p>
          <a:p>
            <a:pPr lvl="1" eaLnBrk="1" hangingPunct="1">
              <a:defRPr/>
            </a:pPr>
            <a:r>
              <a:rPr lang="en-US"/>
              <a:t>secure</a:t>
            </a:r>
          </a:p>
          <a:p>
            <a:pPr lvl="1" eaLnBrk="1" hangingPunct="1">
              <a:defRPr/>
            </a:pPr>
            <a:r>
              <a:rPr lang="en-US"/>
              <a:t>reliable</a:t>
            </a:r>
          </a:p>
          <a:p>
            <a:pPr lvl="1" eaLnBrk="1" hangingPunct="1">
              <a:defRPr/>
            </a:pPr>
            <a:r>
              <a:rPr lang="en-US"/>
              <a:t>transparent</a:t>
            </a:r>
          </a:p>
          <a:p>
            <a:pPr lvl="1" eaLnBrk="1" hangingPunct="1">
              <a:defRPr/>
            </a:pPr>
            <a:r>
              <a:rPr lang="en-US"/>
              <a:t>scalable</a:t>
            </a:r>
          </a:p>
          <a:p>
            <a:pPr eaLnBrk="1" hangingPunct="1">
              <a:defRPr/>
            </a:pPr>
            <a:r>
              <a:rPr lang="en-US"/>
              <a:t>implemented using an authentication protocol based on Needham-Schroeder</a:t>
            </a:r>
            <a:endParaRPr lang="en-AU"/>
          </a:p>
        </p:txBody>
      </p:sp>
      <p:sp>
        <p:nvSpPr>
          <p:cNvPr id="6" name="Slide Number Placeholder 5">
            <a:extLst>
              <a:ext uri="{FF2B5EF4-FFF2-40B4-BE49-F238E27FC236}">
                <a16:creationId xmlns:a16="http://schemas.microsoft.com/office/drawing/2014/main" id="{9F24D855-B227-4511-8A32-960FBE6BAFAA}"/>
              </a:ext>
            </a:extLst>
          </p:cNvPr>
          <p:cNvSpPr>
            <a:spLocks noGrp="1"/>
          </p:cNvSpPr>
          <p:nvPr>
            <p:ph type="sldNum" sz="quarter" idx="12"/>
          </p:nvPr>
        </p:nvSpPr>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0A8D5F53-F67B-4143-A891-3CDC7B408787}" type="slidenum">
              <a:rPr lang="en-US" altLang="en-US" sz="1000"/>
              <a:pPr eaLnBrk="1" hangingPunct="1"/>
              <a:t>4</a:t>
            </a:fld>
            <a:endParaRPr lang="en-US" altLang="en-US" sz="10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a:extLst>
              <a:ext uri="{FF2B5EF4-FFF2-40B4-BE49-F238E27FC236}">
                <a16:creationId xmlns:a16="http://schemas.microsoft.com/office/drawing/2014/main" id="{A48C444E-5887-4F2D-AB60-E0919600C869}"/>
              </a:ext>
            </a:extLst>
          </p:cNvPr>
          <p:cNvSpPr>
            <a:spLocks noGrp="1" noChangeArrowheads="1"/>
          </p:cNvSpPr>
          <p:nvPr>
            <p:ph type="title"/>
          </p:nvPr>
        </p:nvSpPr>
        <p:spPr/>
        <p:txBody>
          <a:bodyPr/>
          <a:lstStyle/>
          <a:p>
            <a:pPr eaLnBrk="1" hangingPunct="1">
              <a:defRPr/>
            </a:pPr>
            <a:r>
              <a:rPr lang="en-AU"/>
              <a:t>Kerberos v4 Overview</a:t>
            </a:r>
          </a:p>
        </p:txBody>
      </p:sp>
      <p:sp>
        <p:nvSpPr>
          <p:cNvPr id="51203" name="Rectangle 3">
            <a:extLst>
              <a:ext uri="{FF2B5EF4-FFF2-40B4-BE49-F238E27FC236}">
                <a16:creationId xmlns:a16="http://schemas.microsoft.com/office/drawing/2014/main" id="{AF813CD3-BC97-4BAA-9AF4-9EAC922012D6}"/>
              </a:ext>
            </a:extLst>
          </p:cNvPr>
          <p:cNvSpPr>
            <a:spLocks noGrp="1" noChangeArrowheads="1"/>
          </p:cNvSpPr>
          <p:nvPr>
            <p:ph type="body" idx="1"/>
          </p:nvPr>
        </p:nvSpPr>
        <p:spPr/>
        <p:txBody>
          <a:bodyPr/>
          <a:lstStyle/>
          <a:p>
            <a:pPr eaLnBrk="1" hangingPunct="1">
              <a:defRPr/>
            </a:pPr>
            <a:r>
              <a:rPr lang="en-AU"/>
              <a:t>a basic third-party authentication scheme</a:t>
            </a:r>
          </a:p>
          <a:p>
            <a:pPr eaLnBrk="1" hangingPunct="1">
              <a:defRPr/>
            </a:pPr>
            <a:r>
              <a:rPr lang="en-AU"/>
              <a:t>have an Authentication Server (AS) </a:t>
            </a:r>
          </a:p>
          <a:p>
            <a:pPr lvl="1" eaLnBrk="1" hangingPunct="1">
              <a:defRPr/>
            </a:pPr>
            <a:r>
              <a:rPr lang="en-AU"/>
              <a:t>users initially negotiate with AS to identify self </a:t>
            </a:r>
          </a:p>
          <a:p>
            <a:pPr lvl="1" eaLnBrk="1" hangingPunct="1">
              <a:defRPr/>
            </a:pPr>
            <a:r>
              <a:rPr lang="en-AU"/>
              <a:t>AS provides a non-corruptible authentication credential (ticket granting ticket TGT) </a:t>
            </a:r>
          </a:p>
          <a:p>
            <a:pPr eaLnBrk="1" hangingPunct="1">
              <a:defRPr/>
            </a:pPr>
            <a:r>
              <a:rPr lang="en-US"/>
              <a:t>have a Ticket Granting server (TGS)</a:t>
            </a:r>
            <a:endParaRPr lang="en-AU"/>
          </a:p>
          <a:p>
            <a:pPr lvl="1" eaLnBrk="1" hangingPunct="1">
              <a:defRPr/>
            </a:pPr>
            <a:r>
              <a:rPr lang="en-AU"/>
              <a:t>users subsequently request access to other services from TGS on basis of users TGT</a:t>
            </a:r>
          </a:p>
        </p:txBody>
      </p:sp>
      <p:sp>
        <p:nvSpPr>
          <p:cNvPr id="6" name="Slide Number Placeholder 5">
            <a:extLst>
              <a:ext uri="{FF2B5EF4-FFF2-40B4-BE49-F238E27FC236}">
                <a16:creationId xmlns:a16="http://schemas.microsoft.com/office/drawing/2014/main" id="{9C5E6D2E-DA6C-49E5-9B39-468C61672892}"/>
              </a:ext>
            </a:extLst>
          </p:cNvPr>
          <p:cNvSpPr>
            <a:spLocks noGrp="1"/>
          </p:cNvSpPr>
          <p:nvPr>
            <p:ph type="sldNum" sz="quarter" idx="12"/>
          </p:nvPr>
        </p:nvSpPr>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B45A28BB-D8CB-4405-98F2-F4558E681D1C}" type="slidenum">
              <a:rPr lang="en-US" altLang="en-US" sz="1000"/>
              <a:pPr eaLnBrk="1" hangingPunct="1"/>
              <a:t>5</a:t>
            </a:fld>
            <a:endParaRPr lang="en-US" altLang="en-US" sz="10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1026">
            <a:extLst>
              <a:ext uri="{FF2B5EF4-FFF2-40B4-BE49-F238E27FC236}">
                <a16:creationId xmlns:a16="http://schemas.microsoft.com/office/drawing/2014/main" id="{0F7DCB01-76E8-4917-8F7B-65B0DEDABE5E}"/>
              </a:ext>
            </a:extLst>
          </p:cNvPr>
          <p:cNvSpPr>
            <a:spLocks noGrp="1" noChangeArrowheads="1"/>
          </p:cNvSpPr>
          <p:nvPr>
            <p:ph type="title"/>
          </p:nvPr>
        </p:nvSpPr>
        <p:spPr/>
        <p:txBody>
          <a:bodyPr/>
          <a:lstStyle/>
          <a:p>
            <a:pPr eaLnBrk="1" hangingPunct="1">
              <a:defRPr/>
            </a:pPr>
            <a:r>
              <a:rPr lang="en-AU"/>
              <a:t>Kerberos v4 Dialogue</a:t>
            </a:r>
          </a:p>
        </p:txBody>
      </p:sp>
      <p:sp>
        <p:nvSpPr>
          <p:cNvPr id="81923" name="Rectangle 1027">
            <a:extLst>
              <a:ext uri="{FF2B5EF4-FFF2-40B4-BE49-F238E27FC236}">
                <a16:creationId xmlns:a16="http://schemas.microsoft.com/office/drawing/2014/main" id="{39EF8EE9-19E4-4AD0-A9D1-DF96F7A6782F}"/>
              </a:ext>
            </a:extLst>
          </p:cNvPr>
          <p:cNvSpPr>
            <a:spLocks noGrp="1" noChangeArrowheads="1"/>
          </p:cNvSpPr>
          <p:nvPr>
            <p:ph type="body" idx="1"/>
          </p:nvPr>
        </p:nvSpPr>
        <p:spPr/>
        <p:txBody>
          <a:bodyPr/>
          <a:lstStyle/>
          <a:p>
            <a:pPr marL="609600" indent="-609600" eaLnBrk="1" hangingPunct="1">
              <a:buFont typeface="Times" charset="0"/>
              <a:buAutoNum type="arabicPeriod"/>
              <a:defRPr/>
            </a:pPr>
            <a:r>
              <a:rPr lang="en-AU"/>
              <a:t>obtain ticket granting ticket from AS</a:t>
            </a:r>
          </a:p>
          <a:p>
            <a:pPr marL="990600" lvl="1" indent="-533400" eaLnBrk="1" hangingPunct="1">
              <a:buFont typeface="Times" charset="0"/>
              <a:buChar char="•"/>
              <a:defRPr/>
            </a:pPr>
            <a:r>
              <a:rPr lang="en-AU"/>
              <a:t>once per session</a:t>
            </a:r>
          </a:p>
          <a:p>
            <a:pPr marL="609600" indent="-609600" eaLnBrk="1" hangingPunct="1">
              <a:buFont typeface="Times" charset="0"/>
              <a:buAutoNum type="arabicPeriod"/>
              <a:defRPr/>
            </a:pPr>
            <a:r>
              <a:rPr lang="en-AU"/>
              <a:t>obtain service granting ticket from TGT</a:t>
            </a:r>
          </a:p>
          <a:p>
            <a:pPr marL="990600" lvl="1" indent="-533400" eaLnBrk="1" hangingPunct="1">
              <a:buFont typeface="Times" charset="0"/>
              <a:buChar char="•"/>
              <a:defRPr/>
            </a:pPr>
            <a:r>
              <a:rPr lang="en-AU"/>
              <a:t>for each distinct service required</a:t>
            </a:r>
          </a:p>
          <a:p>
            <a:pPr marL="609600" indent="-609600" eaLnBrk="1" hangingPunct="1">
              <a:buFont typeface="Times" charset="0"/>
              <a:buAutoNum type="arabicPeriod"/>
              <a:defRPr/>
            </a:pPr>
            <a:r>
              <a:rPr lang="en-AU"/>
              <a:t>client/server exchange to obtain service</a:t>
            </a:r>
          </a:p>
          <a:p>
            <a:pPr marL="990600" lvl="1" indent="-533400" eaLnBrk="1" hangingPunct="1">
              <a:buFont typeface="Times" charset="0"/>
              <a:buChar char="•"/>
              <a:defRPr/>
            </a:pPr>
            <a:r>
              <a:rPr lang="en-AU"/>
              <a:t>on every service request</a:t>
            </a:r>
          </a:p>
        </p:txBody>
      </p:sp>
      <p:sp>
        <p:nvSpPr>
          <p:cNvPr id="6" name="Slide Number Placeholder 5">
            <a:extLst>
              <a:ext uri="{FF2B5EF4-FFF2-40B4-BE49-F238E27FC236}">
                <a16:creationId xmlns:a16="http://schemas.microsoft.com/office/drawing/2014/main" id="{551E5392-D8DE-4B7A-A153-7C0FF763EA8B}"/>
              </a:ext>
            </a:extLst>
          </p:cNvPr>
          <p:cNvSpPr>
            <a:spLocks noGrp="1"/>
          </p:cNvSpPr>
          <p:nvPr>
            <p:ph type="sldNum" sz="quarter" idx="12"/>
          </p:nvPr>
        </p:nvSpPr>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40869063-1841-49C9-89DE-FBE1A8CA3D9A}" type="slidenum">
              <a:rPr lang="en-US" altLang="en-US" sz="1000"/>
              <a:pPr eaLnBrk="1" hangingPunct="1"/>
              <a:t>6</a:t>
            </a:fld>
            <a:endParaRPr lang="en-US" altLang="en-US" sz="10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a:extLst>
              <a:ext uri="{FF2B5EF4-FFF2-40B4-BE49-F238E27FC236}">
                <a16:creationId xmlns:a16="http://schemas.microsoft.com/office/drawing/2014/main" id="{1EBEA75B-1CF8-43D2-9CAC-7AE9E030861E}"/>
              </a:ext>
            </a:extLst>
          </p:cNvPr>
          <p:cNvSpPr>
            <a:spLocks noGrp="1" noChangeArrowheads="1"/>
          </p:cNvSpPr>
          <p:nvPr>
            <p:ph type="title"/>
          </p:nvPr>
        </p:nvSpPr>
        <p:spPr>
          <a:xfrm>
            <a:off x="468313" y="0"/>
            <a:ext cx="8229600" cy="1143000"/>
          </a:xfrm>
        </p:spPr>
        <p:txBody>
          <a:bodyPr/>
          <a:lstStyle/>
          <a:p>
            <a:pPr eaLnBrk="1" hangingPunct="1">
              <a:defRPr/>
            </a:pPr>
            <a:r>
              <a:rPr lang="en-AU"/>
              <a:t>Kerberos 4 Overview</a:t>
            </a:r>
          </a:p>
        </p:txBody>
      </p:sp>
      <p:pic>
        <p:nvPicPr>
          <p:cNvPr id="9219" name="Picture 6" descr="Ch14. Kerberos.pdf                                             002F6F4DMacintosh HD                   B83AE914:">
            <a:extLst>
              <a:ext uri="{FF2B5EF4-FFF2-40B4-BE49-F238E27FC236}">
                <a16:creationId xmlns:a16="http://schemas.microsoft.com/office/drawing/2014/main" id="{C0EE2985-DF67-425A-9B03-E090F08DF33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4633" b="9265"/>
          <a:stretch>
            <a:fillRect/>
          </a:stretch>
        </p:blipFill>
        <p:spPr bwMode="auto">
          <a:xfrm>
            <a:off x="838200" y="1295400"/>
            <a:ext cx="7539038" cy="5016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Slide Number Placeholder 5">
            <a:extLst>
              <a:ext uri="{FF2B5EF4-FFF2-40B4-BE49-F238E27FC236}">
                <a16:creationId xmlns:a16="http://schemas.microsoft.com/office/drawing/2014/main" id="{28F27CBA-DC64-4979-9B87-A204A29A1CD6}"/>
              </a:ext>
            </a:extLst>
          </p:cNvPr>
          <p:cNvSpPr>
            <a:spLocks noGrp="1"/>
          </p:cNvSpPr>
          <p:nvPr>
            <p:ph type="sldNum" sz="quarter" idx="12"/>
          </p:nvPr>
        </p:nvSpPr>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15C7DEF0-5332-443E-B7B9-CD19D446B8CE}" type="slidenum">
              <a:rPr lang="en-US" altLang="en-US" sz="1000"/>
              <a:pPr eaLnBrk="1" hangingPunct="1"/>
              <a:t>7</a:t>
            </a:fld>
            <a:endParaRPr lang="en-US" altLang="en-US" sz="10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1026">
            <a:extLst>
              <a:ext uri="{FF2B5EF4-FFF2-40B4-BE49-F238E27FC236}">
                <a16:creationId xmlns:a16="http://schemas.microsoft.com/office/drawing/2014/main" id="{44E706A0-94C8-4EDD-872D-53F966F19E3C}"/>
              </a:ext>
            </a:extLst>
          </p:cNvPr>
          <p:cNvSpPr>
            <a:spLocks noGrp="1" noChangeArrowheads="1"/>
          </p:cNvSpPr>
          <p:nvPr>
            <p:ph type="title"/>
          </p:nvPr>
        </p:nvSpPr>
        <p:spPr/>
        <p:txBody>
          <a:bodyPr/>
          <a:lstStyle/>
          <a:p>
            <a:pPr eaLnBrk="1" hangingPunct="1">
              <a:defRPr/>
            </a:pPr>
            <a:r>
              <a:rPr lang="en-AU"/>
              <a:t>Kerberos Realms</a:t>
            </a:r>
          </a:p>
        </p:txBody>
      </p:sp>
      <p:sp>
        <p:nvSpPr>
          <p:cNvPr id="83971" name="Rectangle 1027">
            <a:extLst>
              <a:ext uri="{FF2B5EF4-FFF2-40B4-BE49-F238E27FC236}">
                <a16:creationId xmlns:a16="http://schemas.microsoft.com/office/drawing/2014/main" id="{C72F6EF0-4FDC-4748-8849-7639E5B4E35A}"/>
              </a:ext>
            </a:extLst>
          </p:cNvPr>
          <p:cNvSpPr>
            <a:spLocks noGrp="1" noChangeArrowheads="1"/>
          </p:cNvSpPr>
          <p:nvPr>
            <p:ph type="body" idx="1"/>
          </p:nvPr>
        </p:nvSpPr>
        <p:spPr/>
        <p:txBody>
          <a:bodyPr/>
          <a:lstStyle/>
          <a:p>
            <a:pPr eaLnBrk="1" hangingPunct="1">
              <a:defRPr/>
            </a:pPr>
            <a:r>
              <a:rPr lang="en-US"/>
              <a:t>a Kerberos environment consists of:</a:t>
            </a:r>
          </a:p>
          <a:p>
            <a:pPr lvl="1" eaLnBrk="1" hangingPunct="1">
              <a:defRPr/>
            </a:pPr>
            <a:r>
              <a:rPr lang="en-US"/>
              <a:t>a Kerberos server</a:t>
            </a:r>
          </a:p>
          <a:p>
            <a:pPr lvl="1" eaLnBrk="1" hangingPunct="1">
              <a:defRPr/>
            </a:pPr>
            <a:r>
              <a:rPr lang="en-US"/>
              <a:t>a number of clients, all registered with server</a:t>
            </a:r>
          </a:p>
          <a:p>
            <a:pPr lvl="1" eaLnBrk="1" hangingPunct="1">
              <a:defRPr/>
            </a:pPr>
            <a:r>
              <a:rPr lang="en-US"/>
              <a:t>application servers, sharing keys with server</a:t>
            </a:r>
          </a:p>
          <a:p>
            <a:pPr eaLnBrk="1" hangingPunct="1">
              <a:defRPr/>
            </a:pPr>
            <a:r>
              <a:rPr lang="en-US"/>
              <a:t>this is termed a realm</a:t>
            </a:r>
          </a:p>
          <a:p>
            <a:pPr lvl="1" eaLnBrk="1" hangingPunct="1">
              <a:defRPr/>
            </a:pPr>
            <a:r>
              <a:rPr lang="en-US"/>
              <a:t>typically a single administrative domain</a:t>
            </a:r>
          </a:p>
          <a:p>
            <a:pPr eaLnBrk="1" hangingPunct="1">
              <a:defRPr/>
            </a:pPr>
            <a:r>
              <a:rPr lang="en-US"/>
              <a:t>if have multiple realms, their Kerberos servers must share keys and trust </a:t>
            </a:r>
            <a:endParaRPr lang="en-AU"/>
          </a:p>
        </p:txBody>
      </p:sp>
      <p:sp>
        <p:nvSpPr>
          <p:cNvPr id="6" name="Slide Number Placeholder 5">
            <a:extLst>
              <a:ext uri="{FF2B5EF4-FFF2-40B4-BE49-F238E27FC236}">
                <a16:creationId xmlns:a16="http://schemas.microsoft.com/office/drawing/2014/main" id="{765EF36A-EF46-4647-B16F-62CA888855AD}"/>
              </a:ext>
            </a:extLst>
          </p:cNvPr>
          <p:cNvSpPr>
            <a:spLocks noGrp="1"/>
          </p:cNvSpPr>
          <p:nvPr>
            <p:ph type="sldNum" sz="quarter" idx="12"/>
          </p:nvPr>
        </p:nvSpPr>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8F30351F-F59F-4C72-879E-B5EA5507E6FE}" type="slidenum">
              <a:rPr lang="en-US" altLang="en-US" sz="1000"/>
              <a:pPr eaLnBrk="1" hangingPunct="1"/>
              <a:t>8</a:t>
            </a:fld>
            <a:endParaRPr lang="en-US" altLang="en-US" sz="10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a:extLst>
              <a:ext uri="{FF2B5EF4-FFF2-40B4-BE49-F238E27FC236}">
                <a16:creationId xmlns:a16="http://schemas.microsoft.com/office/drawing/2014/main" id="{7AF53EED-DB33-4577-A3BF-C8F2EF1C3AC7}"/>
              </a:ext>
            </a:extLst>
          </p:cNvPr>
          <p:cNvSpPr>
            <a:spLocks noGrp="1" noChangeArrowheads="1"/>
          </p:cNvSpPr>
          <p:nvPr>
            <p:ph type="title"/>
          </p:nvPr>
        </p:nvSpPr>
        <p:spPr/>
        <p:txBody>
          <a:bodyPr/>
          <a:lstStyle/>
          <a:p>
            <a:pPr eaLnBrk="1" hangingPunct="1">
              <a:defRPr/>
            </a:pPr>
            <a:r>
              <a:rPr lang="en-AU"/>
              <a:t>Kerberos Realms</a:t>
            </a:r>
          </a:p>
        </p:txBody>
      </p:sp>
      <p:pic>
        <p:nvPicPr>
          <p:cNvPr id="11267" name="Picture 5" descr="Ch14. Remote Kerberos.pdf                                      002F6F4DMacintosh HD                   B83AE914:">
            <a:extLst>
              <a:ext uri="{FF2B5EF4-FFF2-40B4-BE49-F238E27FC236}">
                <a16:creationId xmlns:a16="http://schemas.microsoft.com/office/drawing/2014/main" id="{C162F631-6CB9-45F7-BF3E-3CCEE9288FC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3580" b="12529"/>
          <a:stretch>
            <a:fillRect/>
          </a:stretch>
        </p:blipFill>
        <p:spPr bwMode="auto">
          <a:xfrm>
            <a:off x="2286000" y="1447800"/>
            <a:ext cx="4660900" cy="5059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Slide Number Placeholder 5">
            <a:extLst>
              <a:ext uri="{FF2B5EF4-FFF2-40B4-BE49-F238E27FC236}">
                <a16:creationId xmlns:a16="http://schemas.microsoft.com/office/drawing/2014/main" id="{A2CD1DE0-0EAE-42E3-B14B-B272726890FD}"/>
              </a:ext>
            </a:extLst>
          </p:cNvPr>
          <p:cNvSpPr>
            <a:spLocks noGrp="1"/>
          </p:cNvSpPr>
          <p:nvPr>
            <p:ph type="sldNum" sz="quarter" idx="12"/>
          </p:nvPr>
        </p:nvSpPr>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7490706E-AB47-4F77-A762-A96BF16F2CC3}" type="slidenum">
              <a:rPr lang="en-US" altLang="en-US" sz="1000"/>
              <a:pPr eaLnBrk="1" hangingPunct="1"/>
              <a:t>9</a:t>
            </a:fld>
            <a:endParaRPr lang="en-US" altLang="en-US" sz="10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a:extLst>
              <a:ext uri="{FF2B5EF4-FFF2-40B4-BE49-F238E27FC236}">
                <a16:creationId xmlns:a16="http://schemas.microsoft.com/office/drawing/2014/main" id="{7FB8C7E6-AD8A-4ABE-A5D5-0FDCCECDBA40}"/>
              </a:ext>
            </a:extLst>
          </p:cNvPr>
          <p:cNvSpPr>
            <a:spLocks noGrp="1" noChangeArrowheads="1"/>
          </p:cNvSpPr>
          <p:nvPr>
            <p:ph type="title"/>
          </p:nvPr>
        </p:nvSpPr>
        <p:spPr/>
        <p:txBody>
          <a:bodyPr/>
          <a:lstStyle/>
          <a:p>
            <a:pPr eaLnBrk="1" hangingPunct="1">
              <a:defRPr/>
            </a:pPr>
            <a:r>
              <a:rPr lang="en-AU"/>
              <a:t>Kerberos Version 5</a:t>
            </a:r>
          </a:p>
        </p:txBody>
      </p:sp>
      <p:sp>
        <p:nvSpPr>
          <p:cNvPr id="55299" name="Rectangle 3">
            <a:extLst>
              <a:ext uri="{FF2B5EF4-FFF2-40B4-BE49-F238E27FC236}">
                <a16:creationId xmlns:a16="http://schemas.microsoft.com/office/drawing/2014/main" id="{B715B84F-43C3-4443-9A56-E8AAB48881DA}"/>
              </a:ext>
            </a:extLst>
          </p:cNvPr>
          <p:cNvSpPr>
            <a:spLocks noGrp="1" noChangeArrowheads="1"/>
          </p:cNvSpPr>
          <p:nvPr>
            <p:ph type="body" idx="1"/>
          </p:nvPr>
        </p:nvSpPr>
        <p:spPr/>
        <p:txBody>
          <a:bodyPr/>
          <a:lstStyle/>
          <a:p>
            <a:pPr eaLnBrk="1" hangingPunct="1">
              <a:defRPr/>
            </a:pPr>
            <a:r>
              <a:rPr lang="en-US"/>
              <a:t>developed in mid 1990’s</a:t>
            </a:r>
          </a:p>
          <a:p>
            <a:pPr eaLnBrk="1" hangingPunct="1">
              <a:defRPr/>
            </a:pPr>
            <a:r>
              <a:rPr lang="en-US"/>
              <a:t>specified as Internet standard RFC 1510</a:t>
            </a:r>
            <a:endParaRPr lang="en-AU"/>
          </a:p>
          <a:p>
            <a:pPr eaLnBrk="1" hangingPunct="1">
              <a:defRPr/>
            </a:pPr>
            <a:r>
              <a:rPr lang="en-US"/>
              <a:t>provides improvements over v4</a:t>
            </a:r>
          </a:p>
          <a:p>
            <a:pPr lvl="1" eaLnBrk="1" hangingPunct="1">
              <a:defRPr/>
            </a:pPr>
            <a:r>
              <a:rPr lang="en-US"/>
              <a:t>addresses environmental shortcomings</a:t>
            </a:r>
          </a:p>
          <a:p>
            <a:pPr lvl="2" eaLnBrk="1" hangingPunct="1">
              <a:defRPr/>
            </a:pPr>
            <a:r>
              <a:rPr lang="en-US"/>
              <a:t>encryption alg, network protocol, byte order, ticket lifetime, authentication forwarding, interrealm auth</a:t>
            </a:r>
          </a:p>
          <a:p>
            <a:pPr lvl="1" eaLnBrk="1" hangingPunct="1">
              <a:defRPr/>
            </a:pPr>
            <a:r>
              <a:rPr lang="en-US"/>
              <a:t>and technical deficiencies</a:t>
            </a:r>
          </a:p>
          <a:p>
            <a:pPr lvl="2" eaLnBrk="1" hangingPunct="1">
              <a:defRPr/>
            </a:pPr>
            <a:r>
              <a:rPr lang="en-US"/>
              <a:t>double encryption, non-std mode of use, session keys, password attacks</a:t>
            </a:r>
          </a:p>
        </p:txBody>
      </p:sp>
      <p:sp>
        <p:nvSpPr>
          <p:cNvPr id="6" name="Slide Number Placeholder 5">
            <a:extLst>
              <a:ext uri="{FF2B5EF4-FFF2-40B4-BE49-F238E27FC236}">
                <a16:creationId xmlns:a16="http://schemas.microsoft.com/office/drawing/2014/main" id="{56C14B51-18F2-4249-AE44-70F5AB601E3E}"/>
              </a:ext>
            </a:extLst>
          </p:cNvPr>
          <p:cNvSpPr>
            <a:spLocks noGrp="1"/>
          </p:cNvSpPr>
          <p:nvPr>
            <p:ph type="sldNum" sz="quarter" idx="12"/>
          </p:nvPr>
        </p:nvSpPr>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98BFF264-8CF5-4233-8055-3020A781F924}" type="slidenum">
              <a:rPr lang="en-US" altLang="en-US" sz="1000"/>
              <a:pPr eaLnBrk="1" hangingPunct="1"/>
              <a:t>10</a:t>
            </a:fld>
            <a:endParaRPr lang="en-US" altLang="en-US" sz="10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a:extLst>
              <a:ext uri="{FF2B5EF4-FFF2-40B4-BE49-F238E27FC236}">
                <a16:creationId xmlns:a16="http://schemas.microsoft.com/office/drawing/2014/main" id="{EF799379-E14A-4BEB-861D-A1272E48B83B}"/>
              </a:ext>
            </a:extLst>
          </p:cNvPr>
          <p:cNvSpPr>
            <a:spLocks noGrp="1" noChangeArrowheads="1"/>
          </p:cNvSpPr>
          <p:nvPr>
            <p:ph type="title"/>
          </p:nvPr>
        </p:nvSpPr>
        <p:spPr/>
        <p:txBody>
          <a:bodyPr/>
          <a:lstStyle/>
          <a:p>
            <a:pPr eaLnBrk="1" hangingPunct="1">
              <a:defRPr/>
            </a:pPr>
            <a:r>
              <a:rPr lang="en-AU"/>
              <a:t>X.509 Authentication Service </a:t>
            </a:r>
          </a:p>
        </p:txBody>
      </p:sp>
      <p:sp>
        <p:nvSpPr>
          <p:cNvPr id="56323" name="Rectangle 3">
            <a:extLst>
              <a:ext uri="{FF2B5EF4-FFF2-40B4-BE49-F238E27FC236}">
                <a16:creationId xmlns:a16="http://schemas.microsoft.com/office/drawing/2014/main" id="{98ACD8A3-96E2-4317-8C28-6AC3FA3F2C47}"/>
              </a:ext>
            </a:extLst>
          </p:cNvPr>
          <p:cNvSpPr>
            <a:spLocks noGrp="1" noChangeArrowheads="1"/>
          </p:cNvSpPr>
          <p:nvPr>
            <p:ph type="body" idx="1"/>
          </p:nvPr>
        </p:nvSpPr>
        <p:spPr/>
        <p:txBody>
          <a:bodyPr/>
          <a:lstStyle/>
          <a:p>
            <a:pPr eaLnBrk="1" hangingPunct="1">
              <a:defRPr/>
            </a:pPr>
            <a:r>
              <a:rPr lang="en-AU" sz="2800"/>
              <a:t>part of CCITT X.500 directory service standards</a:t>
            </a:r>
          </a:p>
          <a:p>
            <a:pPr lvl="1" eaLnBrk="1" hangingPunct="1">
              <a:defRPr/>
            </a:pPr>
            <a:r>
              <a:rPr lang="en-US" sz="2400"/>
              <a:t>distributed servers maintaining user info database</a:t>
            </a:r>
            <a:endParaRPr lang="en-AU" sz="2400"/>
          </a:p>
          <a:p>
            <a:pPr eaLnBrk="1" hangingPunct="1">
              <a:defRPr/>
            </a:pPr>
            <a:r>
              <a:rPr lang="en-AU" sz="2800"/>
              <a:t>defines framework for authentication services </a:t>
            </a:r>
          </a:p>
          <a:p>
            <a:pPr lvl="1" eaLnBrk="1" hangingPunct="1">
              <a:defRPr/>
            </a:pPr>
            <a:r>
              <a:rPr lang="en-AU" sz="2400"/>
              <a:t>directory may store public-key certificates</a:t>
            </a:r>
          </a:p>
          <a:p>
            <a:pPr lvl="1" eaLnBrk="1" hangingPunct="1">
              <a:defRPr/>
            </a:pPr>
            <a:r>
              <a:rPr lang="en-AU" sz="2400"/>
              <a:t>with public key of user signed by certification authority </a:t>
            </a:r>
          </a:p>
          <a:p>
            <a:pPr eaLnBrk="1" hangingPunct="1">
              <a:defRPr/>
            </a:pPr>
            <a:r>
              <a:rPr lang="en-AU" sz="2800"/>
              <a:t>also defines authentication protocols </a:t>
            </a:r>
          </a:p>
          <a:p>
            <a:pPr eaLnBrk="1" hangingPunct="1">
              <a:defRPr/>
            </a:pPr>
            <a:r>
              <a:rPr lang="en-AU" sz="2800"/>
              <a:t>uses public-key crypto &amp; digital signatures </a:t>
            </a:r>
          </a:p>
          <a:p>
            <a:pPr lvl="1" eaLnBrk="1" hangingPunct="1">
              <a:defRPr/>
            </a:pPr>
            <a:r>
              <a:rPr lang="en-AU" sz="2400"/>
              <a:t>algorithms not standardised, but RSA recommended</a:t>
            </a:r>
          </a:p>
          <a:p>
            <a:pPr eaLnBrk="1" hangingPunct="1">
              <a:defRPr/>
            </a:pPr>
            <a:r>
              <a:rPr lang="en-AU" sz="2800"/>
              <a:t>X.509 certificates are widely used </a:t>
            </a:r>
          </a:p>
        </p:txBody>
      </p:sp>
      <p:sp>
        <p:nvSpPr>
          <p:cNvPr id="6" name="Slide Number Placeholder 5">
            <a:extLst>
              <a:ext uri="{FF2B5EF4-FFF2-40B4-BE49-F238E27FC236}">
                <a16:creationId xmlns:a16="http://schemas.microsoft.com/office/drawing/2014/main" id="{E1EB7649-47D8-426C-82C2-DC763BA80515}"/>
              </a:ext>
            </a:extLst>
          </p:cNvPr>
          <p:cNvSpPr>
            <a:spLocks noGrp="1"/>
          </p:cNvSpPr>
          <p:nvPr>
            <p:ph type="sldNum" sz="quarter" idx="12"/>
          </p:nvPr>
        </p:nvSpPr>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EC1F2E0C-F8AC-40F4-B4FD-8E375BD78649}" type="slidenum">
              <a:rPr lang="en-US" altLang="en-US" sz="1000"/>
              <a:pPr eaLnBrk="1" hangingPunct="1"/>
              <a:t>11</a:t>
            </a:fld>
            <a:endParaRPr lang="en-US" altLang="en-US" sz="10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a:extLst>
              <a:ext uri="{FF2B5EF4-FFF2-40B4-BE49-F238E27FC236}">
                <a16:creationId xmlns:a16="http://schemas.microsoft.com/office/drawing/2014/main" id="{7729BB92-1E94-47A2-8042-03CC41E89A00}"/>
              </a:ext>
            </a:extLst>
          </p:cNvPr>
          <p:cNvSpPr>
            <a:spLocks noGrp="1" noChangeArrowheads="1"/>
          </p:cNvSpPr>
          <p:nvPr>
            <p:ph type="title"/>
          </p:nvPr>
        </p:nvSpPr>
        <p:spPr/>
        <p:txBody>
          <a:bodyPr/>
          <a:lstStyle/>
          <a:p>
            <a:pPr eaLnBrk="1" hangingPunct="1">
              <a:defRPr/>
            </a:pPr>
            <a:r>
              <a:rPr lang="en-AU"/>
              <a:t>X.509 Certificates</a:t>
            </a:r>
          </a:p>
        </p:txBody>
      </p:sp>
      <p:sp>
        <p:nvSpPr>
          <p:cNvPr id="57347" name="Rectangle 3">
            <a:extLst>
              <a:ext uri="{FF2B5EF4-FFF2-40B4-BE49-F238E27FC236}">
                <a16:creationId xmlns:a16="http://schemas.microsoft.com/office/drawing/2014/main" id="{6F69C69C-17D2-4B25-9BFE-0CCC32130766}"/>
              </a:ext>
            </a:extLst>
          </p:cNvPr>
          <p:cNvSpPr>
            <a:spLocks noGrp="1" noChangeArrowheads="1"/>
          </p:cNvSpPr>
          <p:nvPr>
            <p:ph type="body" idx="1"/>
          </p:nvPr>
        </p:nvSpPr>
        <p:spPr/>
        <p:txBody>
          <a:bodyPr/>
          <a:lstStyle/>
          <a:p>
            <a:pPr eaLnBrk="1" hangingPunct="1">
              <a:lnSpc>
                <a:spcPct val="90000"/>
              </a:lnSpc>
              <a:defRPr/>
            </a:pPr>
            <a:r>
              <a:rPr lang="en-AU" sz="2400"/>
              <a:t>issued by a Certification Authority (CA), containing: </a:t>
            </a:r>
          </a:p>
          <a:p>
            <a:pPr lvl="1" eaLnBrk="1" hangingPunct="1">
              <a:lnSpc>
                <a:spcPct val="90000"/>
              </a:lnSpc>
              <a:defRPr/>
            </a:pPr>
            <a:r>
              <a:rPr lang="en-AU" sz="2000"/>
              <a:t>version (1, 2, or 3) </a:t>
            </a:r>
          </a:p>
          <a:p>
            <a:pPr lvl="1" eaLnBrk="1" hangingPunct="1">
              <a:lnSpc>
                <a:spcPct val="90000"/>
              </a:lnSpc>
              <a:defRPr/>
            </a:pPr>
            <a:r>
              <a:rPr lang="en-AU" sz="2000"/>
              <a:t>serial number (unique within CA) identifying certificate </a:t>
            </a:r>
          </a:p>
          <a:p>
            <a:pPr lvl="1" eaLnBrk="1" hangingPunct="1">
              <a:lnSpc>
                <a:spcPct val="90000"/>
              </a:lnSpc>
              <a:defRPr/>
            </a:pPr>
            <a:r>
              <a:rPr lang="en-AU" sz="2000"/>
              <a:t>signature algorithm identifier </a:t>
            </a:r>
          </a:p>
          <a:p>
            <a:pPr lvl="1" eaLnBrk="1" hangingPunct="1">
              <a:lnSpc>
                <a:spcPct val="90000"/>
              </a:lnSpc>
              <a:defRPr/>
            </a:pPr>
            <a:r>
              <a:rPr lang="en-AU" sz="2000"/>
              <a:t>issuer X.500 name (CA) </a:t>
            </a:r>
          </a:p>
          <a:p>
            <a:pPr lvl="1" eaLnBrk="1" hangingPunct="1">
              <a:lnSpc>
                <a:spcPct val="90000"/>
              </a:lnSpc>
              <a:defRPr/>
            </a:pPr>
            <a:r>
              <a:rPr lang="en-AU" sz="2000"/>
              <a:t>period of validity (from - to dates) </a:t>
            </a:r>
          </a:p>
          <a:p>
            <a:pPr lvl="1" eaLnBrk="1" hangingPunct="1">
              <a:lnSpc>
                <a:spcPct val="90000"/>
              </a:lnSpc>
              <a:defRPr/>
            </a:pPr>
            <a:r>
              <a:rPr lang="en-AU" sz="2000"/>
              <a:t>subject X.500 name (name of owner) </a:t>
            </a:r>
          </a:p>
          <a:p>
            <a:pPr lvl="1" eaLnBrk="1" hangingPunct="1">
              <a:lnSpc>
                <a:spcPct val="90000"/>
              </a:lnSpc>
              <a:defRPr/>
            </a:pPr>
            <a:r>
              <a:rPr lang="en-AU" sz="2000"/>
              <a:t>subject public-key info (algorithm, parameters, key) </a:t>
            </a:r>
          </a:p>
          <a:p>
            <a:pPr lvl="1" eaLnBrk="1" hangingPunct="1">
              <a:lnSpc>
                <a:spcPct val="90000"/>
              </a:lnSpc>
              <a:defRPr/>
            </a:pPr>
            <a:r>
              <a:rPr lang="en-AU" sz="2000"/>
              <a:t>issuer unique identifier (v2+) </a:t>
            </a:r>
          </a:p>
          <a:p>
            <a:pPr lvl="1" eaLnBrk="1" hangingPunct="1">
              <a:lnSpc>
                <a:spcPct val="90000"/>
              </a:lnSpc>
              <a:defRPr/>
            </a:pPr>
            <a:r>
              <a:rPr lang="en-AU" sz="2000"/>
              <a:t>subject unique identifier (v2+) </a:t>
            </a:r>
          </a:p>
          <a:p>
            <a:pPr lvl="1" eaLnBrk="1" hangingPunct="1">
              <a:lnSpc>
                <a:spcPct val="90000"/>
              </a:lnSpc>
              <a:defRPr/>
            </a:pPr>
            <a:r>
              <a:rPr lang="en-AU" sz="2000"/>
              <a:t>extension fields (v3) </a:t>
            </a:r>
          </a:p>
          <a:p>
            <a:pPr lvl="1" eaLnBrk="1" hangingPunct="1">
              <a:lnSpc>
                <a:spcPct val="90000"/>
              </a:lnSpc>
              <a:defRPr/>
            </a:pPr>
            <a:r>
              <a:rPr lang="en-AU" sz="2000"/>
              <a:t>signature (of hash of all fields in certificate) </a:t>
            </a:r>
          </a:p>
          <a:p>
            <a:pPr eaLnBrk="1" hangingPunct="1">
              <a:lnSpc>
                <a:spcPct val="90000"/>
              </a:lnSpc>
              <a:defRPr/>
            </a:pPr>
            <a:r>
              <a:rPr lang="en-US" sz="2400"/>
              <a:t>notation </a:t>
            </a:r>
            <a:r>
              <a:rPr lang="en-US" sz="2400">
                <a:latin typeface="Courier New" pitchFamily="49" charset="0"/>
              </a:rPr>
              <a:t>CA&lt;&lt;A&gt;&gt;</a:t>
            </a:r>
            <a:r>
              <a:rPr lang="en-US" sz="2400"/>
              <a:t> denotes certificate for A signed by CA</a:t>
            </a:r>
            <a:endParaRPr lang="en-AU" sz="2400"/>
          </a:p>
        </p:txBody>
      </p:sp>
      <p:sp>
        <p:nvSpPr>
          <p:cNvPr id="6" name="Slide Number Placeholder 5">
            <a:extLst>
              <a:ext uri="{FF2B5EF4-FFF2-40B4-BE49-F238E27FC236}">
                <a16:creationId xmlns:a16="http://schemas.microsoft.com/office/drawing/2014/main" id="{D9DCFFCA-0F80-4894-8868-01B8F89D84DC}"/>
              </a:ext>
            </a:extLst>
          </p:cNvPr>
          <p:cNvSpPr>
            <a:spLocks noGrp="1"/>
          </p:cNvSpPr>
          <p:nvPr>
            <p:ph type="sldNum" sz="quarter" idx="12"/>
          </p:nvPr>
        </p:nvSpPr>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E23FCB45-B382-4227-8CE1-E9DF32C308E2}" type="slidenum">
              <a:rPr lang="en-US" altLang="en-US" sz="1000"/>
              <a:pPr eaLnBrk="1" hangingPunct="1"/>
              <a:t>12</a:t>
            </a:fld>
            <a:endParaRPr lang="en-US" altLang="en-US" sz="10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a:extLst>
              <a:ext uri="{FF2B5EF4-FFF2-40B4-BE49-F238E27FC236}">
                <a16:creationId xmlns:a16="http://schemas.microsoft.com/office/drawing/2014/main" id="{95EE5B0F-0DC8-4A49-A52C-054843F05D4F}"/>
              </a:ext>
            </a:extLst>
          </p:cNvPr>
          <p:cNvSpPr>
            <a:spLocks noGrp="1" noChangeArrowheads="1"/>
          </p:cNvSpPr>
          <p:nvPr>
            <p:ph type="title"/>
          </p:nvPr>
        </p:nvSpPr>
        <p:spPr/>
        <p:txBody>
          <a:bodyPr/>
          <a:lstStyle/>
          <a:p>
            <a:pPr eaLnBrk="1" hangingPunct="1">
              <a:defRPr/>
            </a:pPr>
            <a:r>
              <a:rPr lang="en-AU"/>
              <a:t>X.509 Certificates</a:t>
            </a:r>
          </a:p>
        </p:txBody>
      </p:sp>
      <p:pic>
        <p:nvPicPr>
          <p:cNvPr id="15363" name="Picture 5" descr="Ch14. X.509 Formats.pdf                                        002F6F4DMacintosh HD                   B83AE914:">
            <a:extLst>
              <a:ext uri="{FF2B5EF4-FFF2-40B4-BE49-F238E27FC236}">
                <a16:creationId xmlns:a16="http://schemas.microsoft.com/office/drawing/2014/main" id="{2C873C19-91AD-4DE0-B134-F5EEF34014D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9265" b="19456"/>
          <a:stretch>
            <a:fillRect/>
          </a:stretch>
        </p:blipFill>
        <p:spPr bwMode="auto">
          <a:xfrm>
            <a:off x="609600" y="1752600"/>
            <a:ext cx="8043863" cy="4430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Slide Number Placeholder 5">
            <a:extLst>
              <a:ext uri="{FF2B5EF4-FFF2-40B4-BE49-F238E27FC236}">
                <a16:creationId xmlns:a16="http://schemas.microsoft.com/office/drawing/2014/main" id="{0C12C327-4FAD-48D1-B14D-1DB1D81461B4}"/>
              </a:ext>
            </a:extLst>
          </p:cNvPr>
          <p:cNvSpPr>
            <a:spLocks noGrp="1"/>
          </p:cNvSpPr>
          <p:nvPr>
            <p:ph type="sldNum" sz="quarter" idx="12"/>
          </p:nvPr>
        </p:nvSpPr>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6C8CBDDA-13A7-4FAC-B848-A1880EC0EE93}" type="slidenum">
              <a:rPr lang="en-US" altLang="en-US" sz="1000"/>
              <a:pPr eaLnBrk="1" hangingPunct="1"/>
              <a:t>13</a:t>
            </a:fld>
            <a:endParaRPr lang="en-US" altLang="en-US" sz="10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a:extLst>
              <a:ext uri="{FF2B5EF4-FFF2-40B4-BE49-F238E27FC236}">
                <a16:creationId xmlns:a16="http://schemas.microsoft.com/office/drawing/2014/main" id="{6ECE5D8C-1AF4-4B54-A1F5-B4C8C7E73DDC}"/>
              </a:ext>
            </a:extLst>
          </p:cNvPr>
          <p:cNvSpPr>
            <a:spLocks noGrp="1" noChangeArrowheads="1"/>
          </p:cNvSpPr>
          <p:nvPr>
            <p:ph type="title"/>
          </p:nvPr>
        </p:nvSpPr>
        <p:spPr/>
        <p:txBody>
          <a:bodyPr/>
          <a:lstStyle/>
          <a:p>
            <a:pPr eaLnBrk="1" hangingPunct="1">
              <a:defRPr/>
            </a:pPr>
            <a:r>
              <a:rPr lang="en-US"/>
              <a:t>Obtaining a </a:t>
            </a:r>
            <a:r>
              <a:rPr lang="en-AU"/>
              <a:t>Certificate </a:t>
            </a:r>
          </a:p>
        </p:txBody>
      </p:sp>
      <p:sp>
        <p:nvSpPr>
          <p:cNvPr id="61443" name="Rectangle 3">
            <a:extLst>
              <a:ext uri="{FF2B5EF4-FFF2-40B4-BE49-F238E27FC236}">
                <a16:creationId xmlns:a16="http://schemas.microsoft.com/office/drawing/2014/main" id="{637107EC-1C24-4FEA-97E6-EE6372585C58}"/>
              </a:ext>
            </a:extLst>
          </p:cNvPr>
          <p:cNvSpPr>
            <a:spLocks noGrp="1" noChangeArrowheads="1"/>
          </p:cNvSpPr>
          <p:nvPr>
            <p:ph type="body" idx="1"/>
          </p:nvPr>
        </p:nvSpPr>
        <p:spPr/>
        <p:txBody>
          <a:bodyPr/>
          <a:lstStyle/>
          <a:p>
            <a:pPr eaLnBrk="1" hangingPunct="1">
              <a:defRPr/>
            </a:pPr>
            <a:r>
              <a:rPr lang="en-AU"/>
              <a:t>any user with access to CA can get any certificate from it </a:t>
            </a:r>
          </a:p>
          <a:p>
            <a:pPr eaLnBrk="1" hangingPunct="1">
              <a:defRPr/>
            </a:pPr>
            <a:r>
              <a:rPr lang="en-AU"/>
              <a:t>only the CA can modify a certificate </a:t>
            </a:r>
          </a:p>
          <a:p>
            <a:pPr eaLnBrk="1" hangingPunct="1">
              <a:defRPr/>
            </a:pPr>
            <a:r>
              <a:rPr lang="en-AU"/>
              <a:t>because cannot be forged, certificates can be placed in a public directory </a:t>
            </a:r>
          </a:p>
        </p:txBody>
      </p:sp>
      <p:sp>
        <p:nvSpPr>
          <p:cNvPr id="6" name="Slide Number Placeholder 5">
            <a:extLst>
              <a:ext uri="{FF2B5EF4-FFF2-40B4-BE49-F238E27FC236}">
                <a16:creationId xmlns:a16="http://schemas.microsoft.com/office/drawing/2014/main" id="{0FDC568E-B924-43E0-8CAE-46953E0A35C9}"/>
              </a:ext>
            </a:extLst>
          </p:cNvPr>
          <p:cNvSpPr>
            <a:spLocks noGrp="1"/>
          </p:cNvSpPr>
          <p:nvPr>
            <p:ph type="sldNum" sz="quarter" idx="12"/>
          </p:nvPr>
        </p:nvSpPr>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A121FE47-C722-4E42-870C-8BD75A9E6466}" type="slidenum">
              <a:rPr lang="en-US" altLang="en-US" sz="1000"/>
              <a:pPr eaLnBrk="1" hangingPunct="1"/>
              <a:t>14</a:t>
            </a:fld>
            <a:endParaRPr lang="en-US" altLang="en-US" sz="10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a:extLst>
              <a:ext uri="{FF2B5EF4-FFF2-40B4-BE49-F238E27FC236}">
                <a16:creationId xmlns:a16="http://schemas.microsoft.com/office/drawing/2014/main" id="{7950138C-CBAE-42FB-8D6B-6E1D65FA3F69}"/>
              </a:ext>
            </a:extLst>
          </p:cNvPr>
          <p:cNvSpPr>
            <a:spLocks noGrp="1" noChangeArrowheads="1"/>
          </p:cNvSpPr>
          <p:nvPr>
            <p:ph type="title"/>
          </p:nvPr>
        </p:nvSpPr>
        <p:spPr/>
        <p:txBody>
          <a:bodyPr/>
          <a:lstStyle/>
          <a:p>
            <a:pPr eaLnBrk="1" hangingPunct="1">
              <a:defRPr/>
            </a:pPr>
            <a:r>
              <a:rPr lang="en-AU"/>
              <a:t>CA Hierarchy </a:t>
            </a:r>
          </a:p>
        </p:txBody>
      </p:sp>
      <p:sp>
        <p:nvSpPr>
          <p:cNvPr id="62467" name="Rectangle 3">
            <a:extLst>
              <a:ext uri="{FF2B5EF4-FFF2-40B4-BE49-F238E27FC236}">
                <a16:creationId xmlns:a16="http://schemas.microsoft.com/office/drawing/2014/main" id="{AC02A086-C789-49A0-80ED-34C76C947BB4}"/>
              </a:ext>
            </a:extLst>
          </p:cNvPr>
          <p:cNvSpPr>
            <a:spLocks noGrp="1" noChangeArrowheads="1"/>
          </p:cNvSpPr>
          <p:nvPr>
            <p:ph type="body" idx="1"/>
          </p:nvPr>
        </p:nvSpPr>
        <p:spPr/>
        <p:txBody>
          <a:bodyPr/>
          <a:lstStyle/>
          <a:p>
            <a:pPr eaLnBrk="1" hangingPunct="1">
              <a:lnSpc>
                <a:spcPct val="90000"/>
              </a:lnSpc>
              <a:defRPr/>
            </a:pPr>
            <a:r>
              <a:rPr lang="en-AU" sz="2800"/>
              <a:t>if both users share a common CA then they are assumed to know its public key </a:t>
            </a:r>
          </a:p>
          <a:p>
            <a:pPr eaLnBrk="1" hangingPunct="1">
              <a:lnSpc>
                <a:spcPct val="90000"/>
              </a:lnSpc>
              <a:defRPr/>
            </a:pPr>
            <a:r>
              <a:rPr lang="en-AU" sz="2800"/>
              <a:t>otherwise CA's must form a hierarchy </a:t>
            </a:r>
          </a:p>
          <a:p>
            <a:pPr eaLnBrk="1" hangingPunct="1">
              <a:lnSpc>
                <a:spcPct val="90000"/>
              </a:lnSpc>
              <a:defRPr/>
            </a:pPr>
            <a:r>
              <a:rPr lang="en-AU" sz="2800"/>
              <a:t>use certificates linking members of hierarchy to validate other CA's </a:t>
            </a:r>
          </a:p>
          <a:p>
            <a:pPr lvl="1" eaLnBrk="1" hangingPunct="1">
              <a:lnSpc>
                <a:spcPct val="90000"/>
              </a:lnSpc>
              <a:defRPr/>
            </a:pPr>
            <a:r>
              <a:rPr lang="en-AU" sz="2400"/>
              <a:t>each CA has certificates for clients (forward) and parent (backward) </a:t>
            </a:r>
          </a:p>
          <a:p>
            <a:pPr eaLnBrk="1" hangingPunct="1">
              <a:lnSpc>
                <a:spcPct val="90000"/>
              </a:lnSpc>
              <a:defRPr/>
            </a:pPr>
            <a:r>
              <a:rPr lang="en-AU" sz="2800"/>
              <a:t>each client trusts parents certificates </a:t>
            </a:r>
          </a:p>
          <a:p>
            <a:pPr eaLnBrk="1" hangingPunct="1">
              <a:lnSpc>
                <a:spcPct val="90000"/>
              </a:lnSpc>
              <a:defRPr/>
            </a:pPr>
            <a:r>
              <a:rPr lang="en-AU" sz="2800"/>
              <a:t>enable verification of any certificate from one CA by users of all other CAs in hierarchy </a:t>
            </a:r>
          </a:p>
        </p:txBody>
      </p:sp>
      <p:sp>
        <p:nvSpPr>
          <p:cNvPr id="6" name="Slide Number Placeholder 5">
            <a:extLst>
              <a:ext uri="{FF2B5EF4-FFF2-40B4-BE49-F238E27FC236}">
                <a16:creationId xmlns:a16="http://schemas.microsoft.com/office/drawing/2014/main" id="{BDFB7E20-71D5-4B9C-851F-B9E9F080F513}"/>
              </a:ext>
            </a:extLst>
          </p:cNvPr>
          <p:cNvSpPr>
            <a:spLocks noGrp="1"/>
          </p:cNvSpPr>
          <p:nvPr>
            <p:ph type="sldNum" sz="quarter" idx="12"/>
          </p:nvPr>
        </p:nvSpPr>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F868AF43-48E4-4E1E-A3D7-FAA7E45E4E72}" type="slidenum">
              <a:rPr lang="en-US" altLang="en-US" sz="1000"/>
              <a:pPr eaLnBrk="1" hangingPunct="1"/>
              <a:t>15</a:t>
            </a:fld>
            <a:endParaRPr lang="en-US" altLang="en-US" sz="10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a:extLst>
              <a:ext uri="{FF2B5EF4-FFF2-40B4-BE49-F238E27FC236}">
                <a16:creationId xmlns:a16="http://schemas.microsoft.com/office/drawing/2014/main" id="{D810DC05-80AE-49DF-8243-9B0308DC5E10}"/>
              </a:ext>
            </a:extLst>
          </p:cNvPr>
          <p:cNvSpPr>
            <a:spLocks noGrp="1" noChangeArrowheads="1"/>
          </p:cNvSpPr>
          <p:nvPr>
            <p:ph type="title"/>
          </p:nvPr>
        </p:nvSpPr>
        <p:spPr/>
        <p:txBody>
          <a:bodyPr/>
          <a:lstStyle/>
          <a:p>
            <a:pPr eaLnBrk="1" hangingPunct="1">
              <a:defRPr/>
            </a:pPr>
            <a:r>
              <a:rPr lang="en-AU"/>
              <a:t>CA Hierarchy Use</a:t>
            </a:r>
          </a:p>
        </p:txBody>
      </p:sp>
      <p:pic>
        <p:nvPicPr>
          <p:cNvPr id="18435" name="Picture 5" descr="Ch14. X.509 CA Hierarchy.pdf                                   002F6F4DMacintosh HD                   B83AE914:">
            <a:extLst>
              <a:ext uri="{FF2B5EF4-FFF2-40B4-BE49-F238E27FC236}">
                <a16:creationId xmlns:a16="http://schemas.microsoft.com/office/drawing/2014/main" id="{B9AB2DD9-7E58-4FD7-BCFA-46500131FFE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8949" b="21477"/>
          <a:stretch>
            <a:fillRect/>
          </a:stretch>
        </p:blipFill>
        <p:spPr bwMode="auto">
          <a:xfrm>
            <a:off x="1600200" y="1360488"/>
            <a:ext cx="5826125" cy="524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Slide Number Placeholder 5">
            <a:extLst>
              <a:ext uri="{FF2B5EF4-FFF2-40B4-BE49-F238E27FC236}">
                <a16:creationId xmlns:a16="http://schemas.microsoft.com/office/drawing/2014/main" id="{DE1A5A44-2E61-41C2-A810-7BE3158EEBC4}"/>
              </a:ext>
            </a:extLst>
          </p:cNvPr>
          <p:cNvSpPr>
            <a:spLocks noGrp="1"/>
          </p:cNvSpPr>
          <p:nvPr>
            <p:ph type="sldNum" sz="quarter" idx="12"/>
          </p:nvPr>
        </p:nvSpPr>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B9849BB7-EB78-4221-B492-49E1A480991C}" type="slidenum">
              <a:rPr lang="en-US" altLang="en-US" sz="1000"/>
              <a:pPr eaLnBrk="1" hangingPunct="1"/>
              <a:t>16</a:t>
            </a:fld>
            <a:endParaRPr lang="en-US" altLang="en-US" sz="10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a:extLst>
              <a:ext uri="{FF2B5EF4-FFF2-40B4-BE49-F238E27FC236}">
                <a16:creationId xmlns:a16="http://schemas.microsoft.com/office/drawing/2014/main" id="{668892B0-6592-42A9-B2A6-FEB353760267}"/>
              </a:ext>
            </a:extLst>
          </p:cNvPr>
          <p:cNvSpPr>
            <a:spLocks noGrp="1" noChangeArrowheads="1"/>
          </p:cNvSpPr>
          <p:nvPr>
            <p:ph type="title"/>
          </p:nvPr>
        </p:nvSpPr>
        <p:spPr/>
        <p:txBody>
          <a:bodyPr/>
          <a:lstStyle/>
          <a:p>
            <a:pPr eaLnBrk="1" hangingPunct="1">
              <a:defRPr/>
            </a:pPr>
            <a:r>
              <a:rPr lang="en-AU"/>
              <a:t>Certificate Revocation</a:t>
            </a:r>
          </a:p>
        </p:txBody>
      </p:sp>
      <p:sp>
        <p:nvSpPr>
          <p:cNvPr id="67587" name="Rectangle 3">
            <a:extLst>
              <a:ext uri="{FF2B5EF4-FFF2-40B4-BE49-F238E27FC236}">
                <a16:creationId xmlns:a16="http://schemas.microsoft.com/office/drawing/2014/main" id="{917274A0-BABC-4DE6-A9A7-ADA8812C4C16}"/>
              </a:ext>
            </a:extLst>
          </p:cNvPr>
          <p:cNvSpPr>
            <a:spLocks noGrp="1" noChangeArrowheads="1"/>
          </p:cNvSpPr>
          <p:nvPr>
            <p:ph type="body" idx="1"/>
          </p:nvPr>
        </p:nvSpPr>
        <p:spPr/>
        <p:txBody>
          <a:bodyPr/>
          <a:lstStyle/>
          <a:p>
            <a:pPr marL="609600" indent="-609600" eaLnBrk="1" hangingPunct="1">
              <a:defRPr/>
            </a:pPr>
            <a:r>
              <a:rPr lang="en-US" sz="2800"/>
              <a:t>certificates have a period of validity</a:t>
            </a:r>
          </a:p>
          <a:p>
            <a:pPr marL="609600" indent="-609600" eaLnBrk="1" hangingPunct="1">
              <a:defRPr/>
            </a:pPr>
            <a:r>
              <a:rPr lang="en-US" sz="2800"/>
              <a:t>may need to revoke before expiry, eg:</a:t>
            </a:r>
          </a:p>
          <a:p>
            <a:pPr marL="990600" lvl="1" indent="-533400" eaLnBrk="1" hangingPunct="1">
              <a:buFontTx/>
              <a:buAutoNum type="arabicPeriod"/>
              <a:defRPr/>
            </a:pPr>
            <a:r>
              <a:rPr lang="en-AU" sz="2400"/>
              <a:t>user's private key is compromised</a:t>
            </a:r>
          </a:p>
          <a:p>
            <a:pPr marL="990600" lvl="1" indent="-533400" eaLnBrk="1" hangingPunct="1">
              <a:buFontTx/>
              <a:buAutoNum type="arabicPeriod"/>
              <a:defRPr/>
            </a:pPr>
            <a:r>
              <a:rPr lang="en-AU" sz="2400"/>
              <a:t>user is no longer certified by this CA</a:t>
            </a:r>
          </a:p>
          <a:p>
            <a:pPr marL="990600" lvl="1" indent="-533400" eaLnBrk="1" hangingPunct="1">
              <a:buFontTx/>
              <a:buAutoNum type="arabicPeriod"/>
              <a:defRPr/>
            </a:pPr>
            <a:r>
              <a:rPr lang="en-AU" sz="2400"/>
              <a:t>CA's certificate is compromised</a:t>
            </a:r>
          </a:p>
          <a:p>
            <a:pPr marL="609600" indent="-609600" eaLnBrk="1" hangingPunct="1">
              <a:defRPr/>
            </a:pPr>
            <a:r>
              <a:rPr lang="en-US" sz="2800"/>
              <a:t>CA’s maintain list of revoked certificates</a:t>
            </a:r>
          </a:p>
          <a:p>
            <a:pPr marL="990600" lvl="1" indent="-533400" eaLnBrk="1" hangingPunct="1">
              <a:defRPr/>
            </a:pPr>
            <a:r>
              <a:rPr lang="en-US" sz="2400"/>
              <a:t>the Certificate Revocation List (CRL)</a:t>
            </a:r>
          </a:p>
          <a:p>
            <a:pPr marL="609600" indent="-609600" eaLnBrk="1" hangingPunct="1">
              <a:defRPr/>
            </a:pPr>
            <a:r>
              <a:rPr lang="en-US" sz="2800"/>
              <a:t>users should check certificates with CA’s CRL</a:t>
            </a:r>
            <a:endParaRPr lang="en-AU" sz="2800"/>
          </a:p>
          <a:p>
            <a:pPr marL="990600" lvl="1" indent="-533400" eaLnBrk="1" hangingPunct="1">
              <a:defRPr/>
            </a:pPr>
            <a:endParaRPr lang="en-AU" sz="2400"/>
          </a:p>
        </p:txBody>
      </p:sp>
      <p:sp>
        <p:nvSpPr>
          <p:cNvPr id="6" name="Slide Number Placeholder 5">
            <a:extLst>
              <a:ext uri="{FF2B5EF4-FFF2-40B4-BE49-F238E27FC236}">
                <a16:creationId xmlns:a16="http://schemas.microsoft.com/office/drawing/2014/main" id="{2B665A41-7E59-4D3B-899F-EC35EE3F91F4}"/>
              </a:ext>
            </a:extLst>
          </p:cNvPr>
          <p:cNvSpPr>
            <a:spLocks noGrp="1"/>
          </p:cNvSpPr>
          <p:nvPr>
            <p:ph type="sldNum" sz="quarter" idx="12"/>
          </p:nvPr>
        </p:nvSpPr>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0E82D1EB-BC09-4396-B32A-A5003BA379AE}" type="slidenum">
              <a:rPr lang="en-US" altLang="en-US" sz="1000"/>
              <a:pPr eaLnBrk="1" hangingPunct="1"/>
              <a:t>17</a:t>
            </a:fld>
            <a:endParaRPr lang="en-US" altLang="en-US" sz="10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a:extLst>
              <a:ext uri="{FF2B5EF4-FFF2-40B4-BE49-F238E27FC236}">
                <a16:creationId xmlns:a16="http://schemas.microsoft.com/office/drawing/2014/main" id="{CE85771F-9E24-4FB4-96B8-FD83F74D07C1}"/>
              </a:ext>
            </a:extLst>
          </p:cNvPr>
          <p:cNvSpPr>
            <a:spLocks noGrp="1" noChangeArrowheads="1"/>
          </p:cNvSpPr>
          <p:nvPr>
            <p:ph type="title"/>
          </p:nvPr>
        </p:nvSpPr>
        <p:spPr/>
        <p:txBody>
          <a:bodyPr/>
          <a:lstStyle/>
          <a:p>
            <a:pPr eaLnBrk="1" hangingPunct="1">
              <a:defRPr/>
            </a:pPr>
            <a:r>
              <a:rPr lang="en-AU"/>
              <a:t>Authentication Procedures</a:t>
            </a:r>
          </a:p>
        </p:txBody>
      </p:sp>
      <p:sp>
        <p:nvSpPr>
          <p:cNvPr id="68611" name="Rectangle 3">
            <a:extLst>
              <a:ext uri="{FF2B5EF4-FFF2-40B4-BE49-F238E27FC236}">
                <a16:creationId xmlns:a16="http://schemas.microsoft.com/office/drawing/2014/main" id="{2D6B54E4-4B05-4962-9EC5-5330EA980FBB}"/>
              </a:ext>
            </a:extLst>
          </p:cNvPr>
          <p:cNvSpPr>
            <a:spLocks noGrp="1" noChangeArrowheads="1"/>
          </p:cNvSpPr>
          <p:nvPr>
            <p:ph type="body" idx="1"/>
          </p:nvPr>
        </p:nvSpPr>
        <p:spPr/>
        <p:txBody>
          <a:bodyPr/>
          <a:lstStyle/>
          <a:p>
            <a:pPr eaLnBrk="1" hangingPunct="1">
              <a:defRPr/>
            </a:pPr>
            <a:r>
              <a:rPr lang="en-AU"/>
              <a:t>X.509 includes three alternative authentication procedures: </a:t>
            </a:r>
          </a:p>
          <a:p>
            <a:pPr eaLnBrk="1" hangingPunct="1">
              <a:defRPr/>
            </a:pPr>
            <a:r>
              <a:rPr lang="en-AU"/>
              <a:t>One-Way Authentication </a:t>
            </a:r>
          </a:p>
          <a:p>
            <a:pPr eaLnBrk="1" hangingPunct="1">
              <a:defRPr/>
            </a:pPr>
            <a:r>
              <a:rPr lang="en-AU"/>
              <a:t>Two-Way Authentication </a:t>
            </a:r>
          </a:p>
          <a:p>
            <a:pPr eaLnBrk="1" hangingPunct="1">
              <a:defRPr/>
            </a:pPr>
            <a:r>
              <a:rPr lang="en-AU"/>
              <a:t>Three-Way Authentication </a:t>
            </a:r>
          </a:p>
          <a:p>
            <a:pPr eaLnBrk="1" hangingPunct="1">
              <a:defRPr/>
            </a:pPr>
            <a:r>
              <a:rPr lang="en-US"/>
              <a:t>all use public-key signatures</a:t>
            </a:r>
            <a:endParaRPr lang="en-AU"/>
          </a:p>
        </p:txBody>
      </p:sp>
      <p:sp>
        <p:nvSpPr>
          <p:cNvPr id="6" name="Slide Number Placeholder 5">
            <a:extLst>
              <a:ext uri="{FF2B5EF4-FFF2-40B4-BE49-F238E27FC236}">
                <a16:creationId xmlns:a16="http://schemas.microsoft.com/office/drawing/2014/main" id="{27144167-0EC0-4417-8675-25225B63BD42}"/>
              </a:ext>
            </a:extLst>
          </p:cNvPr>
          <p:cNvSpPr>
            <a:spLocks noGrp="1"/>
          </p:cNvSpPr>
          <p:nvPr>
            <p:ph type="sldNum" sz="quarter" idx="12"/>
          </p:nvPr>
        </p:nvSpPr>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C59AB50A-5447-4760-BB8D-42921E1E13B5}" type="slidenum">
              <a:rPr lang="en-US" altLang="en-US" sz="1000"/>
              <a:pPr eaLnBrk="1" hangingPunct="1"/>
              <a:t>18</a:t>
            </a:fld>
            <a:endParaRPr lang="en-US" altLang="en-US" sz="10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a:extLst>
              <a:ext uri="{FF2B5EF4-FFF2-40B4-BE49-F238E27FC236}">
                <a16:creationId xmlns:a16="http://schemas.microsoft.com/office/drawing/2014/main" id="{8A0916C6-73A5-4BEE-B155-3DFC10C919D5}"/>
              </a:ext>
            </a:extLst>
          </p:cNvPr>
          <p:cNvSpPr>
            <a:spLocks noGrp="1" noChangeArrowheads="1"/>
          </p:cNvSpPr>
          <p:nvPr>
            <p:ph type="title"/>
          </p:nvPr>
        </p:nvSpPr>
        <p:spPr/>
        <p:txBody>
          <a:bodyPr/>
          <a:lstStyle/>
          <a:p>
            <a:pPr eaLnBrk="1" hangingPunct="1">
              <a:defRPr/>
            </a:pPr>
            <a:r>
              <a:rPr lang="en-AU"/>
              <a:t>One-Way Authentication</a:t>
            </a:r>
          </a:p>
        </p:txBody>
      </p:sp>
      <p:sp>
        <p:nvSpPr>
          <p:cNvPr id="70659" name="Rectangle 3">
            <a:extLst>
              <a:ext uri="{FF2B5EF4-FFF2-40B4-BE49-F238E27FC236}">
                <a16:creationId xmlns:a16="http://schemas.microsoft.com/office/drawing/2014/main" id="{BB388115-A5E1-49AD-81E6-45B4C3F7A3B0}"/>
              </a:ext>
            </a:extLst>
          </p:cNvPr>
          <p:cNvSpPr>
            <a:spLocks noGrp="1" noChangeArrowheads="1"/>
          </p:cNvSpPr>
          <p:nvPr>
            <p:ph type="body" idx="1"/>
          </p:nvPr>
        </p:nvSpPr>
        <p:spPr/>
        <p:txBody>
          <a:bodyPr/>
          <a:lstStyle/>
          <a:p>
            <a:pPr eaLnBrk="1" hangingPunct="1">
              <a:defRPr/>
            </a:pPr>
            <a:r>
              <a:rPr lang="en-AU"/>
              <a:t>1 message ( A-&gt;B) used to establish </a:t>
            </a:r>
          </a:p>
          <a:p>
            <a:pPr lvl="1" eaLnBrk="1" hangingPunct="1">
              <a:defRPr/>
            </a:pPr>
            <a:r>
              <a:rPr lang="en-AU"/>
              <a:t>the identity of A and that message is from A </a:t>
            </a:r>
          </a:p>
          <a:p>
            <a:pPr lvl="1" eaLnBrk="1" hangingPunct="1">
              <a:defRPr/>
            </a:pPr>
            <a:r>
              <a:rPr lang="en-AU"/>
              <a:t>message was intended for B </a:t>
            </a:r>
          </a:p>
          <a:p>
            <a:pPr lvl="1" eaLnBrk="1" hangingPunct="1">
              <a:defRPr/>
            </a:pPr>
            <a:r>
              <a:rPr lang="en-AU"/>
              <a:t>integrity &amp; originality of message </a:t>
            </a:r>
          </a:p>
          <a:p>
            <a:pPr eaLnBrk="1" hangingPunct="1">
              <a:defRPr/>
            </a:pPr>
            <a:r>
              <a:rPr lang="en-AU"/>
              <a:t>message must include timestamp, nonce, B's identity and is signed by A</a:t>
            </a:r>
          </a:p>
          <a:p>
            <a:pPr eaLnBrk="1" hangingPunct="1">
              <a:defRPr/>
            </a:pPr>
            <a:r>
              <a:rPr lang="en-AU"/>
              <a:t>may include additional info for B</a:t>
            </a:r>
          </a:p>
          <a:p>
            <a:pPr lvl="1" eaLnBrk="1" hangingPunct="1">
              <a:defRPr/>
            </a:pPr>
            <a:r>
              <a:rPr lang="en-AU"/>
              <a:t>eg session key </a:t>
            </a:r>
          </a:p>
        </p:txBody>
      </p:sp>
      <p:sp>
        <p:nvSpPr>
          <p:cNvPr id="6" name="Slide Number Placeholder 5">
            <a:extLst>
              <a:ext uri="{FF2B5EF4-FFF2-40B4-BE49-F238E27FC236}">
                <a16:creationId xmlns:a16="http://schemas.microsoft.com/office/drawing/2014/main" id="{4606C792-1DC7-47E3-BB57-446CD4470622}"/>
              </a:ext>
            </a:extLst>
          </p:cNvPr>
          <p:cNvSpPr>
            <a:spLocks noGrp="1"/>
          </p:cNvSpPr>
          <p:nvPr>
            <p:ph type="sldNum" sz="quarter" idx="12"/>
          </p:nvPr>
        </p:nvSpPr>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8481A539-270D-49E1-A787-DD3FA85CB3E8}" type="slidenum">
              <a:rPr lang="en-US" altLang="en-US" sz="1000"/>
              <a:pPr eaLnBrk="1" hangingPunct="1"/>
              <a:t>19</a:t>
            </a:fld>
            <a:endParaRPr lang="en-US" altLang="en-US" sz="10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a:extLst>
              <a:ext uri="{FF2B5EF4-FFF2-40B4-BE49-F238E27FC236}">
                <a16:creationId xmlns:a16="http://schemas.microsoft.com/office/drawing/2014/main" id="{4DDE00E7-C1A4-40BC-AAFF-980C6644595A}"/>
              </a:ext>
            </a:extLst>
          </p:cNvPr>
          <p:cNvSpPr>
            <a:spLocks noGrp="1" noChangeArrowheads="1"/>
          </p:cNvSpPr>
          <p:nvPr>
            <p:ph type="title"/>
          </p:nvPr>
        </p:nvSpPr>
        <p:spPr/>
        <p:txBody>
          <a:bodyPr/>
          <a:lstStyle/>
          <a:p>
            <a:pPr eaLnBrk="1" hangingPunct="1">
              <a:defRPr/>
            </a:pPr>
            <a:r>
              <a:rPr lang="en-AU"/>
              <a:t>Two-Way Authentication</a:t>
            </a:r>
          </a:p>
        </p:txBody>
      </p:sp>
      <p:sp>
        <p:nvSpPr>
          <p:cNvPr id="71683" name="Rectangle 3">
            <a:extLst>
              <a:ext uri="{FF2B5EF4-FFF2-40B4-BE49-F238E27FC236}">
                <a16:creationId xmlns:a16="http://schemas.microsoft.com/office/drawing/2014/main" id="{02B7477A-4031-42CD-8362-510EAA4118D8}"/>
              </a:ext>
            </a:extLst>
          </p:cNvPr>
          <p:cNvSpPr>
            <a:spLocks noGrp="1" noChangeArrowheads="1"/>
          </p:cNvSpPr>
          <p:nvPr>
            <p:ph type="body" idx="1"/>
          </p:nvPr>
        </p:nvSpPr>
        <p:spPr/>
        <p:txBody>
          <a:bodyPr/>
          <a:lstStyle/>
          <a:p>
            <a:pPr eaLnBrk="1" hangingPunct="1">
              <a:lnSpc>
                <a:spcPct val="90000"/>
              </a:lnSpc>
              <a:defRPr/>
            </a:pPr>
            <a:r>
              <a:rPr lang="en-AU"/>
              <a:t>2 messages (A-&gt;B, B-&gt;A) which also establishes in addition:</a:t>
            </a:r>
          </a:p>
          <a:p>
            <a:pPr lvl="1" eaLnBrk="1" hangingPunct="1">
              <a:lnSpc>
                <a:spcPct val="90000"/>
              </a:lnSpc>
              <a:defRPr/>
            </a:pPr>
            <a:r>
              <a:rPr lang="en-AU"/>
              <a:t>the identity of B and that reply is from B </a:t>
            </a:r>
          </a:p>
          <a:p>
            <a:pPr lvl="1" eaLnBrk="1" hangingPunct="1">
              <a:lnSpc>
                <a:spcPct val="90000"/>
              </a:lnSpc>
              <a:defRPr/>
            </a:pPr>
            <a:r>
              <a:rPr lang="en-AU"/>
              <a:t>that reply is intended for A </a:t>
            </a:r>
          </a:p>
          <a:p>
            <a:pPr lvl="1" eaLnBrk="1" hangingPunct="1">
              <a:lnSpc>
                <a:spcPct val="90000"/>
              </a:lnSpc>
              <a:defRPr/>
            </a:pPr>
            <a:r>
              <a:rPr lang="en-AU"/>
              <a:t>integrity &amp; originality of reply </a:t>
            </a:r>
          </a:p>
          <a:p>
            <a:pPr eaLnBrk="1" hangingPunct="1">
              <a:lnSpc>
                <a:spcPct val="90000"/>
              </a:lnSpc>
              <a:defRPr/>
            </a:pPr>
            <a:r>
              <a:rPr lang="en-AU"/>
              <a:t>reply includes original nonce from A, also timestamp and nonce from B</a:t>
            </a:r>
          </a:p>
          <a:p>
            <a:pPr eaLnBrk="1" hangingPunct="1">
              <a:lnSpc>
                <a:spcPct val="90000"/>
              </a:lnSpc>
              <a:defRPr/>
            </a:pPr>
            <a:r>
              <a:rPr lang="en-AU"/>
              <a:t>may include additional info for A</a:t>
            </a:r>
          </a:p>
          <a:p>
            <a:pPr eaLnBrk="1" hangingPunct="1">
              <a:lnSpc>
                <a:spcPct val="90000"/>
              </a:lnSpc>
              <a:defRPr/>
            </a:pPr>
            <a:endParaRPr lang="en-AU"/>
          </a:p>
        </p:txBody>
      </p:sp>
      <p:sp>
        <p:nvSpPr>
          <p:cNvPr id="6" name="Slide Number Placeholder 5">
            <a:extLst>
              <a:ext uri="{FF2B5EF4-FFF2-40B4-BE49-F238E27FC236}">
                <a16:creationId xmlns:a16="http://schemas.microsoft.com/office/drawing/2014/main" id="{CDB54AAB-5182-4234-8A74-678B9C984344}"/>
              </a:ext>
            </a:extLst>
          </p:cNvPr>
          <p:cNvSpPr>
            <a:spLocks noGrp="1"/>
          </p:cNvSpPr>
          <p:nvPr>
            <p:ph type="sldNum" sz="quarter" idx="12"/>
          </p:nvPr>
        </p:nvSpPr>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93DEE748-B376-4A78-8589-C3416C1203E0}" type="slidenum">
              <a:rPr lang="en-US" altLang="en-US" sz="1000"/>
              <a:pPr eaLnBrk="1" hangingPunct="1"/>
              <a:t>20</a:t>
            </a:fld>
            <a:endParaRPr lang="en-US" altLang="en-US" sz="100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a:extLst>
              <a:ext uri="{FF2B5EF4-FFF2-40B4-BE49-F238E27FC236}">
                <a16:creationId xmlns:a16="http://schemas.microsoft.com/office/drawing/2014/main" id="{BA504F91-7726-4191-A3AF-B3BC384AEAC2}"/>
              </a:ext>
            </a:extLst>
          </p:cNvPr>
          <p:cNvSpPr>
            <a:spLocks noGrp="1" noChangeArrowheads="1"/>
          </p:cNvSpPr>
          <p:nvPr>
            <p:ph type="title"/>
          </p:nvPr>
        </p:nvSpPr>
        <p:spPr/>
        <p:txBody>
          <a:bodyPr/>
          <a:lstStyle/>
          <a:p>
            <a:pPr eaLnBrk="1" hangingPunct="1">
              <a:defRPr/>
            </a:pPr>
            <a:r>
              <a:rPr lang="en-AU"/>
              <a:t>Three-Way Authentication</a:t>
            </a:r>
          </a:p>
        </p:txBody>
      </p:sp>
      <p:sp>
        <p:nvSpPr>
          <p:cNvPr id="72707" name="Rectangle 3">
            <a:extLst>
              <a:ext uri="{FF2B5EF4-FFF2-40B4-BE49-F238E27FC236}">
                <a16:creationId xmlns:a16="http://schemas.microsoft.com/office/drawing/2014/main" id="{B8A3FFEF-08FF-4173-92EC-00D391CC3A2B}"/>
              </a:ext>
            </a:extLst>
          </p:cNvPr>
          <p:cNvSpPr>
            <a:spLocks noGrp="1" noChangeArrowheads="1"/>
          </p:cNvSpPr>
          <p:nvPr>
            <p:ph type="body" idx="1"/>
          </p:nvPr>
        </p:nvSpPr>
        <p:spPr/>
        <p:txBody>
          <a:bodyPr/>
          <a:lstStyle/>
          <a:p>
            <a:pPr eaLnBrk="1" hangingPunct="1">
              <a:defRPr/>
            </a:pPr>
            <a:r>
              <a:rPr lang="en-AU"/>
              <a:t>3 messages (A-&gt;B, B-&gt;A, A-&gt;B) which enables above authentication without synchronized clocks </a:t>
            </a:r>
          </a:p>
          <a:p>
            <a:pPr eaLnBrk="1" hangingPunct="1">
              <a:defRPr/>
            </a:pPr>
            <a:r>
              <a:rPr lang="en-AU"/>
              <a:t>has reply from A back to B containing signed copy of nonce from B </a:t>
            </a:r>
          </a:p>
          <a:p>
            <a:pPr eaLnBrk="1" hangingPunct="1">
              <a:defRPr/>
            </a:pPr>
            <a:r>
              <a:rPr lang="en-AU"/>
              <a:t>means that timestamps need not be checked or relied upon </a:t>
            </a:r>
          </a:p>
        </p:txBody>
      </p:sp>
      <p:sp>
        <p:nvSpPr>
          <p:cNvPr id="6" name="Slide Number Placeholder 5">
            <a:extLst>
              <a:ext uri="{FF2B5EF4-FFF2-40B4-BE49-F238E27FC236}">
                <a16:creationId xmlns:a16="http://schemas.microsoft.com/office/drawing/2014/main" id="{2D9B8012-412B-43A7-A482-DE4A4148023A}"/>
              </a:ext>
            </a:extLst>
          </p:cNvPr>
          <p:cNvSpPr>
            <a:spLocks noGrp="1"/>
          </p:cNvSpPr>
          <p:nvPr>
            <p:ph type="sldNum" sz="quarter" idx="12"/>
          </p:nvPr>
        </p:nvSpPr>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8F7876E6-C760-4497-9BB0-2794411F5733}" type="slidenum">
              <a:rPr lang="en-US" altLang="en-US" sz="1000"/>
              <a:pPr eaLnBrk="1" hangingPunct="1"/>
              <a:t>21</a:t>
            </a:fld>
            <a:endParaRPr lang="en-US" altLang="en-US" sz="100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a:extLst>
              <a:ext uri="{FF2B5EF4-FFF2-40B4-BE49-F238E27FC236}">
                <a16:creationId xmlns:a16="http://schemas.microsoft.com/office/drawing/2014/main" id="{F794B573-4991-47B0-B105-78C4D8FC9D11}"/>
              </a:ext>
            </a:extLst>
          </p:cNvPr>
          <p:cNvSpPr>
            <a:spLocks noGrp="1" noChangeArrowheads="1"/>
          </p:cNvSpPr>
          <p:nvPr>
            <p:ph type="title"/>
          </p:nvPr>
        </p:nvSpPr>
        <p:spPr/>
        <p:txBody>
          <a:bodyPr/>
          <a:lstStyle/>
          <a:p>
            <a:pPr eaLnBrk="1" hangingPunct="1">
              <a:defRPr/>
            </a:pPr>
            <a:r>
              <a:rPr lang="en-US"/>
              <a:t>X.509 Version 3</a:t>
            </a:r>
            <a:endParaRPr lang="en-AU"/>
          </a:p>
        </p:txBody>
      </p:sp>
      <p:sp>
        <p:nvSpPr>
          <p:cNvPr id="73731" name="Rectangle 3">
            <a:extLst>
              <a:ext uri="{FF2B5EF4-FFF2-40B4-BE49-F238E27FC236}">
                <a16:creationId xmlns:a16="http://schemas.microsoft.com/office/drawing/2014/main" id="{4341E28D-F309-403A-B6E1-9C2339CA0DAB}"/>
              </a:ext>
            </a:extLst>
          </p:cNvPr>
          <p:cNvSpPr>
            <a:spLocks noGrp="1" noChangeArrowheads="1"/>
          </p:cNvSpPr>
          <p:nvPr>
            <p:ph type="body" idx="1"/>
          </p:nvPr>
        </p:nvSpPr>
        <p:spPr/>
        <p:txBody>
          <a:bodyPr/>
          <a:lstStyle/>
          <a:p>
            <a:pPr eaLnBrk="1" hangingPunct="1">
              <a:lnSpc>
                <a:spcPct val="90000"/>
              </a:lnSpc>
              <a:defRPr/>
            </a:pPr>
            <a:r>
              <a:rPr lang="en-AU"/>
              <a:t>has been recognised that additional information is needed in a certificate </a:t>
            </a:r>
          </a:p>
          <a:p>
            <a:pPr lvl="1" eaLnBrk="1" hangingPunct="1">
              <a:lnSpc>
                <a:spcPct val="90000"/>
              </a:lnSpc>
              <a:defRPr/>
            </a:pPr>
            <a:r>
              <a:rPr lang="en-AU"/>
              <a:t>email/URL, policy details, usage constraints</a:t>
            </a:r>
          </a:p>
          <a:p>
            <a:pPr eaLnBrk="1" hangingPunct="1">
              <a:lnSpc>
                <a:spcPct val="90000"/>
              </a:lnSpc>
              <a:defRPr/>
            </a:pPr>
            <a:r>
              <a:rPr lang="en-AU"/>
              <a:t>rather than explicitly naming new fields defined a general extension method</a:t>
            </a:r>
          </a:p>
          <a:p>
            <a:pPr eaLnBrk="1" hangingPunct="1">
              <a:lnSpc>
                <a:spcPct val="90000"/>
              </a:lnSpc>
              <a:defRPr/>
            </a:pPr>
            <a:r>
              <a:rPr lang="en-US"/>
              <a:t>extensions consist of:</a:t>
            </a:r>
          </a:p>
          <a:p>
            <a:pPr lvl="1" eaLnBrk="1" hangingPunct="1">
              <a:lnSpc>
                <a:spcPct val="90000"/>
              </a:lnSpc>
              <a:defRPr/>
            </a:pPr>
            <a:r>
              <a:rPr lang="en-US"/>
              <a:t>extension identifier</a:t>
            </a:r>
          </a:p>
          <a:p>
            <a:pPr lvl="1" eaLnBrk="1" hangingPunct="1">
              <a:lnSpc>
                <a:spcPct val="90000"/>
              </a:lnSpc>
              <a:defRPr/>
            </a:pPr>
            <a:r>
              <a:rPr lang="en-US"/>
              <a:t>criticality indicator</a:t>
            </a:r>
          </a:p>
          <a:p>
            <a:pPr lvl="1" eaLnBrk="1" hangingPunct="1">
              <a:lnSpc>
                <a:spcPct val="90000"/>
              </a:lnSpc>
              <a:defRPr/>
            </a:pPr>
            <a:r>
              <a:rPr lang="en-US"/>
              <a:t>extension value</a:t>
            </a:r>
            <a:endParaRPr lang="en-AU"/>
          </a:p>
        </p:txBody>
      </p:sp>
      <p:sp>
        <p:nvSpPr>
          <p:cNvPr id="6" name="Slide Number Placeholder 5">
            <a:extLst>
              <a:ext uri="{FF2B5EF4-FFF2-40B4-BE49-F238E27FC236}">
                <a16:creationId xmlns:a16="http://schemas.microsoft.com/office/drawing/2014/main" id="{D488E5F7-3431-4E0A-8B8E-E3C6331E7CF6}"/>
              </a:ext>
            </a:extLst>
          </p:cNvPr>
          <p:cNvSpPr>
            <a:spLocks noGrp="1"/>
          </p:cNvSpPr>
          <p:nvPr>
            <p:ph type="sldNum" sz="quarter" idx="12"/>
          </p:nvPr>
        </p:nvSpPr>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2DBC703A-432B-4915-907D-8E3DD955D5CA}" type="slidenum">
              <a:rPr lang="en-US" altLang="en-US" sz="1000"/>
              <a:pPr eaLnBrk="1" hangingPunct="1"/>
              <a:t>22</a:t>
            </a:fld>
            <a:endParaRPr lang="en-US" altLang="en-US" sz="100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a:extLst>
              <a:ext uri="{FF2B5EF4-FFF2-40B4-BE49-F238E27FC236}">
                <a16:creationId xmlns:a16="http://schemas.microsoft.com/office/drawing/2014/main" id="{BE09EB62-A4B4-44E8-B5B7-7ECB611CC962}"/>
              </a:ext>
            </a:extLst>
          </p:cNvPr>
          <p:cNvSpPr>
            <a:spLocks noGrp="1" noChangeArrowheads="1"/>
          </p:cNvSpPr>
          <p:nvPr>
            <p:ph type="title"/>
          </p:nvPr>
        </p:nvSpPr>
        <p:spPr/>
        <p:txBody>
          <a:bodyPr/>
          <a:lstStyle/>
          <a:p>
            <a:pPr eaLnBrk="1" hangingPunct="1">
              <a:defRPr/>
            </a:pPr>
            <a:r>
              <a:rPr lang="en-AU"/>
              <a:t>Certificate Extensions</a:t>
            </a:r>
          </a:p>
        </p:txBody>
      </p:sp>
      <p:sp>
        <p:nvSpPr>
          <p:cNvPr id="74755" name="Rectangle 3">
            <a:extLst>
              <a:ext uri="{FF2B5EF4-FFF2-40B4-BE49-F238E27FC236}">
                <a16:creationId xmlns:a16="http://schemas.microsoft.com/office/drawing/2014/main" id="{11D4463E-DAF6-405C-B8A9-1061222B52B2}"/>
              </a:ext>
            </a:extLst>
          </p:cNvPr>
          <p:cNvSpPr>
            <a:spLocks noGrp="1" noChangeArrowheads="1"/>
          </p:cNvSpPr>
          <p:nvPr>
            <p:ph type="body" idx="1"/>
          </p:nvPr>
        </p:nvSpPr>
        <p:spPr/>
        <p:txBody>
          <a:bodyPr/>
          <a:lstStyle/>
          <a:p>
            <a:pPr eaLnBrk="1" hangingPunct="1">
              <a:lnSpc>
                <a:spcPct val="90000"/>
              </a:lnSpc>
              <a:defRPr/>
            </a:pPr>
            <a:r>
              <a:rPr lang="en-US"/>
              <a:t>key and policy information</a:t>
            </a:r>
          </a:p>
          <a:p>
            <a:pPr lvl="1" eaLnBrk="1" hangingPunct="1">
              <a:lnSpc>
                <a:spcPct val="90000"/>
              </a:lnSpc>
              <a:defRPr/>
            </a:pPr>
            <a:r>
              <a:rPr lang="en-US"/>
              <a:t>convey info about subject &amp; issuer keys, plus indicators of certificate policy</a:t>
            </a:r>
          </a:p>
          <a:p>
            <a:pPr eaLnBrk="1" hangingPunct="1">
              <a:lnSpc>
                <a:spcPct val="90000"/>
              </a:lnSpc>
              <a:defRPr/>
            </a:pPr>
            <a:r>
              <a:rPr lang="en-US"/>
              <a:t>certificate subject and issuer attributes</a:t>
            </a:r>
          </a:p>
          <a:p>
            <a:pPr lvl="1" eaLnBrk="1" hangingPunct="1">
              <a:lnSpc>
                <a:spcPct val="90000"/>
              </a:lnSpc>
              <a:defRPr/>
            </a:pPr>
            <a:r>
              <a:rPr lang="en-US"/>
              <a:t>support alternative names, in alternative formats for certificate subject and/or issuer</a:t>
            </a:r>
          </a:p>
          <a:p>
            <a:pPr eaLnBrk="1" hangingPunct="1">
              <a:lnSpc>
                <a:spcPct val="90000"/>
              </a:lnSpc>
              <a:defRPr/>
            </a:pPr>
            <a:r>
              <a:rPr lang="en-US"/>
              <a:t>certificate path constraints</a:t>
            </a:r>
          </a:p>
          <a:p>
            <a:pPr lvl="1" eaLnBrk="1" hangingPunct="1">
              <a:lnSpc>
                <a:spcPct val="90000"/>
              </a:lnSpc>
              <a:defRPr/>
            </a:pPr>
            <a:r>
              <a:rPr lang="en-US"/>
              <a:t>allow constraints on use of certificates by other CA’s</a:t>
            </a:r>
            <a:endParaRPr lang="en-AU"/>
          </a:p>
        </p:txBody>
      </p:sp>
      <p:sp>
        <p:nvSpPr>
          <p:cNvPr id="6" name="Slide Number Placeholder 5">
            <a:extLst>
              <a:ext uri="{FF2B5EF4-FFF2-40B4-BE49-F238E27FC236}">
                <a16:creationId xmlns:a16="http://schemas.microsoft.com/office/drawing/2014/main" id="{6DBB69E4-B844-4156-98AE-9CBF3A14501E}"/>
              </a:ext>
            </a:extLst>
          </p:cNvPr>
          <p:cNvSpPr>
            <a:spLocks noGrp="1"/>
          </p:cNvSpPr>
          <p:nvPr>
            <p:ph type="sldNum" sz="quarter" idx="12"/>
          </p:nvPr>
        </p:nvSpPr>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6B72C40C-95A9-4E72-8160-84B360C735E2}" type="slidenum">
              <a:rPr lang="en-US" altLang="en-US" sz="1000"/>
              <a:pPr eaLnBrk="1" hangingPunct="1"/>
              <a:t>23</a:t>
            </a:fld>
            <a:endParaRPr lang="en-US" altLang="en-US" sz="100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a:extLst>
              <a:ext uri="{FF2B5EF4-FFF2-40B4-BE49-F238E27FC236}">
                <a16:creationId xmlns:a16="http://schemas.microsoft.com/office/drawing/2014/main" id="{552883E2-970E-43F2-9A15-2BD69C952A91}"/>
              </a:ext>
            </a:extLst>
          </p:cNvPr>
          <p:cNvSpPr>
            <a:spLocks noGrp="1" noChangeArrowheads="1"/>
          </p:cNvSpPr>
          <p:nvPr>
            <p:ph type="title"/>
          </p:nvPr>
        </p:nvSpPr>
        <p:spPr/>
        <p:txBody>
          <a:bodyPr/>
          <a:lstStyle/>
          <a:p>
            <a:pPr eaLnBrk="1" hangingPunct="1">
              <a:defRPr/>
            </a:pPr>
            <a:r>
              <a:rPr lang="en-AU"/>
              <a:t>Public Key Infrastructure</a:t>
            </a:r>
          </a:p>
        </p:txBody>
      </p:sp>
      <p:pic>
        <p:nvPicPr>
          <p:cNvPr id="26627" name="Picture 5" descr="&#10;Ch14. PKI.pdf                                                  002F6F4DMacintosh HD                   B83AE914:">
            <a:extLst>
              <a:ext uri="{FF2B5EF4-FFF2-40B4-BE49-F238E27FC236}">
                <a16:creationId xmlns:a16="http://schemas.microsoft.com/office/drawing/2014/main" id="{F3A51EC5-622B-4A42-94C1-8759D14E1DC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25056" b="25056"/>
          <a:stretch>
            <a:fillRect/>
          </a:stretch>
        </p:blipFill>
        <p:spPr bwMode="auto">
          <a:xfrm>
            <a:off x="685800" y="1447800"/>
            <a:ext cx="7772400" cy="5016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Slide Number Placeholder 5">
            <a:extLst>
              <a:ext uri="{FF2B5EF4-FFF2-40B4-BE49-F238E27FC236}">
                <a16:creationId xmlns:a16="http://schemas.microsoft.com/office/drawing/2014/main" id="{93371A68-30B2-4A2F-9B91-2BB2CA340F61}"/>
              </a:ext>
            </a:extLst>
          </p:cNvPr>
          <p:cNvSpPr>
            <a:spLocks noGrp="1"/>
          </p:cNvSpPr>
          <p:nvPr>
            <p:ph type="sldNum" sz="quarter" idx="12"/>
          </p:nvPr>
        </p:nvSpPr>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B2922976-56CA-4DD5-93BB-7388CFB8F2CA}" type="slidenum">
              <a:rPr lang="en-US" altLang="en-US" sz="1000"/>
              <a:pPr eaLnBrk="1" hangingPunct="1"/>
              <a:t>24</a:t>
            </a:fld>
            <a:endParaRPr lang="en-US" altLang="en-US" sz="100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a:extLst>
              <a:ext uri="{FF2B5EF4-FFF2-40B4-BE49-F238E27FC236}">
                <a16:creationId xmlns:a16="http://schemas.microsoft.com/office/drawing/2014/main" id="{48435CCF-F10C-48F3-91F3-AB074212B118}"/>
              </a:ext>
            </a:extLst>
          </p:cNvPr>
          <p:cNvSpPr txBox="1">
            <a:spLocks noChangeArrowheads="1"/>
          </p:cNvSpPr>
          <p:nvPr/>
        </p:nvSpPr>
        <p:spPr bwMode="black">
          <a:xfrm>
            <a:off x="539552" y="2420888"/>
            <a:ext cx="8229600" cy="1139825"/>
          </a:xfrm>
          <a:prstGeom prst="rect">
            <a:avLst/>
          </a:prstGeom>
          <a:noFill/>
          <a:ln w="9525">
            <a:noFill/>
            <a:miter lim="800000"/>
            <a:headEnd/>
            <a:tailEnd/>
          </a:ln>
          <a:effectLst/>
        </p:spPr>
        <p:txBody>
          <a:bodyPr anchor="b" anchorCtr="1"/>
          <a:lstStyle/>
          <a:p>
            <a:pPr algn="ctr">
              <a:defRPr/>
            </a:pPr>
            <a:r>
              <a:rPr lang="en-AU" sz="4000" b="1" kern="0" dirty="0">
                <a:solidFill>
                  <a:schemeClr val="tx2"/>
                </a:solidFill>
                <a:effectLst>
                  <a:outerShdw blurRad="38100" dist="38100" dir="2700000" algn="tl">
                    <a:srgbClr val="000000"/>
                  </a:outerShdw>
                </a:effectLst>
                <a:latin typeface="+mj-lt"/>
                <a:ea typeface="+mj-ea"/>
                <a:cs typeface="+mj-cs"/>
              </a:rPr>
              <a:t>Electronic Mail Security</a:t>
            </a:r>
          </a:p>
        </p:txBody>
      </p:sp>
      <p:sp>
        <p:nvSpPr>
          <p:cNvPr id="8" name="Slide Number Placeholder 7">
            <a:extLst>
              <a:ext uri="{FF2B5EF4-FFF2-40B4-BE49-F238E27FC236}">
                <a16:creationId xmlns:a16="http://schemas.microsoft.com/office/drawing/2014/main" id="{A4DB606C-E4F8-4FE7-89AE-5BD2E1214F89}"/>
              </a:ext>
            </a:extLst>
          </p:cNvPr>
          <p:cNvSpPr>
            <a:spLocks noGrp="1"/>
          </p:cNvSpPr>
          <p:nvPr>
            <p:ph type="sldNum" sz="quarter" idx="12"/>
          </p:nvPr>
        </p:nvSpPr>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8C3936DE-9A98-4FC1-9090-48FCA98F3BB5}" type="slidenum">
              <a:rPr lang="en-US" altLang="en-US" sz="1000"/>
              <a:pPr eaLnBrk="1" hangingPunct="1"/>
              <a:t>25</a:t>
            </a:fld>
            <a:endParaRPr lang="en-US" altLang="en-US" sz="100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2F5A41D1-2C6E-476E-831D-4F160BC4C780}"/>
              </a:ext>
            </a:extLst>
          </p:cNvPr>
          <p:cNvSpPr>
            <a:spLocks noGrp="1" noChangeArrowheads="1"/>
          </p:cNvSpPr>
          <p:nvPr>
            <p:ph type="title"/>
          </p:nvPr>
        </p:nvSpPr>
        <p:spPr/>
        <p:txBody>
          <a:bodyPr/>
          <a:lstStyle/>
          <a:p>
            <a:pPr eaLnBrk="1" hangingPunct="1">
              <a:defRPr/>
            </a:pPr>
            <a:r>
              <a:rPr lang="en-AU"/>
              <a:t>Email Security</a:t>
            </a:r>
          </a:p>
        </p:txBody>
      </p:sp>
      <p:sp>
        <p:nvSpPr>
          <p:cNvPr id="46083" name="Rectangle 3">
            <a:extLst>
              <a:ext uri="{FF2B5EF4-FFF2-40B4-BE49-F238E27FC236}">
                <a16:creationId xmlns:a16="http://schemas.microsoft.com/office/drawing/2014/main" id="{FF4F49B5-87BD-403B-8D5C-6D6EACC74D08}"/>
              </a:ext>
            </a:extLst>
          </p:cNvPr>
          <p:cNvSpPr>
            <a:spLocks noGrp="1" noChangeArrowheads="1"/>
          </p:cNvSpPr>
          <p:nvPr>
            <p:ph type="body" idx="1"/>
          </p:nvPr>
        </p:nvSpPr>
        <p:spPr/>
        <p:txBody>
          <a:bodyPr/>
          <a:lstStyle/>
          <a:p>
            <a:pPr eaLnBrk="1" hangingPunct="1">
              <a:defRPr/>
            </a:pPr>
            <a:r>
              <a:rPr lang="en-AU"/>
              <a:t>email is one of the most widely used and regarded network services </a:t>
            </a:r>
          </a:p>
          <a:p>
            <a:pPr eaLnBrk="1" hangingPunct="1">
              <a:defRPr/>
            </a:pPr>
            <a:r>
              <a:rPr lang="en-AU"/>
              <a:t>currently message contents are not secure </a:t>
            </a:r>
          </a:p>
          <a:p>
            <a:pPr lvl="1" eaLnBrk="1" hangingPunct="1">
              <a:defRPr/>
            </a:pPr>
            <a:r>
              <a:rPr lang="en-AU"/>
              <a:t>may be inspected either in transit </a:t>
            </a:r>
          </a:p>
          <a:p>
            <a:pPr lvl="1" eaLnBrk="1" hangingPunct="1">
              <a:defRPr/>
            </a:pPr>
            <a:r>
              <a:rPr lang="en-AU"/>
              <a:t>or by suitably privileged users on destination system</a:t>
            </a:r>
          </a:p>
        </p:txBody>
      </p:sp>
      <p:sp>
        <p:nvSpPr>
          <p:cNvPr id="6" name="Slide Number Placeholder 5">
            <a:extLst>
              <a:ext uri="{FF2B5EF4-FFF2-40B4-BE49-F238E27FC236}">
                <a16:creationId xmlns:a16="http://schemas.microsoft.com/office/drawing/2014/main" id="{17FDA7E1-16C5-4BFB-8ACA-C784DED832FF}"/>
              </a:ext>
            </a:extLst>
          </p:cNvPr>
          <p:cNvSpPr>
            <a:spLocks noGrp="1"/>
          </p:cNvSpPr>
          <p:nvPr>
            <p:ph type="sldNum" sz="quarter" idx="12"/>
          </p:nvPr>
        </p:nvSpPr>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EE162A2F-8835-4DE6-96E6-119B0EFA456F}" type="slidenum">
              <a:rPr lang="en-US" altLang="en-US" sz="1000"/>
              <a:pPr eaLnBrk="1" hangingPunct="1"/>
              <a:t>26</a:t>
            </a:fld>
            <a:endParaRPr lang="en-US" altLang="en-US" sz="100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a:extLst>
              <a:ext uri="{FF2B5EF4-FFF2-40B4-BE49-F238E27FC236}">
                <a16:creationId xmlns:a16="http://schemas.microsoft.com/office/drawing/2014/main" id="{AD02A623-9EA3-40D0-BFAA-A76263F65FD3}"/>
              </a:ext>
            </a:extLst>
          </p:cNvPr>
          <p:cNvSpPr>
            <a:spLocks noGrp="1" noChangeArrowheads="1"/>
          </p:cNvSpPr>
          <p:nvPr>
            <p:ph type="title"/>
          </p:nvPr>
        </p:nvSpPr>
        <p:spPr/>
        <p:txBody>
          <a:bodyPr/>
          <a:lstStyle/>
          <a:p>
            <a:pPr eaLnBrk="1" hangingPunct="1">
              <a:defRPr/>
            </a:pPr>
            <a:r>
              <a:rPr lang="en-AU"/>
              <a:t>Email Security Enhancements</a:t>
            </a:r>
          </a:p>
        </p:txBody>
      </p:sp>
      <p:sp>
        <p:nvSpPr>
          <p:cNvPr id="48131" name="Rectangle 3">
            <a:extLst>
              <a:ext uri="{FF2B5EF4-FFF2-40B4-BE49-F238E27FC236}">
                <a16:creationId xmlns:a16="http://schemas.microsoft.com/office/drawing/2014/main" id="{508A1EA1-6EBF-4B2C-9C7C-646E146095D5}"/>
              </a:ext>
            </a:extLst>
          </p:cNvPr>
          <p:cNvSpPr>
            <a:spLocks noGrp="1" noChangeArrowheads="1"/>
          </p:cNvSpPr>
          <p:nvPr>
            <p:ph type="body" idx="1"/>
          </p:nvPr>
        </p:nvSpPr>
        <p:spPr/>
        <p:txBody>
          <a:bodyPr/>
          <a:lstStyle/>
          <a:p>
            <a:pPr eaLnBrk="1" hangingPunct="1">
              <a:defRPr/>
            </a:pPr>
            <a:r>
              <a:rPr lang="en-AU" dirty="0"/>
              <a:t>confidentiality</a:t>
            </a:r>
          </a:p>
          <a:p>
            <a:pPr lvl="1" eaLnBrk="1" hangingPunct="1">
              <a:defRPr/>
            </a:pPr>
            <a:r>
              <a:rPr lang="en-AU" dirty="0"/>
              <a:t>protection from disclosure</a:t>
            </a:r>
          </a:p>
          <a:p>
            <a:pPr eaLnBrk="1" hangingPunct="1">
              <a:defRPr/>
            </a:pPr>
            <a:r>
              <a:rPr lang="en-AU" dirty="0"/>
              <a:t>authentication</a:t>
            </a:r>
          </a:p>
          <a:p>
            <a:pPr lvl="1" eaLnBrk="1" hangingPunct="1">
              <a:defRPr/>
            </a:pPr>
            <a:r>
              <a:rPr lang="en-AU" dirty="0"/>
              <a:t>of sender of message</a:t>
            </a:r>
          </a:p>
          <a:p>
            <a:pPr eaLnBrk="1" hangingPunct="1">
              <a:defRPr/>
            </a:pPr>
            <a:r>
              <a:rPr lang="en-AU" dirty="0"/>
              <a:t>message integrity</a:t>
            </a:r>
          </a:p>
          <a:p>
            <a:pPr lvl="1" eaLnBrk="1" hangingPunct="1">
              <a:defRPr/>
            </a:pPr>
            <a:r>
              <a:rPr lang="en-AU" dirty="0"/>
              <a:t>protection from modification </a:t>
            </a:r>
          </a:p>
          <a:p>
            <a:pPr eaLnBrk="1" hangingPunct="1">
              <a:defRPr/>
            </a:pPr>
            <a:r>
              <a:rPr lang="en-AU" dirty="0"/>
              <a:t>non-repudiation of origin</a:t>
            </a:r>
          </a:p>
          <a:p>
            <a:pPr lvl="1" eaLnBrk="1" hangingPunct="1">
              <a:defRPr/>
            </a:pPr>
            <a:r>
              <a:rPr lang="en-AU" dirty="0"/>
              <a:t>protection from denial by sender</a:t>
            </a:r>
          </a:p>
        </p:txBody>
      </p:sp>
      <p:sp>
        <p:nvSpPr>
          <p:cNvPr id="6" name="Slide Number Placeholder 5">
            <a:extLst>
              <a:ext uri="{FF2B5EF4-FFF2-40B4-BE49-F238E27FC236}">
                <a16:creationId xmlns:a16="http://schemas.microsoft.com/office/drawing/2014/main" id="{F604E56B-400F-4BEA-8FDF-14A61C1E6357}"/>
              </a:ext>
            </a:extLst>
          </p:cNvPr>
          <p:cNvSpPr>
            <a:spLocks noGrp="1"/>
          </p:cNvSpPr>
          <p:nvPr>
            <p:ph type="sldNum" sz="quarter" idx="12"/>
          </p:nvPr>
        </p:nvSpPr>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FBC11A89-EC3E-4FF1-8A4C-28922A5103E2}" type="slidenum">
              <a:rPr lang="en-US" altLang="en-US" sz="1000"/>
              <a:pPr eaLnBrk="1" hangingPunct="1"/>
              <a:t>27</a:t>
            </a:fld>
            <a:endParaRPr lang="en-US" altLang="en-US" sz="100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a:extLst>
              <a:ext uri="{FF2B5EF4-FFF2-40B4-BE49-F238E27FC236}">
                <a16:creationId xmlns:a16="http://schemas.microsoft.com/office/drawing/2014/main" id="{29A26388-B496-44E4-B808-3914B2181062}"/>
              </a:ext>
            </a:extLst>
          </p:cNvPr>
          <p:cNvSpPr>
            <a:spLocks noGrp="1" noChangeArrowheads="1"/>
          </p:cNvSpPr>
          <p:nvPr>
            <p:ph type="title"/>
          </p:nvPr>
        </p:nvSpPr>
        <p:spPr/>
        <p:txBody>
          <a:bodyPr/>
          <a:lstStyle/>
          <a:p>
            <a:pPr eaLnBrk="1" hangingPunct="1">
              <a:defRPr/>
            </a:pPr>
            <a:r>
              <a:rPr lang="en-AU"/>
              <a:t>Pretty Good Privacy (PGP)</a:t>
            </a:r>
          </a:p>
        </p:txBody>
      </p:sp>
      <p:sp>
        <p:nvSpPr>
          <p:cNvPr id="50179" name="Rectangle 3">
            <a:extLst>
              <a:ext uri="{FF2B5EF4-FFF2-40B4-BE49-F238E27FC236}">
                <a16:creationId xmlns:a16="http://schemas.microsoft.com/office/drawing/2014/main" id="{E481DA3E-6246-4CAF-A483-CC29139CD2FE}"/>
              </a:ext>
            </a:extLst>
          </p:cNvPr>
          <p:cNvSpPr>
            <a:spLocks noGrp="1" noChangeArrowheads="1"/>
          </p:cNvSpPr>
          <p:nvPr>
            <p:ph type="body" idx="1"/>
          </p:nvPr>
        </p:nvSpPr>
        <p:spPr/>
        <p:txBody>
          <a:bodyPr/>
          <a:lstStyle/>
          <a:p>
            <a:pPr eaLnBrk="1" hangingPunct="1">
              <a:lnSpc>
                <a:spcPct val="90000"/>
              </a:lnSpc>
              <a:defRPr/>
            </a:pPr>
            <a:r>
              <a:rPr lang="en-AU"/>
              <a:t>widely used de facto secure email</a:t>
            </a:r>
          </a:p>
          <a:p>
            <a:pPr eaLnBrk="1" hangingPunct="1">
              <a:lnSpc>
                <a:spcPct val="90000"/>
              </a:lnSpc>
              <a:defRPr/>
            </a:pPr>
            <a:r>
              <a:rPr lang="en-AU"/>
              <a:t>developed by Phil Zimmermann</a:t>
            </a:r>
          </a:p>
          <a:p>
            <a:pPr eaLnBrk="1" hangingPunct="1">
              <a:lnSpc>
                <a:spcPct val="90000"/>
              </a:lnSpc>
              <a:defRPr/>
            </a:pPr>
            <a:r>
              <a:rPr lang="en-US"/>
              <a:t>selected best available crypto algs to use</a:t>
            </a:r>
          </a:p>
          <a:p>
            <a:pPr eaLnBrk="1" hangingPunct="1">
              <a:lnSpc>
                <a:spcPct val="90000"/>
              </a:lnSpc>
              <a:defRPr/>
            </a:pPr>
            <a:r>
              <a:rPr lang="en-US"/>
              <a:t>integrated into a single program</a:t>
            </a:r>
            <a:endParaRPr lang="en-AU"/>
          </a:p>
          <a:p>
            <a:pPr eaLnBrk="1" hangingPunct="1">
              <a:lnSpc>
                <a:spcPct val="90000"/>
              </a:lnSpc>
              <a:defRPr/>
            </a:pPr>
            <a:r>
              <a:rPr lang="en-AU"/>
              <a:t>on Unix, PC, Macintosh and other systems </a:t>
            </a:r>
          </a:p>
          <a:p>
            <a:pPr eaLnBrk="1" hangingPunct="1">
              <a:lnSpc>
                <a:spcPct val="90000"/>
              </a:lnSpc>
              <a:defRPr/>
            </a:pPr>
            <a:r>
              <a:rPr lang="en-AU"/>
              <a:t>originally free, now also have commercial versions available</a:t>
            </a:r>
          </a:p>
          <a:p>
            <a:pPr eaLnBrk="1" hangingPunct="1">
              <a:lnSpc>
                <a:spcPct val="90000"/>
              </a:lnSpc>
              <a:defRPr/>
            </a:pPr>
            <a:endParaRPr lang="en-AU"/>
          </a:p>
        </p:txBody>
      </p:sp>
      <p:sp>
        <p:nvSpPr>
          <p:cNvPr id="6" name="Slide Number Placeholder 5">
            <a:extLst>
              <a:ext uri="{FF2B5EF4-FFF2-40B4-BE49-F238E27FC236}">
                <a16:creationId xmlns:a16="http://schemas.microsoft.com/office/drawing/2014/main" id="{3342A873-AD6D-42B0-ABBD-2FD8A15AC397}"/>
              </a:ext>
            </a:extLst>
          </p:cNvPr>
          <p:cNvSpPr>
            <a:spLocks noGrp="1"/>
          </p:cNvSpPr>
          <p:nvPr>
            <p:ph type="sldNum" sz="quarter" idx="12"/>
          </p:nvPr>
        </p:nvSpPr>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707C0D7E-1DF3-47C5-A957-AC209647660A}" type="slidenum">
              <a:rPr lang="en-US" altLang="en-US" sz="1000"/>
              <a:pPr eaLnBrk="1" hangingPunct="1"/>
              <a:t>28</a:t>
            </a:fld>
            <a:endParaRPr lang="en-US" altLang="en-US" sz="100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a:extLst>
              <a:ext uri="{FF2B5EF4-FFF2-40B4-BE49-F238E27FC236}">
                <a16:creationId xmlns:a16="http://schemas.microsoft.com/office/drawing/2014/main" id="{94C7F069-5CEC-4366-95DE-688185DA20F9}"/>
              </a:ext>
            </a:extLst>
          </p:cNvPr>
          <p:cNvSpPr>
            <a:spLocks noGrp="1" noChangeArrowheads="1"/>
          </p:cNvSpPr>
          <p:nvPr>
            <p:ph type="title"/>
          </p:nvPr>
        </p:nvSpPr>
        <p:spPr/>
        <p:txBody>
          <a:bodyPr/>
          <a:lstStyle/>
          <a:p>
            <a:pPr eaLnBrk="1" hangingPunct="1">
              <a:defRPr/>
            </a:pPr>
            <a:r>
              <a:rPr lang="en-US"/>
              <a:t>PGP Operation – Authentication</a:t>
            </a:r>
            <a:endParaRPr lang="en-AU"/>
          </a:p>
        </p:txBody>
      </p:sp>
      <p:sp>
        <p:nvSpPr>
          <p:cNvPr id="51203" name="Rectangle 3">
            <a:extLst>
              <a:ext uri="{FF2B5EF4-FFF2-40B4-BE49-F238E27FC236}">
                <a16:creationId xmlns:a16="http://schemas.microsoft.com/office/drawing/2014/main" id="{4FEE4018-B521-44D4-9BC0-9309512AA65E}"/>
              </a:ext>
            </a:extLst>
          </p:cNvPr>
          <p:cNvSpPr>
            <a:spLocks noGrp="1" noChangeArrowheads="1"/>
          </p:cNvSpPr>
          <p:nvPr>
            <p:ph type="body" idx="1"/>
          </p:nvPr>
        </p:nvSpPr>
        <p:spPr/>
        <p:txBody>
          <a:bodyPr/>
          <a:lstStyle/>
          <a:p>
            <a:pPr marL="457200" indent="-457200" eaLnBrk="1" hangingPunct="1">
              <a:lnSpc>
                <a:spcPct val="80000"/>
              </a:lnSpc>
              <a:buFontTx/>
              <a:buAutoNum type="arabicPeriod"/>
              <a:defRPr/>
            </a:pPr>
            <a:r>
              <a:rPr lang="en-AU"/>
              <a:t>sender creates message</a:t>
            </a:r>
          </a:p>
          <a:p>
            <a:pPr marL="457200" indent="-457200" eaLnBrk="1" hangingPunct="1">
              <a:lnSpc>
                <a:spcPct val="80000"/>
              </a:lnSpc>
              <a:buFontTx/>
              <a:buAutoNum type="arabicPeriod"/>
              <a:defRPr/>
            </a:pPr>
            <a:r>
              <a:rPr lang="en-AU"/>
              <a:t>use SHA-1 to generate 160-bit hash of message </a:t>
            </a:r>
          </a:p>
          <a:p>
            <a:pPr marL="457200" indent="-457200" eaLnBrk="1" hangingPunct="1">
              <a:lnSpc>
                <a:spcPct val="80000"/>
              </a:lnSpc>
              <a:buFontTx/>
              <a:buAutoNum type="arabicPeriod"/>
              <a:defRPr/>
            </a:pPr>
            <a:r>
              <a:rPr lang="en-AU"/>
              <a:t>signed hash with RSA using sender's private key, and is attached to message</a:t>
            </a:r>
          </a:p>
          <a:p>
            <a:pPr marL="457200" indent="-457200" eaLnBrk="1" hangingPunct="1">
              <a:lnSpc>
                <a:spcPct val="80000"/>
              </a:lnSpc>
              <a:buFontTx/>
              <a:buAutoNum type="arabicPeriod"/>
              <a:defRPr/>
            </a:pPr>
            <a:r>
              <a:rPr lang="en-AU"/>
              <a:t>receiver uses RSA with sender's public key to decrypt and recover hash code</a:t>
            </a:r>
          </a:p>
          <a:p>
            <a:pPr marL="457200" indent="-457200" eaLnBrk="1" hangingPunct="1">
              <a:lnSpc>
                <a:spcPct val="80000"/>
              </a:lnSpc>
              <a:buFontTx/>
              <a:buAutoNum type="arabicPeriod"/>
              <a:defRPr/>
            </a:pPr>
            <a:r>
              <a:rPr lang="en-AU"/>
              <a:t>receiver verifies received message using hash of it and compares with decrypted hash code</a:t>
            </a:r>
          </a:p>
        </p:txBody>
      </p:sp>
      <p:sp>
        <p:nvSpPr>
          <p:cNvPr id="6" name="Slide Number Placeholder 5">
            <a:extLst>
              <a:ext uri="{FF2B5EF4-FFF2-40B4-BE49-F238E27FC236}">
                <a16:creationId xmlns:a16="http://schemas.microsoft.com/office/drawing/2014/main" id="{C1D7E242-6133-4009-9D92-0F39A73434D3}"/>
              </a:ext>
            </a:extLst>
          </p:cNvPr>
          <p:cNvSpPr>
            <a:spLocks noGrp="1"/>
          </p:cNvSpPr>
          <p:nvPr>
            <p:ph type="sldNum" sz="quarter" idx="12"/>
          </p:nvPr>
        </p:nvSpPr>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8B31FAC0-5172-47AB-B110-3BC3303E2053}" type="slidenum">
              <a:rPr lang="en-US" altLang="en-US" sz="1000"/>
              <a:pPr eaLnBrk="1" hangingPunct="1"/>
              <a:t>29</a:t>
            </a:fld>
            <a:endParaRPr lang="en-US" altLang="en-US" sz="100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a:extLst>
              <a:ext uri="{FF2B5EF4-FFF2-40B4-BE49-F238E27FC236}">
                <a16:creationId xmlns:a16="http://schemas.microsoft.com/office/drawing/2014/main" id="{576BC5BB-DA8D-4D98-8F1E-94A4041649BE}"/>
              </a:ext>
            </a:extLst>
          </p:cNvPr>
          <p:cNvSpPr>
            <a:spLocks noGrp="1" noChangeArrowheads="1"/>
          </p:cNvSpPr>
          <p:nvPr>
            <p:ph type="title"/>
          </p:nvPr>
        </p:nvSpPr>
        <p:spPr/>
        <p:txBody>
          <a:bodyPr/>
          <a:lstStyle/>
          <a:p>
            <a:pPr eaLnBrk="1" hangingPunct="1">
              <a:defRPr/>
            </a:pPr>
            <a:r>
              <a:rPr lang="en-US"/>
              <a:t>PGP Operation – Confidentiality</a:t>
            </a:r>
            <a:endParaRPr lang="en-AU"/>
          </a:p>
        </p:txBody>
      </p:sp>
      <p:sp>
        <p:nvSpPr>
          <p:cNvPr id="52227" name="Rectangle 3">
            <a:extLst>
              <a:ext uri="{FF2B5EF4-FFF2-40B4-BE49-F238E27FC236}">
                <a16:creationId xmlns:a16="http://schemas.microsoft.com/office/drawing/2014/main" id="{FD0E547B-8160-4E52-AD04-755BDE99D0F9}"/>
              </a:ext>
            </a:extLst>
          </p:cNvPr>
          <p:cNvSpPr>
            <a:spLocks noGrp="1" noChangeArrowheads="1"/>
          </p:cNvSpPr>
          <p:nvPr>
            <p:ph type="body" idx="1"/>
          </p:nvPr>
        </p:nvSpPr>
        <p:spPr/>
        <p:txBody>
          <a:bodyPr/>
          <a:lstStyle/>
          <a:p>
            <a:pPr marL="457200" indent="-457200" eaLnBrk="1" hangingPunct="1">
              <a:lnSpc>
                <a:spcPct val="90000"/>
              </a:lnSpc>
              <a:buFontTx/>
              <a:buAutoNum type="arabicPeriod"/>
              <a:defRPr/>
            </a:pPr>
            <a:r>
              <a:rPr lang="en-AU"/>
              <a:t>sender generates message and 128-bit random number as session key for it</a:t>
            </a:r>
          </a:p>
          <a:p>
            <a:pPr marL="457200" indent="-457200" eaLnBrk="1" hangingPunct="1">
              <a:lnSpc>
                <a:spcPct val="90000"/>
              </a:lnSpc>
              <a:buFontTx/>
              <a:buAutoNum type="arabicPeriod"/>
              <a:defRPr/>
            </a:pPr>
            <a:r>
              <a:rPr lang="en-AU"/>
              <a:t>encrypt message using CAST-128 / IDEA / 3DES in CBC mode with session key</a:t>
            </a:r>
          </a:p>
          <a:p>
            <a:pPr marL="457200" indent="-457200" eaLnBrk="1" hangingPunct="1">
              <a:lnSpc>
                <a:spcPct val="90000"/>
              </a:lnSpc>
              <a:buFontTx/>
              <a:buAutoNum type="arabicPeriod"/>
              <a:defRPr/>
            </a:pPr>
            <a:r>
              <a:rPr lang="en-AU"/>
              <a:t>session key encrypted using RSA with recipient's public key, &amp; attached to msg</a:t>
            </a:r>
          </a:p>
          <a:p>
            <a:pPr marL="457200" indent="-457200" eaLnBrk="1" hangingPunct="1">
              <a:lnSpc>
                <a:spcPct val="90000"/>
              </a:lnSpc>
              <a:buFontTx/>
              <a:buAutoNum type="arabicPeriod"/>
              <a:defRPr/>
            </a:pPr>
            <a:r>
              <a:rPr lang="en-AU"/>
              <a:t>receiver uses RSA with private key to decrypt and recover session key</a:t>
            </a:r>
          </a:p>
          <a:p>
            <a:pPr marL="457200" indent="-457200" eaLnBrk="1" hangingPunct="1">
              <a:lnSpc>
                <a:spcPct val="90000"/>
              </a:lnSpc>
              <a:buFontTx/>
              <a:buAutoNum type="arabicPeriod"/>
              <a:defRPr/>
            </a:pPr>
            <a:r>
              <a:rPr lang="en-AU"/>
              <a:t>session key is used to decrypt message</a:t>
            </a:r>
          </a:p>
        </p:txBody>
      </p:sp>
      <p:sp>
        <p:nvSpPr>
          <p:cNvPr id="6" name="Slide Number Placeholder 5">
            <a:extLst>
              <a:ext uri="{FF2B5EF4-FFF2-40B4-BE49-F238E27FC236}">
                <a16:creationId xmlns:a16="http://schemas.microsoft.com/office/drawing/2014/main" id="{C0DBCBC6-71ED-4640-8996-7EE30FF706BD}"/>
              </a:ext>
            </a:extLst>
          </p:cNvPr>
          <p:cNvSpPr>
            <a:spLocks noGrp="1"/>
          </p:cNvSpPr>
          <p:nvPr>
            <p:ph type="sldNum" sz="quarter" idx="12"/>
          </p:nvPr>
        </p:nvSpPr>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1F048AC5-42D2-439C-8A9B-FB52CC09EFC4}" type="slidenum">
              <a:rPr lang="en-US" altLang="en-US" sz="1000"/>
              <a:pPr eaLnBrk="1" hangingPunct="1"/>
              <a:t>30</a:t>
            </a:fld>
            <a:endParaRPr lang="en-US" altLang="en-US" sz="100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a:extLst>
              <a:ext uri="{FF2B5EF4-FFF2-40B4-BE49-F238E27FC236}">
                <a16:creationId xmlns:a16="http://schemas.microsoft.com/office/drawing/2014/main" id="{EE6F2388-5DB8-4249-BEA5-14E8ADC58BE1}"/>
              </a:ext>
            </a:extLst>
          </p:cNvPr>
          <p:cNvSpPr>
            <a:spLocks noGrp="1" noChangeArrowheads="1"/>
          </p:cNvSpPr>
          <p:nvPr>
            <p:ph type="title"/>
          </p:nvPr>
        </p:nvSpPr>
        <p:spPr/>
        <p:txBody>
          <a:bodyPr/>
          <a:lstStyle/>
          <a:p>
            <a:pPr eaLnBrk="1" hangingPunct="1">
              <a:defRPr/>
            </a:pPr>
            <a:r>
              <a:rPr lang="en-US" sz="4000"/>
              <a:t>PGP Operation – Confidentiality &amp; Authentication </a:t>
            </a:r>
            <a:endParaRPr lang="en-AU" sz="4000"/>
          </a:p>
        </p:txBody>
      </p:sp>
      <p:sp>
        <p:nvSpPr>
          <p:cNvPr id="53251" name="Rectangle 3">
            <a:extLst>
              <a:ext uri="{FF2B5EF4-FFF2-40B4-BE49-F238E27FC236}">
                <a16:creationId xmlns:a16="http://schemas.microsoft.com/office/drawing/2014/main" id="{01586B8F-C67E-420D-BE66-15A23B8B9376}"/>
              </a:ext>
            </a:extLst>
          </p:cNvPr>
          <p:cNvSpPr>
            <a:spLocks noGrp="1" noChangeArrowheads="1"/>
          </p:cNvSpPr>
          <p:nvPr>
            <p:ph type="body" idx="1"/>
          </p:nvPr>
        </p:nvSpPr>
        <p:spPr/>
        <p:txBody>
          <a:bodyPr/>
          <a:lstStyle/>
          <a:p>
            <a:pPr eaLnBrk="1" hangingPunct="1">
              <a:defRPr/>
            </a:pPr>
            <a:r>
              <a:rPr lang="en-US"/>
              <a:t>can use both services on same message</a:t>
            </a:r>
          </a:p>
          <a:p>
            <a:pPr lvl="1" eaLnBrk="1" hangingPunct="1">
              <a:defRPr/>
            </a:pPr>
            <a:r>
              <a:rPr lang="en-US"/>
              <a:t>create signature &amp; attach to message</a:t>
            </a:r>
          </a:p>
          <a:p>
            <a:pPr lvl="1" eaLnBrk="1" hangingPunct="1">
              <a:defRPr/>
            </a:pPr>
            <a:r>
              <a:rPr lang="en-US"/>
              <a:t>encrypt both message &amp; signature</a:t>
            </a:r>
          </a:p>
          <a:p>
            <a:pPr lvl="1" eaLnBrk="1" hangingPunct="1">
              <a:defRPr/>
            </a:pPr>
            <a:r>
              <a:rPr lang="en-US"/>
              <a:t>attach RSA/ElGamal encrypted session key</a:t>
            </a:r>
            <a:endParaRPr lang="en-AU"/>
          </a:p>
        </p:txBody>
      </p:sp>
      <p:sp>
        <p:nvSpPr>
          <p:cNvPr id="6" name="Slide Number Placeholder 5">
            <a:extLst>
              <a:ext uri="{FF2B5EF4-FFF2-40B4-BE49-F238E27FC236}">
                <a16:creationId xmlns:a16="http://schemas.microsoft.com/office/drawing/2014/main" id="{7FF0EA30-08D8-4D61-9E9B-B440E53C3B07}"/>
              </a:ext>
            </a:extLst>
          </p:cNvPr>
          <p:cNvSpPr>
            <a:spLocks noGrp="1"/>
          </p:cNvSpPr>
          <p:nvPr>
            <p:ph type="sldNum" sz="quarter" idx="12"/>
          </p:nvPr>
        </p:nvSpPr>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3EFCC5F7-62AF-42CE-9FE8-1FDAC52F3ECD}" type="slidenum">
              <a:rPr lang="en-US" altLang="en-US" sz="1000"/>
              <a:pPr eaLnBrk="1" hangingPunct="1"/>
              <a:t>31</a:t>
            </a:fld>
            <a:endParaRPr lang="en-US" altLang="en-US" sz="100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a:extLst>
              <a:ext uri="{FF2B5EF4-FFF2-40B4-BE49-F238E27FC236}">
                <a16:creationId xmlns:a16="http://schemas.microsoft.com/office/drawing/2014/main" id="{60235FEC-3FB4-4C01-B530-D2EBB141A2FE}"/>
              </a:ext>
            </a:extLst>
          </p:cNvPr>
          <p:cNvSpPr>
            <a:spLocks noGrp="1" noChangeArrowheads="1"/>
          </p:cNvSpPr>
          <p:nvPr>
            <p:ph type="title"/>
          </p:nvPr>
        </p:nvSpPr>
        <p:spPr/>
        <p:txBody>
          <a:bodyPr/>
          <a:lstStyle/>
          <a:p>
            <a:pPr eaLnBrk="1" hangingPunct="1">
              <a:defRPr/>
            </a:pPr>
            <a:r>
              <a:rPr lang="en-US"/>
              <a:t>PGP Operation – Compression</a:t>
            </a:r>
            <a:endParaRPr lang="en-AU"/>
          </a:p>
        </p:txBody>
      </p:sp>
      <p:sp>
        <p:nvSpPr>
          <p:cNvPr id="54275" name="Rectangle 3">
            <a:extLst>
              <a:ext uri="{FF2B5EF4-FFF2-40B4-BE49-F238E27FC236}">
                <a16:creationId xmlns:a16="http://schemas.microsoft.com/office/drawing/2014/main" id="{BA5195A1-AE49-44E7-9663-BA4B476A8778}"/>
              </a:ext>
            </a:extLst>
          </p:cNvPr>
          <p:cNvSpPr>
            <a:spLocks noGrp="1" noChangeArrowheads="1"/>
          </p:cNvSpPr>
          <p:nvPr>
            <p:ph type="body" idx="1"/>
          </p:nvPr>
        </p:nvSpPr>
        <p:spPr/>
        <p:txBody>
          <a:bodyPr/>
          <a:lstStyle/>
          <a:p>
            <a:pPr eaLnBrk="1" hangingPunct="1">
              <a:defRPr/>
            </a:pPr>
            <a:r>
              <a:rPr lang="en-US"/>
              <a:t>by default PGP compresses message after signing but before encrypting</a:t>
            </a:r>
          </a:p>
          <a:p>
            <a:pPr lvl="1" eaLnBrk="1" hangingPunct="1">
              <a:defRPr/>
            </a:pPr>
            <a:r>
              <a:rPr lang="en-US"/>
              <a:t>so can store uncompressed message &amp; signature for later verification</a:t>
            </a:r>
          </a:p>
          <a:p>
            <a:pPr lvl="1" eaLnBrk="1" hangingPunct="1">
              <a:defRPr/>
            </a:pPr>
            <a:r>
              <a:rPr lang="en-US"/>
              <a:t>&amp; because compression is non deterministic</a:t>
            </a:r>
          </a:p>
          <a:p>
            <a:pPr eaLnBrk="1" hangingPunct="1">
              <a:defRPr/>
            </a:pPr>
            <a:r>
              <a:rPr lang="en-US"/>
              <a:t>uses ZIP compression algorithm</a:t>
            </a:r>
            <a:endParaRPr lang="en-AU"/>
          </a:p>
        </p:txBody>
      </p:sp>
      <p:sp>
        <p:nvSpPr>
          <p:cNvPr id="6" name="Slide Number Placeholder 5">
            <a:extLst>
              <a:ext uri="{FF2B5EF4-FFF2-40B4-BE49-F238E27FC236}">
                <a16:creationId xmlns:a16="http://schemas.microsoft.com/office/drawing/2014/main" id="{FF853062-F9EF-4BC0-A4A2-20A9D22751AA}"/>
              </a:ext>
            </a:extLst>
          </p:cNvPr>
          <p:cNvSpPr>
            <a:spLocks noGrp="1"/>
          </p:cNvSpPr>
          <p:nvPr>
            <p:ph type="sldNum" sz="quarter" idx="12"/>
          </p:nvPr>
        </p:nvSpPr>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B88AFEEE-E629-4A50-A729-E5C9CFC5F352}" type="slidenum">
              <a:rPr lang="en-US" altLang="en-US" sz="1000"/>
              <a:pPr eaLnBrk="1" hangingPunct="1"/>
              <a:t>32</a:t>
            </a:fld>
            <a:endParaRPr lang="en-US" altLang="en-US" sz="100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a:extLst>
              <a:ext uri="{FF2B5EF4-FFF2-40B4-BE49-F238E27FC236}">
                <a16:creationId xmlns:a16="http://schemas.microsoft.com/office/drawing/2014/main" id="{8B0B36D4-0B84-42E2-BB5A-49EF86BF7A00}"/>
              </a:ext>
            </a:extLst>
          </p:cNvPr>
          <p:cNvSpPr>
            <a:spLocks noGrp="1" noChangeArrowheads="1"/>
          </p:cNvSpPr>
          <p:nvPr>
            <p:ph type="title"/>
          </p:nvPr>
        </p:nvSpPr>
        <p:spPr/>
        <p:txBody>
          <a:bodyPr/>
          <a:lstStyle/>
          <a:p>
            <a:pPr eaLnBrk="1" hangingPunct="1">
              <a:defRPr/>
            </a:pPr>
            <a:r>
              <a:rPr lang="en-US" sz="4000"/>
              <a:t>PGP Operation – Email Compatibility</a:t>
            </a:r>
            <a:endParaRPr lang="en-AU" sz="4000"/>
          </a:p>
        </p:txBody>
      </p:sp>
      <p:sp>
        <p:nvSpPr>
          <p:cNvPr id="55299" name="Rectangle 3">
            <a:extLst>
              <a:ext uri="{FF2B5EF4-FFF2-40B4-BE49-F238E27FC236}">
                <a16:creationId xmlns:a16="http://schemas.microsoft.com/office/drawing/2014/main" id="{73246170-C1D5-4334-A0FF-C8F0A59AAE82}"/>
              </a:ext>
            </a:extLst>
          </p:cNvPr>
          <p:cNvSpPr>
            <a:spLocks noGrp="1" noChangeArrowheads="1"/>
          </p:cNvSpPr>
          <p:nvPr>
            <p:ph type="body" idx="1"/>
          </p:nvPr>
        </p:nvSpPr>
        <p:spPr/>
        <p:txBody>
          <a:bodyPr/>
          <a:lstStyle/>
          <a:p>
            <a:pPr eaLnBrk="1" hangingPunct="1">
              <a:defRPr/>
            </a:pPr>
            <a:r>
              <a:rPr lang="en-US" sz="2800"/>
              <a:t>when using PGP will have binary data to send (encrypted message etc)</a:t>
            </a:r>
          </a:p>
          <a:p>
            <a:pPr eaLnBrk="1" hangingPunct="1">
              <a:defRPr/>
            </a:pPr>
            <a:r>
              <a:rPr lang="en-US" sz="2800"/>
              <a:t>however email was designed only for text</a:t>
            </a:r>
          </a:p>
          <a:p>
            <a:pPr eaLnBrk="1" hangingPunct="1">
              <a:defRPr/>
            </a:pPr>
            <a:r>
              <a:rPr lang="en-US" sz="2800"/>
              <a:t>hence PGP must encode raw binary data into printable ASCII characters</a:t>
            </a:r>
          </a:p>
          <a:p>
            <a:pPr eaLnBrk="1" hangingPunct="1">
              <a:defRPr/>
            </a:pPr>
            <a:r>
              <a:rPr lang="en-US" sz="2800"/>
              <a:t>uses radix-64 algorithm</a:t>
            </a:r>
          </a:p>
          <a:p>
            <a:pPr lvl="1" eaLnBrk="1" hangingPunct="1">
              <a:defRPr/>
            </a:pPr>
            <a:r>
              <a:rPr lang="en-US" sz="2400"/>
              <a:t>maps 3 bytes to 4 printable chars</a:t>
            </a:r>
          </a:p>
          <a:p>
            <a:pPr lvl="1" eaLnBrk="1" hangingPunct="1">
              <a:defRPr/>
            </a:pPr>
            <a:r>
              <a:rPr lang="en-US" sz="2400"/>
              <a:t>also appends a CRC</a:t>
            </a:r>
          </a:p>
          <a:p>
            <a:pPr eaLnBrk="1" hangingPunct="1">
              <a:defRPr/>
            </a:pPr>
            <a:r>
              <a:rPr lang="en-US" sz="2800"/>
              <a:t>PGP also segments messages if too big</a:t>
            </a:r>
            <a:endParaRPr lang="en-AU" sz="2800"/>
          </a:p>
        </p:txBody>
      </p:sp>
      <p:sp>
        <p:nvSpPr>
          <p:cNvPr id="6" name="Slide Number Placeholder 5">
            <a:extLst>
              <a:ext uri="{FF2B5EF4-FFF2-40B4-BE49-F238E27FC236}">
                <a16:creationId xmlns:a16="http://schemas.microsoft.com/office/drawing/2014/main" id="{7738E7B2-8CAF-42E6-98D0-CB8C0E77AA7E}"/>
              </a:ext>
            </a:extLst>
          </p:cNvPr>
          <p:cNvSpPr>
            <a:spLocks noGrp="1"/>
          </p:cNvSpPr>
          <p:nvPr>
            <p:ph type="sldNum" sz="quarter" idx="12"/>
          </p:nvPr>
        </p:nvSpPr>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3A449D7E-EF65-4E46-9C15-CB1EA4393170}" type="slidenum">
              <a:rPr lang="en-US" altLang="en-US" sz="1000"/>
              <a:pPr eaLnBrk="1" hangingPunct="1"/>
              <a:t>33</a:t>
            </a:fld>
            <a:endParaRPr lang="en-US" altLang="en-US" sz="100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a:extLst>
              <a:ext uri="{FF2B5EF4-FFF2-40B4-BE49-F238E27FC236}">
                <a16:creationId xmlns:a16="http://schemas.microsoft.com/office/drawing/2014/main" id="{A349FDE3-4BA8-4FFD-B878-59343F403895}"/>
              </a:ext>
            </a:extLst>
          </p:cNvPr>
          <p:cNvSpPr>
            <a:spLocks noGrp="1" noChangeArrowheads="1"/>
          </p:cNvSpPr>
          <p:nvPr>
            <p:ph type="title"/>
          </p:nvPr>
        </p:nvSpPr>
        <p:spPr/>
        <p:txBody>
          <a:bodyPr/>
          <a:lstStyle/>
          <a:p>
            <a:pPr eaLnBrk="1" hangingPunct="1">
              <a:defRPr/>
            </a:pPr>
            <a:r>
              <a:rPr lang="en-US"/>
              <a:t>PGP Operation – Summary</a:t>
            </a:r>
            <a:endParaRPr lang="en-AU"/>
          </a:p>
        </p:txBody>
      </p:sp>
      <p:pic>
        <p:nvPicPr>
          <p:cNvPr id="12291" name="Picture 5" descr="Ch15. PGP Flowcharts.pdf                                       002F6F4DMacintosh HD                   B83AE914:">
            <a:extLst>
              <a:ext uri="{FF2B5EF4-FFF2-40B4-BE49-F238E27FC236}">
                <a16:creationId xmlns:a16="http://schemas.microsoft.com/office/drawing/2014/main" id="{E4D482B6-D346-4710-8304-515FA9DC800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4633" b="18529"/>
          <a:stretch>
            <a:fillRect/>
          </a:stretch>
        </p:blipFill>
        <p:spPr bwMode="auto">
          <a:xfrm>
            <a:off x="533400" y="1600200"/>
            <a:ext cx="8043863" cy="4776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Slide Number Placeholder 5">
            <a:extLst>
              <a:ext uri="{FF2B5EF4-FFF2-40B4-BE49-F238E27FC236}">
                <a16:creationId xmlns:a16="http://schemas.microsoft.com/office/drawing/2014/main" id="{3CE3EF06-2DB8-41C9-839D-3D8D4F9F22E6}"/>
              </a:ext>
            </a:extLst>
          </p:cNvPr>
          <p:cNvSpPr>
            <a:spLocks noGrp="1"/>
          </p:cNvSpPr>
          <p:nvPr>
            <p:ph type="sldNum" sz="quarter" idx="12"/>
          </p:nvPr>
        </p:nvSpPr>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F069E3CE-CD72-4563-9716-95CB4BA28620}" type="slidenum">
              <a:rPr lang="en-US" altLang="en-US" sz="1000"/>
              <a:pPr eaLnBrk="1" hangingPunct="1"/>
              <a:t>34</a:t>
            </a:fld>
            <a:endParaRPr lang="en-US" altLang="en-US" sz="100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a:extLst>
              <a:ext uri="{FF2B5EF4-FFF2-40B4-BE49-F238E27FC236}">
                <a16:creationId xmlns:a16="http://schemas.microsoft.com/office/drawing/2014/main" id="{2091B077-015C-41D1-9864-D2168833FB13}"/>
              </a:ext>
            </a:extLst>
          </p:cNvPr>
          <p:cNvSpPr>
            <a:spLocks noGrp="1" noChangeArrowheads="1"/>
          </p:cNvSpPr>
          <p:nvPr>
            <p:ph type="title"/>
          </p:nvPr>
        </p:nvSpPr>
        <p:spPr/>
        <p:txBody>
          <a:bodyPr/>
          <a:lstStyle/>
          <a:p>
            <a:pPr eaLnBrk="1" hangingPunct="1">
              <a:defRPr/>
            </a:pPr>
            <a:r>
              <a:rPr lang="en-US"/>
              <a:t>PGP Session Keys</a:t>
            </a:r>
            <a:endParaRPr lang="en-AU"/>
          </a:p>
        </p:txBody>
      </p:sp>
      <p:sp>
        <p:nvSpPr>
          <p:cNvPr id="58371" name="Rectangle 3">
            <a:extLst>
              <a:ext uri="{FF2B5EF4-FFF2-40B4-BE49-F238E27FC236}">
                <a16:creationId xmlns:a16="http://schemas.microsoft.com/office/drawing/2014/main" id="{2BC80EAD-4498-4B95-A7F6-29A6C3EEDC48}"/>
              </a:ext>
            </a:extLst>
          </p:cNvPr>
          <p:cNvSpPr>
            <a:spLocks noGrp="1" noChangeArrowheads="1"/>
          </p:cNvSpPr>
          <p:nvPr>
            <p:ph type="body" idx="1"/>
          </p:nvPr>
        </p:nvSpPr>
        <p:spPr/>
        <p:txBody>
          <a:bodyPr/>
          <a:lstStyle/>
          <a:p>
            <a:pPr eaLnBrk="1" hangingPunct="1">
              <a:defRPr/>
            </a:pPr>
            <a:r>
              <a:rPr lang="en-US"/>
              <a:t>need a session key for each message</a:t>
            </a:r>
          </a:p>
          <a:p>
            <a:pPr lvl="1" eaLnBrk="1" hangingPunct="1">
              <a:defRPr/>
            </a:pPr>
            <a:r>
              <a:rPr lang="en-US"/>
              <a:t>of varying sizes: 56-bit DES, 128-bit CAST or IDEA, 168-bit Triple-DES</a:t>
            </a:r>
          </a:p>
          <a:p>
            <a:pPr eaLnBrk="1" hangingPunct="1">
              <a:defRPr/>
            </a:pPr>
            <a:r>
              <a:rPr lang="en-US"/>
              <a:t>generated using ANSI X12.17 mode</a:t>
            </a:r>
          </a:p>
          <a:p>
            <a:pPr eaLnBrk="1" hangingPunct="1">
              <a:defRPr/>
            </a:pPr>
            <a:r>
              <a:rPr lang="en-US"/>
              <a:t>uses random inputs taken from previous uses and from keystroke timing of user</a:t>
            </a:r>
            <a:endParaRPr lang="en-AU"/>
          </a:p>
        </p:txBody>
      </p:sp>
      <p:sp>
        <p:nvSpPr>
          <p:cNvPr id="6" name="Slide Number Placeholder 5">
            <a:extLst>
              <a:ext uri="{FF2B5EF4-FFF2-40B4-BE49-F238E27FC236}">
                <a16:creationId xmlns:a16="http://schemas.microsoft.com/office/drawing/2014/main" id="{55412AE7-69DC-4156-81DA-B548DB49D829}"/>
              </a:ext>
            </a:extLst>
          </p:cNvPr>
          <p:cNvSpPr>
            <a:spLocks noGrp="1"/>
          </p:cNvSpPr>
          <p:nvPr>
            <p:ph type="sldNum" sz="quarter" idx="12"/>
          </p:nvPr>
        </p:nvSpPr>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79718FA7-74BC-4272-8087-BC54C90E2966}" type="slidenum">
              <a:rPr lang="en-US" altLang="en-US" sz="1000"/>
              <a:pPr eaLnBrk="1" hangingPunct="1"/>
              <a:t>35</a:t>
            </a:fld>
            <a:endParaRPr lang="en-US" altLang="en-US" sz="100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a:extLst>
              <a:ext uri="{FF2B5EF4-FFF2-40B4-BE49-F238E27FC236}">
                <a16:creationId xmlns:a16="http://schemas.microsoft.com/office/drawing/2014/main" id="{B3F98382-D3A9-42A3-B722-8A23C96C324C}"/>
              </a:ext>
            </a:extLst>
          </p:cNvPr>
          <p:cNvSpPr>
            <a:spLocks noGrp="1" noChangeArrowheads="1"/>
          </p:cNvSpPr>
          <p:nvPr>
            <p:ph type="title"/>
          </p:nvPr>
        </p:nvSpPr>
        <p:spPr/>
        <p:txBody>
          <a:bodyPr/>
          <a:lstStyle/>
          <a:p>
            <a:pPr eaLnBrk="1" hangingPunct="1">
              <a:defRPr/>
            </a:pPr>
            <a:r>
              <a:rPr lang="en-US"/>
              <a:t>PGP Public &amp; Private Keys</a:t>
            </a:r>
            <a:endParaRPr lang="en-AU"/>
          </a:p>
        </p:txBody>
      </p:sp>
      <p:sp>
        <p:nvSpPr>
          <p:cNvPr id="59395" name="Rectangle 3">
            <a:extLst>
              <a:ext uri="{FF2B5EF4-FFF2-40B4-BE49-F238E27FC236}">
                <a16:creationId xmlns:a16="http://schemas.microsoft.com/office/drawing/2014/main" id="{917788EC-F044-4ED9-BB2F-4123409D2858}"/>
              </a:ext>
            </a:extLst>
          </p:cNvPr>
          <p:cNvSpPr>
            <a:spLocks noGrp="1" noChangeArrowheads="1"/>
          </p:cNvSpPr>
          <p:nvPr>
            <p:ph type="body" idx="1"/>
          </p:nvPr>
        </p:nvSpPr>
        <p:spPr/>
        <p:txBody>
          <a:bodyPr/>
          <a:lstStyle/>
          <a:p>
            <a:pPr eaLnBrk="1" hangingPunct="1">
              <a:lnSpc>
                <a:spcPct val="90000"/>
              </a:lnSpc>
              <a:defRPr/>
            </a:pPr>
            <a:r>
              <a:rPr lang="en-US" sz="2800"/>
              <a:t>since many public/private keys may be in use, need to identify which is actually used to encrypt session key in a message</a:t>
            </a:r>
          </a:p>
          <a:p>
            <a:pPr lvl="1" eaLnBrk="1" hangingPunct="1">
              <a:lnSpc>
                <a:spcPct val="90000"/>
              </a:lnSpc>
              <a:defRPr/>
            </a:pPr>
            <a:r>
              <a:rPr lang="en-US" sz="2400"/>
              <a:t>could send full public-key with every message</a:t>
            </a:r>
          </a:p>
          <a:p>
            <a:pPr lvl="1" eaLnBrk="1" hangingPunct="1">
              <a:lnSpc>
                <a:spcPct val="90000"/>
              </a:lnSpc>
              <a:defRPr/>
            </a:pPr>
            <a:r>
              <a:rPr lang="en-US" sz="2400"/>
              <a:t>but this is inefficient</a:t>
            </a:r>
          </a:p>
          <a:p>
            <a:pPr eaLnBrk="1" hangingPunct="1">
              <a:lnSpc>
                <a:spcPct val="90000"/>
              </a:lnSpc>
              <a:defRPr/>
            </a:pPr>
            <a:r>
              <a:rPr lang="en-US" sz="2800"/>
              <a:t>rather use a key identifier based on key</a:t>
            </a:r>
          </a:p>
          <a:p>
            <a:pPr lvl="1" eaLnBrk="1" hangingPunct="1">
              <a:lnSpc>
                <a:spcPct val="90000"/>
              </a:lnSpc>
              <a:defRPr/>
            </a:pPr>
            <a:r>
              <a:rPr lang="en-US" sz="2400"/>
              <a:t>is least significant 64-bits of the key</a:t>
            </a:r>
          </a:p>
          <a:p>
            <a:pPr lvl="1" eaLnBrk="1" hangingPunct="1">
              <a:lnSpc>
                <a:spcPct val="90000"/>
              </a:lnSpc>
              <a:defRPr/>
            </a:pPr>
            <a:r>
              <a:rPr lang="en-US" sz="2400"/>
              <a:t>will very likely be unique</a:t>
            </a:r>
          </a:p>
          <a:p>
            <a:pPr eaLnBrk="1" hangingPunct="1">
              <a:lnSpc>
                <a:spcPct val="90000"/>
              </a:lnSpc>
              <a:defRPr/>
            </a:pPr>
            <a:r>
              <a:rPr lang="en-US" sz="2800"/>
              <a:t>also use key ID in signatures</a:t>
            </a:r>
          </a:p>
          <a:p>
            <a:pPr eaLnBrk="1" hangingPunct="1">
              <a:lnSpc>
                <a:spcPct val="90000"/>
              </a:lnSpc>
              <a:defRPr/>
            </a:pPr>
            <a:endParaRPr lang="en-AU" sz="2800"/>
          </a:p>
        </p:txBody>
      </p:sp>
      <p:sp>
        <p:nvSpPr>
          <p:cNvPr id="6" name="Slide Number Placeholder 5">
            <a:extLst>
              <a:ext uri="{FF2B5EF4-FFF2-40B4-BE49-F238E27FC236}">
                <a16:creationId xmlns:a16="http://schemas.microsoft.com/office/drawing/2014/main" id="{30C26704-E1E1-4E61-828E-5279719B3AE9}"/>
              </a:ext>
            </a:extLst>
          </p:cNvPr>
          <p:cNvSpPr>
            <a:spLocks noGrp="1"/>
          </p:cNvSpPr>
          <p:nvPr>
            <p:ph type="sldNum" sz="quarter" idx="12"/>
          </p:nvPr>
        </p:nvSpPr>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2F85D433-FCC3-43F4-BE09-53B8E39351E3}" type="slidenum">
              <a:rPr lang="en-US" altLang="en-US" sz="1000"/>
              <a:pPr eaLnBrk="1" hangingPunct="1"/>
              <a:t>36</a:t>
            </a:fld>
            <a:endParaRPr lang="en-US" altLang="en-US" sz="100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a:extLst>
              <a:ext uri="{FF2B5EF4-FFF2-40B4-BE49-F238E27FC236}">
                <a16:creationId xmlns:a16="http://schemas.microsoft.com/office/drawing/2014/main" id="{2EF85663-3A53-41E5-96F2-B87641EDED74}"/>
              </a:ext>
            </a:extLst>
          </p:cNvPr>
          <p:cNvSpPr>
            <a:spLocks noGrp="1" noChangeArrowheads="1"/>
          </p:cNvSpPr>
          <p:nvPr>
            <p:ph type="title"/>
          </p:nvPr>
        </p:nvSpPr>
        <p:spPr/>
        <p:txBody>
          <a:bodyPr/>
          <a:lstStyle/>
          <a:p>
            <a:pPr eaLnBrk="1" hangingPunct="1">
              <a:defRPr/>
            </a:pPr>
            <a:r>
              <a:rPr lang="en-US" sz="4000"/>
              <a:t>S/MIME (Secure/Multipurpose Internet Mail Extensions)</a:t>
            </a:r>
            <a:endParaRPr lang="en-AU" sz="4000"/>
          </a:p>
        </p:txBody>
      </p:sp>
      <p:sp>
        <p:nvSpPr>
          <p:cNvPr id="62467" name="Rectangle 3">
            <a:extLst>
              <a:ext uri="{FF2B5EF4-FFF2-40B4-BE49-F238E27FC236}">
                <a16:creationId xmlns:a16="http://schemas.microsoft.com/office/drawing/2014/main" id="{12924ABC-D94F-49F8-B059-461BD7D3EDAE}"/>
              </a:ext>
            </a:extLst>
          </p:cNvPr>
          <p:cNvSpPr>
            <a:spLocks noGrp="1" noChangeArrowheads="1"/>
          </p:cNvSpPr>
          <p:nvPr>
            <p:ph type="body" idx="1"/>
          </p:nvPr>
        </p:nvSpPr>
        <p:spPr/>
        <p:txBody>
          <a:bodyPr/>
          <a:lstStyle/>
          <a:p>
            <a:pPr eaLnBrk="1" hangingPunct="1">
              <a:defRPr/>
            </a:pPr>
            <a:r>
              <a:rPr lang="en-US"/>
              <a:t>security enhancement to MIME email</a:t>
            </a:r>
          </a:p>
          <a:p>
            <a:pPr lvl="1" eaLnBrk="1" hangingPunct="1">
              <a:defRPr/>
            </a:pPr>
            <a:r>
              <a:rPr lang="en-US"/>
              <a:t>original Internet RFC822 email was text only</a:t>
            </a:r>
          </a:p>
          <a:p>
            <a:pPr lvl="1" eaLnBrk="1" hangingPunct="1">
              <a:defRPr/>
            </a:pPr>
            <a:r>
              <a:rPr lang="en-US"/>
              <a:t>MIME provided support for varying content types and multi-part messages</a:t>
            </a:r>
          </a:p>
          <a:p>
            <a:pPr lvl="1" eaLnBrk="1" hangingPunct="1">
              <a:defRPr/>
            </a:pPr>
            <a:r>
              <a:rPr lang="en-US"/>
              <a:t>with encoding of binary data to textual form</a:t>
            </a:r>
          </a:p>
          <a:p>
            <a:pPr lvl="1" eaLnBrk="1" hangingPunct="1">
              <a:defRPr/>
            </a:pPr>
            <a:r>
              <a:rPr lang="en-US"/>
              <a:t>S/MIME added security enhancements</a:t>
            </a:r>
          </a:p>
          <a:p>
            <a:pPr eaLnBrk="1" hangingPunct="1">
              <a:defRPr/>
            </a:pPr>
            <a:r>
              <a:rPr lang="en-US"/>
              <a:t>have S/MIME support in many mail agents</a:t>
            </a:r>
          </a:p>
          <a:p>
            <a:pPr lvl="1" eaLnBrk="1" hangingPunct="1">
              <a:defRPr/>
            </a:pPr>
            <a:r>
              <a:rPr lang="en-US"/>
              <a:t>eg MS Outlook, Mozilla, Mac Mail etc</a:t>
            </a:r>
            <a:endParaRPr lang="en-AU"/>
          </a:p>
        </p:txBody>
      </p:sp>
      <p:sp>
        <p:nvSpPr>
          <p:cNvPr id="6" name="Slide Number Placeholder 5">
            <a:extLst>
              <a:ext uri="{FF2B5EF4-FFF2-40B4-BE49-F238E27FC236}">
                <a16:creationId xmlns:a16="http://schemas.microsoft.com/office/drawing/2014/main" id="{4EF98184-FD87-432F-BE06-908BE11BA090}"/>
              </a:ext>
            </a:extLst>
          </p:cNvPr>
          <p:cNvSpPr>
            <a:spLocks noGrp="1"/>
          </p:cNvSpPr>
          <p:nvPr>
            <p:ph type="sldNum" sz="quarter" idx="12"/>
          </p:nvPr>
        </p:nvSpPr>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34AFC6D7-55CC-4A25-9AF2-54D0E950B12F}" type="slidenum">
              <a:rPr lang="en-US" altLang="en-US" sz="1000"/>
              <a:pPr eaLnBrk="1" hangingPunct="1"/>
              <a:t>37</a:t>
            </a:fld>
            <a:endParaRPr lang="en-US" altLang="en-US" sz="100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a:extLst>
              <a:ext uri="{FF2B5EF4-FFF2-40B4-BE49-F238E27FC236}">
                <a16:creationId xmlns:a16="http://schemas.microsoft.com/office/drawing/2014/main" id="{B3325701-E3FE-47E5-9408-B6A12103C7C5}"/>
              </a:ext>
            </a:extLst>
          </p:cNvPr>
          <p:cNvSpPr>
            <a:spLocks noGrp="1" noChangeArrowheads="1"/>
          </p:cNvSpPr>
          <p:nvPr>
            <p:ph type="title"/>
          </p:nvPr>
        </p:nvSpPr>
        <p:spPr/>
        <p:txBody>
          <a:bodyPr/>
          <a:lstStyle/>
          <a:p>
            <a:pPr eaLnBrk="1" hangingPunct="1">
              <a:defRPr/>
            </a:pPr>
            <a:r>
              <a:rPr lang="en-US"/>
              <a:t>S/MIME Functions</a:t>
            </a:r>
            <a:endParaRPr lang="en-AU"/>
          </a:p>
        </p:txBody>
      </p:sp>
      <p:sp>
        <p:nvSpPr>
          <p:cNvPr id="63491" name="Rectangle 3">
            <a:extLst>
              <a:ext uri="{FF2B5EF4-FFF2-40B4-BE49-F238E27FC236}">
                <a16:creationId xmlns:a16="http://schemas.microsoft.com/office/drawing/2014/main" id="{31B00695-9789-4518-8C68-18D425EC253D}"/>
              </a:ext>
            </a:extLst>
          </p:cNvPr>
          <p:cNvSpPr>
            <a:spLocks noGrp="1" noChangeArrowheads="1"/>
          </p:cNvSpPr>
          <p:nvPr>
            <p:ph type="body" idx="1"/>
          </p:nvPr>
        </p:nvSpPr>
        <p:spPr/>
        <p:txBody>
          <a:bodyPr/>
          <a:lstStyle/>
          <a:p>
            <a:pPr eaLnBrk="1" hangingPunct="1">
              <a:defRPr/>
            </a:pPr>
            <a:r>
              <a:rPr lang="en-US"/>
              <a:t>enveloped data</a:t>
            </a:r>
          </a:p>
          <a:p>
            <a:pPr lvl="1" eaLnBrk="1" hangingPunct="1">
              <a:defRPr/>
            </a:pPr>
            <a:r>
              <a:rPr lang="en-US"/>
              <a:t>encrypted content and associated keys</a:t>
            </a:r>
          </a:p>
          <a:p>
            <a:pPr eaLnBrk="1" hangingPunct="1">
              <a:defRPr/>
            </a:pPr>
            <a:r>
              <a:rPr lang="en-US"/>
              <a:t>signed data</a:t>
            </a:r>
          </a:p>
          <a:p>
            <a:pPr lvl="1" eaLnBrk="1" hangingPunct="1">
              <a:defRPr/>
            </a:pPr>
            <a:r>
              <a:rPr lang="en-US"/>
              <a:t>encoded message + signed digest</a:t>
            </a:r>
          </a:p>
          <a:p>
            <a:pPr eaLnBrk="1" hangingPunct="1">
              <a:defRPr/>
            </a:pPr>
            <a:r>
              <a:rPr lang="en-US"/>
              <a:t>clear-signed data</a:t>
            </a:r>
          </a:p>
          <a:p>
            <a:pPr lvl="1" eaLnBrk="1" hangingPunct="1">
              <a:defRPr/>
            </a:pPr>
            <a:r>
              <a:rPr lang="en-US"/>
              <a:t>cleartext message + encoded signed digest</a:t>
            </a:r>
          </a:p>
          <a:p>
            <a:pPr eaLnBrk="1" hangingPunct="1">
              <a:defRPr/>
            </a:pPr>
            <a:r>
              <a:rPr lang="en-US"/>
              <a:t>signed &amp; enveloped data</a:t>
            </a:r>
          </a:p>
          <a:p>
            <a:pPr lvl="1" eaLnBrk="1" hangingPunct="1">
              <a:defRPr/>
            </a:pPr>
            <a:r>
              <a:rPr lang="en-US"/>
              <a:t>nesting of signed &amp; encrypted entities</a:t>
            </a:r>
            <a:endParaRPr lang="en-AU"/>
          </a:p>
        </p:txBody>
      </p:sp>
      <p:sp>
        <p:nvSpPr>
          <p:cNvPr id="6" name="Slide Number Placeholder 5">
            <a:extLst>
              <a:ext uri="{FF2B5EF4-FFF2-40B4-BE49-F238E27FC236}">
                <a16:creationId xmlns:a16="http://schemas.microsoft.com/office/drawing/2014/main" id="{C23B9F8A-BBFB-49EB-BB3C-2EA55071A93F}"/>
              </a:ext>
            </a:extLst>
          </p:cNvPr>
          <p:cNvSpPr>
            <a:spLocks noGrp="1"/>
          </p:cNvSpPr>
          <p:nvPr>
            <p:ph type="sldNum" sz="quarter" idx="12"/>
          </p:nvPr>
        </p:nvSpPr>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73532AA9-AF96-4BEF-BA10-399182034F33}" type="slidenum">
              <a:rPr lang="en-US" altLang="en-US" sz="1000"/>
              <a:pPr eaLnBrk="1" hangingPunct="1"/>
              <a:t>38</a:t>
            </a:fld>
            <a:endParaRPr lang="en-US" altLang="en-US" sz="100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a:extLst>
              <a:ext uri="{FF2B5EF4-FFF2-40B4-BE49-F238E27FC236}">
                <a16:creationId xmlns:a16="http://schemas.microsoft.com/office/drawing/2014/main" id="{C0C8D382-64F6-4C92-9968-E52B82F77433}"/>
              </a:ext>
            </a:extLst>
          </p:cNvPr>
          <p:cNvSpPr>
            <a:spLocks noGrp="1" noChangeArrowheads="1"/>
          </p:cNvSpPr>
          <p:nvPr>
            <p:ph type="title"/>
          </p:nvPr>
        </p:nvSpPr>
        <p:spPr/>
        <p:txBody>
          <a:bodyPr/>
          <a:lstStyle/>
          <a:p>
            <a:pPr eaLnBrk="1" hangingPunct="1">
              <a:defRPr/>
            </a:pPr>
            <a:r>
              <a:rPr lang="en-US" sz="4000"/>
              <a:t>S/MIME Cryptographic Algorithms</a:t>
            </a:r>
            <a:endParaRPr lang="en-AU" sz="4000"/>
          </a:p>
        </p:txBody>
      </p:sp>
      <p:sp>
        <p:nvSpPr>
          <p:cNvPr id="64515" name="Rectangle 3">
            <a:extLst>
              <a:ext uri="{FF2B5EF4-FFF2-40B4-BE49-F238E27FC236}">
                <a16:creationId xmlns:a16="http://schemas.microsoft.com/office/drawing/2014/main" id="{F11A54B9-CE34-47A9-8C47-80AED096DBA7}"/>
              </a:ext>
            </a:extLst>
          </p:cNvPr>
          <p:cNvSpPr>
            <a:spLocks noGrp="1" noChangeArrowheads="1"/>
          </p:cNvSpPr>
          <p:nvPr>
            <p:ph type="body" idx="1"/>
          </p:nvPr>
        </p:nvSpPr>
        <p:spPr/>
        <p:txBody>
          <a:bodyPr/>
          <a:lstStyle/>
          <a:p>
            <a:pPr eaLnBrk="1" hangingPunct="1">
              <a:defRPr/>
            </a:pPr>
            <a:r>
              <a:rPr lang="en-US"/>
              <a:t>digital signatures: DSS &amp; RSA</a:t>
            </a:r>
          </a:p>
          <a:p>
            <a:pPr eaLnBrk="1" hangingPunct="1">
              <a:defRPr/>
            </a:pPr>
            <a:r>
              <a:rPr lang="en-US"/>
              <a:t>hash functions: SHA-1 &amp; MD5</a:t>
            </a:r>
          </a:p>
          <a:p>
            <a:pPr eaLnBrk="1" hangingPunct="1">
              <a:defRPr/>
            </a:pPr>
            <a:r>
              <a:rPr lang="en-US"/>
              <a:t>session key encryption: ElGamal &amp; RSA</a:t>
            </a:r>
          </a:p>
          <a:p>
            <a:pPr eaLnBrk="1" hangingPunct="1">
              <a:defRPr/>
            </a:pPr>
            <a:r>
              <a:rPr lang="en-US"/>
              <a:t>message encryption: AES, Triple-DES, RC2/40 and others</a:t>
            </a:r>
          </a:p>
          <a:p>
            <a:pPr eaLnBrk="1" hangingPunct="1">
              <a:defRPr/>
            </a:pPr>
            <a:r>
              <a:rPr lang="en-US"/>
              <a:t>MAC: HMAC with SHA-1</a:t>
            </a:r>
          </a:p>
          <a:p>
            <a:pPr eaLnBrk="1" hangingPunct="1">
              <a:defRPr/>
            </a:pPr>
            <a:r>
              <a:rPr lang="en-US"/>
              <a:t>have process to decide which algs to use</a:t>
            </a:r>
            <a:endParaRPr lang="en-AU"/>
          </a:p>
        </p:txBody>
      </p:sp>
      <p:sp>
        <p:nvSpPr>
          <p:cNvPr id="6" name="Slide Number Placeholder 5">
            <a:extLst>
              <a:ext uri="{FF2B5EF4-FFF2-40B4-BE49-F238E27FC236}">
                <a16:creationId xmlns:a16="http://schemas.microsoft.com/office/drawing/2014/main" id="{35B9D425-C559-4643-A069-F4D23F603EE7}"/>
              </a:ext>
            </a:extLst>
          </p:cNvPr>
          <p:cNvSpPr>
            <a:spLocks noGrp="1"/>
          </p:cNvSpPr>
          <p:nvPr>
            <p:ph type="sldNum" sz="quarter" idx="12"/>
          </p:nvPr>
        </p:nvSpPr>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4ECA5DD3-E21B-4A49-BCC3-00B90CD6AB2F}" type="slidenum">
              <a:rPr lang="en-US" altLang="en-US" sz="1000"/>
              <a:pPr eaLnBrk="1" hangingPunct="1"/>
              <a:t>39</a:t>
            </a:fld>
            <a:endParaRPr lang="en-US" altLang="en-US" sz="100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a:extLst>
              <a:ext uri="{FF2B5EF4-FFF2-40B4-BE49-F238E27FC236}">
                <a16:creationId xmlns:a16="http://schemas.microsoft.com/office/drawing/2014/main" id="{F6A84718-A542-4857-8A31-59AD946BDEDC}"/>
              </a:ext>
            </a:extLst>
          </p:cNvPr>
          <p:cNvSpPr>
            <a:spLocks noGrp="1" noChangeArrowheads="1"/>
          </p:cNvSpPr>
          <p:nvPr>
            <p:ph type="title"/>
          </p:nvPr>
        </p:nvSpPr>
        <p:spPr/>
        <p:txBody>
          <a:bodyPr/>
          <a:lstStyle/>
          <a:p>
            <a:pPr eaLnBrk="1" hangingPunct="1">
              <a:defRPr/>
            </a:pPr>
            <a:r>
              <a:rPr lang="en-AU"/>
              <a:t>S/MIME Messages</a:t>
            </a:r>
          </a:p>
        </p:txBody>
      </p:sp>
      <p:sp>
        <p:nvSpPr>
          <p:cNvPr id="94211" name="Rectangle 3">
            <a:extLst>
              <a:ext uri="{FF2B5EF4-FFF2-40B4-BE49-F238E27FC236}">
                <a16:creationId xmlns:a16="http://schemas.microsoft.com/office/drawing/2014/main" id="{EF6B2644-089C-48E4-AEFA-ADFB8A36B29C}"/>
              </a:ext>
            </a:extLst>
          </p:cNvPr>
          <p:cNvSpPr>
            <a:spLocks noGrp="1" noChangeArrowheads="1"/>
          </p:cNvSpPr>
          <p:nvPr>
            <p:ph type="body" idx="1"/>
          </p:nvPr>
        </p:nvSpPr>
        <p:spPr>
          <a:xfrm>
            <a:off x="457200" y="1676400"/>
            <a:ext cx="8229600" cy="4876800"/>
          </a:xfrm>
        </p:spPr>
        <p:txBody>
          <a:bodyPr/>
          <a:lstStyle/>
          <a:p>
            <a:pPr eaLnBrk="1" hangingPunct="1">
              <a:defRPr/>
            </a:pPr>
            <a:r>
              <a:rPr lang="en-AU"/>
              <a:t>S/MIME secures </a:t>
            </a:r>
            <a:r>
              <a:rPr lang="en-US"/>
              <a:t>a MIME entity with a signature, encryption, or both</a:t>
            </a:r>
          </a:p>
          <a:p>
            <a:pPr eaLnBrk="1" hangingPunct="1">
              <a:defRPr/>
            </a:pPr>
            <a:r>
              <a:rPr lang="en-US"/>
              <a:t>forming a MIME wrapped PKCS object</a:t>
            </a:r>
          </a:p>
          <a:p>
            <a:pPr eaLnBrk="1" hangingPunct="1">
              <a:defRPr/>
            </a:pPr>
            <a:r>
              <a:rPr lang="en-US"/>
              <a:t>have a range of content-types:</a:t>
            </a:r>
          </a:p>
          <a:p>
            <a:pPr lvl="1" eaLnBrk="1" hangingPunct="1">
              <a:defRPr/>
            </a:pPr>
            <a:r>
              <a:rPr lang="en-AU"/>
              <a:t>enveloped data</a:t>
            </a:r>
          </a:p>
          <a:p>
            <a:pPr lvl="1" eaLnBrk="1" hangingPunct="1">
              <a:defRPr/>
            </a:pPr>
            <a:r>
              <a:rPr lang="en-AU"/>
              <a:t>signed data</a:t>
            </a:r>
          </a:p>
          <a:p>
            <a:pPr lvl="1" eaLnBrk="1" hangingPunct="1">
              <a:defRPr/>
            </a:pPr>
            <a:r>
              <a:rPr lang="en-AU"/>
              <a:t>clear-signed data</a:t>
            </a:r>
          </a:p>
          <a:p>
            <a:pPr lvl="1" eaLnBrk="1" hangingPunct="1">
              <a:defRPr/>
            </a:pPr>
            <a:r>
              <a:rPr lang="en-AU"/>
              <a:t>registration request</a:t>
            </a:r>
          </a:p>
          <a:p>
            <a:pPr lvl="1" eaLnBrk="1" hangingPunct="1">
              <a:defRPr/>
            </a:pPr>
            <a:r>
              <a:rPr lang="en-AU"/>
              <a:t>certificate only message</a:t>
            </a:r>
          </a:p>
        </p:txBody>
      </p:sp>
      <p:sp>
        <p:nvSpPr>
          <p:cNvPr id="6" name="Slide Number Placeholder 5">
            <a:extLst>
              <a:ext uri="{FF2B5EF4-FFF2-40B4-BE49-F238E27FC236}">
                <a16:creationId xmlns:a16="http://schemas.microsoft.com/office/drawing/2014/main" id="{687A2DEF-F36C-4EB4-A00F-53918EF864A6}"/>
              </a:ext>
            </a:extLst>
          </p:cNvPr>
          <p:cNvSpPr>
            <a:spLocks noGrp="1"/>
          </p:cNvSpPr>
          <p:nvPr>
            <p:ph type="sldNum" sz="quarter" idx="12"/>
          </p:nvPr>
        </p:nvSpPr>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C2301CAE-4AB2-4DA7-8417-12545D8EE506}" type="slidenum">
              <a:rPr lang="en-US" altLang="en-US" sz="1000"/>
              <a:pPr eaLnBrk="1" hangingPunct="1"/>
              <a:t>40</a:t>
            </a:fld>
            <a:endParaRPr lang="en-US" altLang="en-US" sz="100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a:extLst>
              <a:ext uri="{FF2B5EF4-FFF2-40B4-BE49-F238E27FC236}">
                <a16:creationId xmlns:a16="http://schemas.microsoft.com/office/drawing/2014/main" id="{3CE535B5-9CE1-45BD-A2AC-295F0F5E3D75}"/>
              </a:ext>
            </a:extLst>
          </p:cNvPr>
          <p:cNvSpPr>
            <a:spLocks noGrp="1" noChangeArrowheads="1"/>
          </p:cNvSpPr>
          <p:nvPr>
            <p:ph type="title"/>
          </p:nvPr>
        </p:nvSpPr>
        <p:spPr/>
        <p:txBody>
          <a:bodyPr/>
          <a:lstStyle/>
          <a:p>
            <a:pPr eaLnBrk="1" hangingPunct="1">
              <a:defRPr/>
            </a:pPr>
            <a:r>
              <a:rPr lang="en-AU"/>
              <a:t>S/MIME Certificate Processing</a:t>
            </a:r>
          </a:p>
        </p:txBody>
      </p:sp>
      <p:sp>
        <p:nvSpPr>
          <p:cNvPr id="65539" name="Rectangle 3">
            <a:extLst>
              <a:ext uri="{FF2B5EF4-FFF2-40B4-BE49-F238E27FC236}">
                <a16:creationId xmlns:a16="http://schemas.microsoft.com/office/drawing/2014/main" id="{EA3625F8-8595-4A2E-ADB3-589781F748D7}"/>
              </a:ext>
            </a:extLst>
          </p:cNvPr>
          <p:cNvSpPr>
            <a:spLocks noGrp="1" noChangeArrowheads="1"/>
          </p:cNvSpPr>
          <p:nvPr>
            <p:ph type="body" idx="1"/>
          </p:nvPr>
        </p:nvSpPr>
        <p:spPr/>
        <p:txBody>
          <a:bodyPr/>
          <a:lstStyle/>
          <a:p>
            <a:pPr eaLnBrk="1" hangingPunct="1">
              <a:defRPr/>
            </a:pPr>
            <a:r>
              <a:rPr lang="en-AU"/>
              <a:t>S/MIME uses X.509 v3 certificates</a:t>
            </a:r>
          </a:p>
          <a:p>
            <a:pPr eaLnBrk="1" hangingPunct="1">
              <a:defRPr/>
            </a:pPr>
            <a:r>
              <a:rPr lang="en-US"/>
              <a:t>managed using a hybrid of a strict X.509 CA hierarchy &amp; PGP’s web of trust</a:t>
            </a:r>
          </a:p>
          <a:p>
            <a:pPr eaLnBrk="1" hangingPunct="1">
              <a:defRPr/>
            </a:pPr>
            <a:r>
              <a:rPr lang="en-US"/>
              <a:t>each client has a list of trusted CA’s certs</a:t>
            </a:r>
          </a:p>
          <a:p>
            <a:pPr eaLnBrk="1" hangingPunct="1">
              <a:defRPr/>
            </a:pPr>
            <a:r>
              <a:rPr lang="en-US"/>
              <a:t>and own public/private key pairs &amp; certs</a:t>
            </a:r>
          </a:p>
          <a:p>
            <a:pPr eaLnBrk="1" hangingPunct="1">
              <a:defRPr/>
            </a:pPr>
            <a:r>
              <a:rPr lang="en-US"/>
              <a:t>certificates must be signed by trusted CA’s</a:t>
            </a:r>
            <a:endParaRPr lang="en-AU"/>
          </a:p>
          <a:p>
            <a:pPr eaLnBrk="1" hangingPunct="1">
              <a:defRPr/>
            </a:pPr>
            <a:endParaRPr lang="en-AU"/>
          </a:p>
        </p:txBody>
      </p:sp>
      <p:sp>
        <p:nvSpPr>
          <p:cNvPr id="6" name="Slide Number Placeholder 5">
            <a:extLst>
              <a:ext uri="{FF2B5EF4-FFF2-40B4-BE49-F238E27FC236}">
                <a16:creationId xmlns:a16="http://schemas.microsoft.com/office/drawing/2014/main" id="{7AAEED90-63EC-4348-873B-FEDB0E2ECE41}"/>
              </a:ext>
            </a:extLst>
          </p:cNvPr>
          <p:cNvSpPr>
            <a:spLocks noGrp="1"/>
          </p:cNvSpPr>
          <p:nvPr>
            <p:ph type="sldNum" sz="quarter" idx="12"/>
          </p:nvPr>
        </p:nvSpPr>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CA3D4991-FFE5-4F19-AB3A-97BC15DB3352}" type="slidenum">
              <a:rPr lang="en-US" altLang="en-US" sz="1000"/>
              <a:pPr eaLnBrk="1" hangingPunct="1"/>
              <a:t>41</a:t>
            </a:fld>
            <a:endParaRPr lang="en-US" altLang="en-US" sz="1000"/>
          </a:p>
        </p:txBody>
      </p:sp>
    </p:spTree>
  </p:cSld>
  <p:clrMapOvr>
    <a:masterClrMapping/>
  </p:clrMapOvr>
</p:sld>
</file>

<file path=ppt/theme/theme1.xml><?xml version="1.0" encoding="utf-8"?>
<a:theme xmlns:a="http://schemas.openxmlformats.org/drawingml/2006/main" name="ch01">
  <a:themeElements>
    <a:clrScheme name="ch01 4">
      <a:dk1>
        <a:srgbClr val="9B69FF"/>
      </a:dk1>
      <a:lt1>
        <a:srgbClr val="FFFFFF"/>
      </a:lt1>
      <a:dk2>
        <a:srgbClr val="666699"/>
      </a:dk2>
      <a:lt2>
        <a:srgbClr val="D9D9FF"/>
      </a:lt2>
      <a:accent1>
        <a:srgbClr val="9966FF"/>
      </a:accent1>
      <a:accent2>
        <a:srgbClr val="00FFFF"/>
      </a:accent2>
      <a:accent3>
        <a:srgbClr val="B8B8CA"/>
      </a:accent3>
      <a:accent4>
        <a:srgbClr val="DADADA"/>
      </a:accent4>
      <a:accent5>
        <a:srgbClr val="CAB8FF"/>
      </a:accent5>
      <a:accent6>
        <a:srgbClr val="00E7E7"/>
      </a:accent6>
      <a:hlink>
        <a:srgbClr val="5FAFFF"/>
      </a:hlink>
      <a:folHlink>
        <a:srgbClr val="003399"/>
      </a:folHlink>
    </a:clrScheme>
    <a:fontScheme name="ch01">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h01 1">
        <a:dk1>
          <a:srgbClr val="2B2B85"/>
        </a:dk1>
        <a:lt1>
          <a:srgbClr val="FFFFFF"/>
        </a:lt1>
        <a:dk2>
          <a:srgbClr val="00254A"/>
        </a:dk2>
        <a:lt2>
          <a:srgbClr val="C0C0C0"/>
        </a:lt2>
        <a:accent1>
          <a:srgbClr val="2E2E8E"/>
        </a:accent1>
        <a:accent2>
          <a:srgbClr val="0066CC"/>
        </a:accent2>
        <a:accent3>
          <a:srgbClr val="AAACB1"/>
        </a:accent3>
        <a:accent4>
          <a:srgbClr val="DADADA"/>
        </a:accent4>
        <a:accent5>
          <a:srgbClr val="ADADC6"/>
        </a:accent5>
        <a:accent6>
          <a:srgbClr val="005CB9"/>
        </a:accent6>
        <a:hlink>
          <a:srgbClr val="99CCFF"/>
        </a:hlink>
        <a:folHlink>
          <a:srgbClr val="8F8FB5"/>
        </a:folHlink>
      </a:clrScheme>
      <a:clrMap bg1="dk2" tx1="lt1" bg2="dk1" tx2="lt2" accent1="accent1" accent2="accent2" accent3="accent3" accent4="accent4" accent5="accent5" accent6="accent6" hlink="hlink" folHlink="folHlink"/>
    </a:extraClrScheme>
    <a:extraClrScheme>
      <a:clrScheme name="ch01 2">
        <a:dk1>
          <a:srgbClr val="3B4B5D"/>
        </a:dk1>
        <a:lt1>
          <a:srgbClr val="FFFFFF"/>
        </a:lt1>
        <a:dk2>
          <a:srgbClr val="466886"/>
        </a:dk2>
        <a:lt2>
          <a:srgbClr val="CCECFF"/>
        </a:lt2>
        <a:accent1>
          <a:srgbClr val="58718C"/>
        </a:accent1>
        <a:accent2>
          <a:srgbClr val="6D9D97"/>
        </a:accent2>
        <a:accent3>
          <a:srgbClr val="B0B9C3"/>
        </a:accent3>
        <a:accent4>
          <a:srgbClr val="DADADA"/>
        </a:accent4>
        <a:accent5>
          <a:srgbClr val="B4BBC5"/>
        </a:accent5>
        <a:accent6>
          <a:srgbClr val="628E88"/>
        </a:accent6>
        <a:hlink>
          <a:srgbClr val="99CCFF"/>
        </a:hlink>
        <a:folHlink>
          <a:srgbClr val="A97CF2"/>
        </a:folHlink>
      </a:clrScheme>
      <a:clrMap bg1="dk2" tx1="lt1" bg2="dk1" tx2="lt2" accent1="accent1" accent2="accent2" accent3="accent3" accent4="accent4" accent5="accent5" accent6="accent6" hlink="hlink" folHlink="folHlink"/>
    </a:extraClrScheme>
    <a:extraClrScheme>
      <a:clrScheme name="ch01 3">
        <a:dk1>
          <a:srgbClr val="008AE8"/>
        </a:dk1>
        <a:lt1>
          <a:srgbClr val="FFFFFF"/>
        </a:lt1>
        <a:dk2>
          <a:srgbClr val="0068AE"/>
        </a:dk2>
        <a:lt2>
          <a:srgbClr val="CCECFF"/>
        </a:lt2>
        <a:accent1>
          <a:srgbClr val="0088E4"/>
        </a:accent1>
        <a:accent2>
          <a:srgbClr val="009999"/>
        </a:accent2>
        <a:accent3>
          <a:srgbClr val="AAB9D3"/>
        </a:accent3>
        <a:accent4>
          <a:srgbClr val="DADADA"/>
        </a:accent4>
        <a:accent5>
          <a:srgbClr val="AAC3EF"/>
        </a:accent5>
        <a:accent6>
          <a:srgbClr val="008A8A"/>
        </a:accent6>
        <a:hlink>
          <a:srgbClr val="99FF99"/>
        </a:hlink>
        <a:folHlink>
          <a:srgbClr val="AFE1FF"/>
        </a:folHlink>
      </a:clrScheme>
      <a:clrMap bg1="dk2" tx1="lt1" bg2="dk1" tx2="lt2" accent1="accent1" accent2="accent2" accent3="accent3" accent4="accent4" accent5="accent5" accent6="accent6" hlink="hlink" folHlink="folHlink"/>
    </a:extraClrScheme>
    <a:extraClrScheme>
      <a:clrScheme name="ch01 4">
        <a:dk1>
          <a:srgbClr val="9B69FF"/>
        </a:dk1>
        <a:lt1>
          <a:srgbClr val="FFFFFF"/>
        </a:lt1>
        <a:dk2>
          <a:srgbClr val="666699"/>
        </a:dk2>
        <a:lt2>
          <a:srgbClr val="D9D9FF"/>
        </a:lt2>
        <a:accent1>
          <a:srgbClr val="9966FF"/>
        </a:accent1>
        <a:accent2>
          <a:srgbClr val="00FFFF"/>
        </a:accent2>
        <a:accent3>
          <a:srgbClr val="B8B8CA"/>
        </a:accent3>
        <a:accent4>
          <a:srgbClr val="DADADA"/>
        </a:accent4>
        <a:accent5>
          <a:srgbClr val="CAB8FF"/>
        </a:accent5>
        <a:accent6>
          <a:srgbClr val="00E7E7"/>
        </a:accent6>
        <a:hlink>
          <a:srgbClr val="5FAFFF"/>
        </a:hlink>
        <a:folHlink>
          <a:srgbClr val="003399"/>
        </a:folHlink>
      </a:clrScheme>
      <a:clrMap bg1="dk2" tx1="lt1" bg2="dk1" tx2="lt2" accent1="accent1" accent2="accent2" accent3="accent3" accent4="accent4" accent5="accent5" accent6="accent6" hlink="hlink" folHlink="folHlink"/>
    </a:extraClrScheme>
    <a:extraClrScheme>
      <a:clrScheme name="ch01 5">
        <a:dk1>
          <a:srgbClr val="008080"/>
        </a:dk1>
        <a:lt1>
          <a:srgbClr val="FFFFFF"/>
        </a:lt1>
        <a:dk2>
          <a:srgbClr val="006666"/>
        </a:dk2>
        <a:lt2>
          <a:srgbClr val="FFFFCC"/>
        </a:lt2>
        <a:accent1>
          <a:srgbClr val="008080"/>
        </a:accent1>
        <a:accent2>
          <a:srgbClr val="0099FF"/>
        </a:accent2>
        <a:accent3>
          <a:srgbClr val="AAB8B8"/>
        </a:accent3>
        <a:accent4>
          <a:srgbClr val="DADADA"/>
        </a:accent4>
        <a:accent5>
          <a:srgbClr val="AAC0C0"/>
        </a:accent5>
        <a:accent6>
          <a:srgbClr val="008AE7"/>
        </a:accent6>
        <a:hlink>
          <a:srgbClr val="1ACE9F"/>
        </a:hlink>
        <a:folHlink>
          <a:srgbClr val="A5B5CD"/>
        </a:folHlink>
      </a:clrScheme>
      <a:clrMap bg1="dk2" tx1="lt1" bg2="dk1" tx2="lt2" accent1="accent1" accent2="accent2" accent3="accent3" accent4="accent4" accent5="accent5" accent6="accent6" hlink="hlink" folHlink="folHlink"/>
    </a:extraClrScheme>
    <a:extraClrScheme>
      <a:clrScheme name="ch01 6">
        <a:dk1>
          <a:srgbClr val="CDD9D1"/>
        </a:dk1>
        <a:lt1>
          <a:srgbClr val="FFFFFF"/>
        </a:lt1>
        <a:dk2>
          <a:srgbClr val="A3BBA9"/>
        </a:dk2>
        <a:lt2>
          <a:srgbClr val="007D80"/>
        </a:lt2>
        <a:accent1>
          <a:srgbClr val="CBD7CE"/>
        </a:accent1>
        <a:accent2>
          <a:srgbClr val="9CA8A4"/>
        </a:accent2>
        <a:accent3>
          <a:srgbClr val="CEDAD1"/>
        </a:accent3>
        <a:accent4>
          <a:srgbClr val="DADADA"/>
        </a:accent4>
        <a:accent5>
          <a:srgbClr val="E2E8E3"/>
        </a:accent5>
        <a:accent6>
          <a:srgbClr val="8D9894"/>
        </a:accent6>
        <a:hlink>
          <a:srgbClr val="009900"/>
        </a:hlink>
        <a:folHlink>
          <a:srgbClr val="009999"/>
        </a:folHlink>
      </a:clrScheme>
      <a:clrMap bg1="dk2" tx1="lt1" bg2="dk1" tx2="lt2" accent1="accent1" accent2="accent2" accent3="accent3" accent4="accent4" accent5="accent5" accent6="accent6" hlink="hlink" folHlink="folHlink"/>
    </a:extraClrScheme>
    <a:extraClrScheme>
      <a:clrScheme name="ch01 7">
        <a:dk1>
          <a:srgbClr val="686B5D"/>
        </a:dk1>
        <a:lt1>
          <a:srgbClr val="DCDAD0"/>
        </a:lt1>
        <a:dk2>
          <a:srgbClr val="525040"/>
        </a:dk2>
        <a:lt2>
          <a:srgbClr val="D3D2A6"/>
        </a:lt2>
        <a:accent1>
          <a:srgbClr val="686B5D"/>
        </a:accent1>
        <a:accent2>
          <a:srgbClr val="5D8770"/>
        </a:accent2>
        <a:accent3>
          <a:srgbClr val="B3B3AF"/>
        </a:accent3>
        <a:accent4>
          <a:srgbClr val="BCBAB1"/>
        </a:accent4>
        <a:accent5>
          <a:srgbClr val="B9BAB6"/>
        </a:accent5>
        <a:accent6>
          <a:srgbClr val="537A65"/>
        </a:accent6>
        <a:hlink>
          <a:srgbClr val="85B7A9"/>
        </a:hlink>
        <a:folHlink>
          <a:srgbClr val="B89362"/>
        </a:folHlink>
      </a:clrScheme>
      <a:clrMap bg1="dk2" tx1="lt1" bg2="dk1" tx2="lt2" accent1="accent1" accent2="accent2" accent3="accent3" accent4="accent4" accent5="accent5" accent6="accent6" hlink="hlink" folHlink="folHlink"/>
    </a:extraClrScheme>
    <a:extraClrScheme>
      <a:clrScheme name="ch01 8">
        <a:dk1>
          <a:srgbClr val="000000"/>
        </a:dk1>
        <a:lt1>
          <a:srgbClr val="EAEAEA"/>
        </a:lt1>
        <a:dk2>
          <a:srgbClr val="000000"/>
        </a:dk2>
        <a:lt2>
          <a:srgbClr val="B2B2B2"/>
        </a:lt2>
        <a:accent1>
          <a:srgbClr val="FFFFFF"/>
        </a:accent1>
        <a:accent2>
          <a:srgbClr val="A4BCC4"/>
        </a:accent2>
        <a:accent3>
          <a:srgbClr val="F3F3F3"/>
        </a:accent3>
        <a:accent4>
          <a:srgbClr val="000000"/>
        </a:accent4>
        <a:accent5>
          <a:srgbClr val="FFFFFF"/>
        </a:accent5>
        <a:accent6>
          <a:srgbClr val="94AAB1"/>
        </a:accent6>
        <a:hlink>
          <a:srgbClr val="0066FF"/>
        </a:hlink>
        <a:folHlink>
          <a:srgbClr val="00CC66"/>
        </a:folHlink>
      </a:clrScheme>
      <a:clrMap bg1="lt1" tx1="dk1" bg2="lt2" tx2="dk2" accent1="accent1" accent2="accent2" accent3="accent3" accent4="accent4" accent5="accent5" accent6="accent6" hlink="hlink" folHlink="folHlink"/>
    </a:extraClrScheme>
    <a:extraClrScheme>
      <a:clrScheme name="ch01 9">
        <a:dk1>
          <a:srgbClr val="000000"/>
        </a:dk1>
        <a:lt1>
          <a:srgbClr val="D7D1B9"/>
        </a:lt1>
        <a:dk2>
          <a:srgbClr val="B39257"/>
        </a:dk2>
        <a:lt2>
          <a:srgbClr val="B1A887"/>
        </a:lt2>
        <a:accent1>
          <a:srgbClr val="E6E3D4"/>
        </a:accent1>
        <a:accent2>
          <a:srgbClr val="A2A4AC"/>
        </a:accent2>
        <a:accent3>
          <a:srgbClr val="E8E5D9"/>
        </a:accent3>
        <a:accent4>
          <a:srgbClr val="000000"/>
        </a:accent4>
        <a:accent5>
          <a:srgbClr val="F0EFE6"/>
        </a:accent5>
        <a:accent6>
          <a:srgbClr val="92949B"/>
        </a:accent6>
        <a:hlink>
          <a:srgbClr val="666633"/>
        </a:hlink>
        <a:folHlink>
          <a:srgbClr val="9C98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9E3DF40221A5A747B9428815DED67DED" ma:contentTypeVersion="10" ma:contentTypeDescription="Create a new document." ma:contentTypeScope="" ma:versionID="d0f0a0ed34c5972daecef95a5985b95e">
  <xsd:schema xmlns:xsd="http://www.w3.org/2001/XMLSchema" xmlns:xs="http://www.w3.org/2001/XMLSchema" xmlns:p="http://schemas.microsoft.com/office/2006/metadata/properties" xmlns:ns2="81b1b38b-1728-467a-aa8a-c19a9cfce538" xmlns:ns3="514333d6-4808-4746-a875-3c8d1b8a0326" targetNamespace="http://schemas.microsoft.com/office/2006/metadata/properties" ma:root="true" ma:fieldsID="2bb5ddbc2cd01d83382089ed07f9918a" ns2:_="" ns3:_="">
    <xsd:import namespace="81b1b38b-1728-467a-aa8a-c19a9cfce538"/>
    <xsd:import namespace="514333d6-4808-4746-a875-3c8d1b8a0326"/>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1b1b38b-1728-467a-aa8a-c19a9cfce53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8998298d-0a5b-46c5-8f32-181cac62bf5f"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514333d6-4808-4746-a875-3c8d1b8a0326"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6d13f901-ec8c-4016-8814-34551a297e3b}" ma:internalName="TaxCatchAll" ma:showField="CatchAllData" ma:web="514333d6-4808-4746-a875-3c8d1b8a0326">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81b1b38b-1728-467a-aa8a-c19a9cfce538">
      <Terms xmlns="http://schemas.microsoft.com/office/infopath/2007/PartnerControls"/>
    </lcf76f155ced4ddcb4097134ff3c332f>
    <TaxCatchAll xmlns="514333d6-4808-4746-a875-3c8d1b8a0326" xsi:nil="true"/>
  </documentManagement>
</p:properties>
</file>

<file path=customXml/itemProps1.xml><?xml version="1.0" encoding="utf-8"?>
<ds:datastoreItem xmlns:ds="http://schemas.openxmlformats.org/officeDocument/2006/customXml" ds:itemID="{27C104FB-ECAE-4025-B020-23F762CF887E}"/>
</file>

<file path=customXml/itemProps2.xml><?xml version="1.0" encoding="utf-8"?>
<ds:datastoreItem xmlns:ds="http://schemas.openxmlformats.org/officeDocument/2006/customXml" ds:itemID="{6548D10C-2571-444B-83FC-9BE8DCB06153}"/>
</file>

<file path=customXml/itemProps3.xml><?xml version="1.0" encoding="utf-8"?>
<ds:datastoreItem xmlns:ds="http://schemas.openxmlformats.org/officeDocument/2006/customXml" ds:itemID="{7147EB9D-F954-40AB-AA25-C70CD625E10B}"/>
</file>

<file path=docProps/app.xml><?xml version="1.0" encoding="utf-8"?>
<Properties xmlns="http://schemas.openxmlformats.org/officeDocument/2006/extended-properties" xmlns:vt="http://schemas.openxmlformats.org/officeDocument/2006/docPropsVTypes">
  <Template> Mnementh:Users:lpb:admin:consult:Prentice-Hall:Slides:ch01.ppt</Template>
  <TotalTime>328</TotalTime>
  <Words>4555</Words>
  <Application>Microsoft Office PowerPoint</Application>
  <PresentationFormat>On-screen Show (4:3)</PresentationFormat>
  <Paragraphs>385</Paragraphs>
  <Slides>41</Slides>
  <Notes>41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41</vt:i4>
      </vt:variant>
    </vt:vector>
  </HeadingPairs>
  <TitlesOfParts>
    <vt:vector size="48" baseType="lpstr">
      <vt:lpstr>Arial</vt:lpstr>
      <vt:lpstr>Courier New</vt:lpstr>
      <vt:lpstr>Helvetica</vt:lpstr>
      <vt:lpstr>Times</vt:lpstr>
      <vt:lpstr>Times-Roman</vt:lpstr>
      <vt:lpstr>Wingdings</vt:lpstr>
      <vt:lpstr>ch01</vt:lpstr>
      <vt:lpstr>Cryptography and Network Security </vt:lpstr>
      <vt:lpstr>Authentication Applications</vt:lpstr>
      <vt:lpstr>Kerberos</vt:lpstr>
      <vt:lpstr>Kerberos Requirements</vt:lpstr>
      <vt:lpstr>Kerberos v4 Overview</vt:lpstr>
      <vt:lpstr>Kerberos v4 Dialogue</vt:lpstr>
      <vt:lpstr>Kerberos 4 Overview</vt:lpstr>
      <vt:lpstr>Kerberos Realms</vt:lpstr>
      <vt:lpstr>Kerberos Realms</vt:lpstr>
      <vt:lpstr>Kerberos Version 5</vt:lpstr>
      <vt:lpstr>X.509 Authentication Service </vt:lpstr>
      <vt:lpstr>X.509 Certificates</vt:lpstr>
      <vt:lpstr>X.509 Certificates</vt:lpstr>
      <vt:lpstr>Obtaining a Certificate </vt:lpstr>
      <vt:lpstr>CA Hierarchy </vt:lpstr>
      <vt:lpstr>CA Hierarchy Use</vt:lpstr>
      <vt:lpstr>Certificate Revocation</vt:lpstr>
      <vt:lpstr>Authentication Procedures</vt:lpstr>
      <vt:lpstr>One-Way Authentication</vt:lpstr>
      <vt:lpstr>Two-Way Authentication</vt:lpstr>
      <vt:lpstr>Three-Way Authentication</vt:lpstr>
      <vt:lpstr>X.509 Version 3</vt:lpstr>
      <vt:lpstr>Certificate Extensions</vt:lpstr>
      <vt:lpstr>Public Key Infrastructure</vt:lpstr>
      <vt:lpstr>PowerPoint Presentation</vt:lpstr>
      <vt:lpstr>Email Security</vt:lpstr>
      <vt:lpstr>Email Security Enhancements</vt:lpstr>
      <vt:lpstr>Pretty Good Privacy (PGP)</vt:lpstr>
      <vt:lpstr>PGP Operation – Authentication</vt:lpstr>
      <vt:lpstr>PGP Operation – Confidentiality</vt:lpstr>
      <vt:lpstr>PGP Operation – Confidentiality &amp; Authentication </vt:lpstr>
      <vt:lpstr>PGP Operation – Compression</vt:lpstr>
      <vt:lpstr>PGP Operation – Email Compatibility</vt:lpstr>
      <vt:lpstr>PGP Operation – Summary</vt:lpstr>
      <vt:lpstr>PGP Session Keys</vt:lpstr>
      <vt:lpstr>PGP Public &amp; Private Keys</vt:lpstr>
      <vt:lpstr>S/MIME (Secure/Multipurpose Internet Mail Extensions)</vt:lpstr>
      <vt:lpstr>S/MIME Functions</vt:lpstr>
      <vt:lpstr>S/MIME Cryptographic Algorithms</vt:lpstr>
      <vt:lpstr>S/MIME Messages</vt:lpstr>
      <vt:lpstr>S/MIME Certificate Processing</vt:lpstr>
    </vt:vector>
  </TitlesOfParts>
  <Manager/>
  <Company>School of IT&amp;EE, UNSW@ADFA</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Cryptography and Network Security 4/e</dc:title>
  <dc:subject>Lecture Overheads</dc:subject>
  <dc:creator>Dr Lawrie Brown</dc:creator>
  <cp:keywords/>
  <dc:description/>
  <cp:lastModifiedBy>MONTRI SUPATTATHAM</cp:lastModifiedBy>
  <cp:revision>19</cp:revision>
  <dcterms:created xsi:type="dcterms:W3CDTF">2002-03-28T02:06:54Z</dcterms:created>
  <dcterms:modified xsi:type="dcterms:W3CDTF">2022-03-14T18:16:33Z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0x0101009E3DF40221A5A747B9428815DED67DED</vt:lpwstr>
  </property>
</Properties>
</file>