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19.xml" ContentType="application/vnd.openxmlformats-officedocument.presentationml.slide+xml"/>
  <Override PartName="/ppt/slides/slide26.xml" ContentType="application/vnd.openxmlformats-officedocument.presentationml.slide+xml"/>
  <Override PartName="/ppt/presentation.xml" ContentType="application/vnd.openxmlformats-officedocument.presentationml.presentation.main+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8.xml" ContentType="application/vnd.openxmlformats-officedocument.presentationml.notesSlide+xml"/>
  <Override PartName="/ppt/notesSlides/notesSlide26.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25.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8"/>
  </p:notesMasterIdLst>
  <p:sldIdLst>
    <p:sldId id="296" r:id="rId2"/>
    <p:sldId id="275" r:id="rId3"/>
    <p:sldId id="276" r:id="rId4"/>
    <p:sldId id="279" r:id="rId5"/>
    <p:sldId id="277" r:id="rId6"/>
    <p:sldId id="278"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297" r:id="rId20"/>
    <p:sldId id="298" r:id="rId21"/>
    <p:sldId id="292" r:id="rId22"/>
    <p:sldId id="293" r:id="rId23"/>
    <p:sldId id="294" r:id="rId24"/>
    <p:sldId id="295" r:id="rId25"/>
    <p:sldId id="299" r:id="rId26"/>
    <p:sldId id="274" r:id="rId27"/>
  </p:sldIdLst>
  <p:sldSz cx="9144000" cy="6858000" type="screen4x3"/>
  <p:notesSz cx="6858000" cy="9144000"/>
  <p:defaultTextStyle>
    <a:defPPr>
      <a:defRPr lang="en-AU"/>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553" autoAdjust="0"/>
  </p:normalViewPr>
  <p:slideViewPr>
    <p:cSldViewPr>
      <p:cViewPr varScale="1">
        <p:scale>
          <a:sx n="83" d="100"/>
          <a:sy n="83" d="100"/>
        </p:scale>
        <p:origin x="1353" y="4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openxmlformats.org/officeDocument/2006/relationships/customXml" Target="../customXml/item3.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E4E44CEB-2B25-44B9-985F-C726F9022DB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AU"/>
          </a:p>
        </p:txBody>
      </p:sp>
      <p:sp>
        <p:nvSpPr>
          <p:cNvPr id="22531" name="Rectangle 3">
            <a:extLst>
              <a:ext uri="{FF2B5EF4-FFF2-40B4-BE49-F238E27FC236}">
                <a16:creationId xmlns:a16="http://schemas.microsoft.com/office/drawing/2014/main" id="{35892F4E-E650-49F8-B574-914223591E3D}"/>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AU"/>
          </a:p>
        </p:txBody>
      </p:sp>
      <p:sp>
        <p:nvSpPr>
          <p:cNvPr id="3076" name="Rectangle 4">
            <a:extLst>
              <a:ext uri="{FF2B5EF4-FFF2-40B4-BE49-F238E27FC236}">
                <a16:creationId xmlns:a16="http://schemas.microsoft.com/office/drawing/2014/main" id="{E2BF5866-5AAC-4EC4-B6BB-1BFD71E3587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5">
            <a:extLst>
              <a:ext uri="{FF2B5EF4-FFF2-40B4-BE49-F238E27FC236}">
                <a16:creationId xmlns:a16="http://schemas.microsoft.com/office/drawing/2014/main" id="{7EBB5099-5EEE-458E-8BF6-CFE844FCA1F6}"/>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a:extLst>
              <a:ext uri="{FF2B5EF4-FFF2-40B4-BE49-F238E27FC236}">
                <a16:creationId xmlns:a16="http://schemas.microsoft.com/office/drawing/2014/main" id="{03667CEC-BDB4-419F-82D8-52ACEE3AB529}"/>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AU"/>
          </a:p>
        </p:txBody>
      </p:sp>
      <p:sp>
        <p:nvSpPr>
          <p:cNvPr id="22535" name="Rectangle 7">
            <a:extLst>
              <a:ext uri="{FF2B5EF4-FFF2-40B4-BE49-F238E27FC236}">
                <a16:creationId xmlns:a16="http://schemas.microsoft.com/office/drawing/2014/main" id="{584678AF-E824-4674-A546-0AC9E6418DE1}"/>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51254B6F-7586-4041-97F1-D19B2A5E1886}" type="slidenum">
              <a:rPr lang="en-AU" altLang="en-US"/>
              <a:pPr>
                <a:defRPr/>
              </a:pPr>
              <a:t>‹#›</a:t>
            </a:fld>
            <a:endParaRPr lang="en-AU"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DDF0F749-A966-49B2-919C-23C4E380D9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6D97948-9C63-47E0-A177-C3B3C91A99F2}" type="slidenum">
              <a:rPr lang="en-AU" altLang="en-US"/>
              <a:pPr>
                <a:spcBef>
                  <a:spcPct val="0"/>
                </a:spcBef>
              </a:pPr>
              <a:t>1</a:t>
            </a:fld>
            <a:endParaRPr lang="en-AU" altLang="en-US"/>
          </a:p>
        </p:txBody>
      </p:sp>
      <p:sp>
        <p:nvSpPr>
          <p:cNvPr id="5123" name="Rectangle 1026">
            <a:extLst>
              <a:ext uri="{FF2B5EF4-FFF2-40B4-BE49-F238E27FC236}">
                <a16:creationId xmlns:a16="http://schemas.microsoft.com/office/drawing/2014/main" id="{053EDD77-2C8B-42BA-B976-B22629D461C6}"/>
              </a:ext>
            </a:extLst>
          </p:cNvPr>
          <p:cNvSpPr>
            <a:spLocks noGrp="1" noRot="1" noChangeAspect="1" noChangeArrowheads="1" noTextEdit="1"/>
          </p:cNvSpPr>
          <p:nvPr>
            <p:ph type="sldImg"/>
          </p:nvPr>
        </p:nvSpPr>
        <p:spPr>
          <a:solidFill>
            <a:srgbClr val="FFFFFF"/>
          </a:solidFill>
          <a:ln/>
        </p:spPr>
      </p:sp>
      <p:sp>
        <p:nvSpPr>
          <p:cNvPr id="5124" name="Rectangle 1027">
            <a:extLst>
              <a:ext uri="{FF2B5EF4-FFF2-40B4-BE49-F238E27FC236}">
                <a16:creationId xmlns:a16="http://schemas.microsoft.com/office/drawing/2014/main" id="{4F9976C1-52F6-48C9-AF71-AD1FF51BB5D0}"/>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t>Lecture slides by Lawrie Brown for “Cryptography and Network Security”, 4/e, by William Stallings, Chapter </a:t>
            </a:r>
            <a:r>
              <a:rPr lang="en-US" altLang="en-US" sz="1000"/>
              <a:t>9 – “</a:t>
            </a:r>
            <a:r>
              <a:rPr lang="en-AU" altLang="en-US" sz="1000"/>
              <a:t>Public Key Cryptography and RSA</a:t>
            </a:r>
            <a:r>
              <a:rPr lang="en-US" altLang="en-US"/>
              <a:t>”.</a:t>
            </a:r>
            <a:endParaRPr lang="en-AU" altLang="en-US"/>
          </a:p>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4FD02C1C-72B4-4371-BC2C-946CFE1B6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2D8BD4E-B63B-4FC0-AAA9-F61BD8700784}" type="slidenum">
              <a:rPr lang="en-AU" altLang="en-US"/>
              <a:pPr>
                <a:spcBef>
                  <a:spcPct val="0"/>
                </a:spcBef>
              </a:pPr>
              <a:t>2</a:t>
            </a:fld>
            <a:endParaRPr lang="en-AU" altLang="en-US"/>
          </a:p>
        </p:txBody>
      </p:sp>
      <p:sp>
        <p:nvSpPr>
          <p:cNvPr id="7171" name="Rectangle 2">
            <a:extLst>
              <a:ext uri="{FF2B5EF4-FFF2-40B4-BE49-F238E27FC236}">
                <a16:creationId xmlns:a16="http://schemas.microsoft.com/office/drawing/2014/main" id="{DC8A5CA7-7269-484D-82E0-7A68D922E154}"/>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ED495159-7343-4E80-8247-350FB6CB55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So far all the cryptosystems discussed, from earliest history to modern times, have been private/secret/single key (symmetric) systems. </a:t>
            </a:r>
          </a:p>
          <a:p>
            <a:pPr eaLnBrk="1" hangingPunct="1"/>
            <a:r>
              <a:rPr lang="en-AU" altLang="en-US"/>
              <a:t>All classical, and modern block and stream ciphers are of this form, and still rely on the fundamental building blocks of substitution and permutation (transposition).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FA281210-3FA2-4586-AB6D-6D2A86517B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06512C5-FE7A-4276-812A-54E3DFAAB7BE}" type="slidenum">
              <a:rPr lang="en-AU" altLang="en-US"/>
              <a:pPr>
                <a:spcBef>
                  <a:spcPct val="0"/>
                </a:spcBef>
              </a:pPr>
              <a:t>3</a:t>
            </a:fld>
            <a:endParaRPr lang="en-AU" altLang="en-US"/>
          </a:p>
        </p:txBody>
      </p:sp>
      <p:sp>
        <p:nvSpPr>
          <p:cNvPr id="9219" name="Rectangle 2">
            <a:extLst>
              <a:ext uri="{FF2B5EF4-FFF2-40B4-BE49-F238E27FC236}">
                <a16:creationId xmlns:a16="http://schemas.microsoft.com/office/drawing/2014/main" id="{6FF46610-0BE7-405D-8865-C89E22DE4D9A}"/>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DD7ACB91-5410-4517-AF2D-5934C1C2EA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Will now discuss the radically different </a:t>
            </a:r>
            <a:r>
              <a:rPr lang="en-AU" altLang="en-US" b="1"/>
              <a:t>public key</a:t>
            </a:r>
            <a:r>
              <a:rPr lang="en-AU" altLang="en-US"/>
              <a:t> systems, in which </a:t>
            </a:r>
            <a:r>
              <a:rPr lang="en-AU" altLang="en-US" b="1"/>
              <a:t>two keys</a:t>
            </a:r>
            <a:r>
              <a:rPr lang="en-AU" altLang="en-US"/>
              <a:t> are used. </a:t>
            </a:r>
            <a:r>
              <a:rPr lang="en-US" altLang="en-US">
                <a:latin typeface="Times-Roman" charset="0"/>
              </a:rPr>
              <a:t>The development of public-key cryptography is the greatest and perhaps the only true revolution in the entire history of cryptography. It is asymmetric, involving the use of two separate keys, in contrast to symmetric encryption,which uses only one key. </a:t>
            </a:r>
            <a:r>
              <a:rPr lang="en-AU" altLang="en-US"/>
              <a:t>Anyone knowing the public key can encrypt messages or verify signatures, but </a:t>
            </a:r>
            <a:r>
              <a:rPr lang="en-AU" altLang="en-US" b="1"/>
              <a:t>cannot</a:t>
            </a:r>
            <a:r>
              <a:rPr lang="en-AU" altLang="en-US"/>
              <a:t> decrypt messages or create signatures, counter-intuitive though this may seem. It works by the clever use of number theory problems that are easy one way but hard the other. Note that public key schemes are neither more nor less secure than private key (security depends on the key size for both), nor do they replace private key schemes (they are too slow to do so), rather they complement them. Both also have issues with key distribution, requiring the use of some suitable protocol.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E97F7CF7-4A6C-45CF-AC38-678DB17095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8D474D7-484E-4B90-BAD9-64EEE2CE7946}" type="slidenum">
              <a:rPr lang="en-AU" altLang="en-US"/>
              <a:pPr>
                <a:spcBef>
                  <a:spcPct val="0"/>
                </a:spcBef>
              </a:pPr>
              <a:t>4</a:t>
            </a:fld>
            <a:endParaRPr lang="en-AU" altLang="en-US"/>
          </a:p>
        </p:txBody>
      </p:sp>
      <p:sp>
        <p:nvSpPr>
          <p:cNvPr id="11267" name="Rectangle 2">
            <a:extLst>
              <a:ext uri="{FF2B5EF4-FFF2-40B4-BE49-F238E27FC236}">
                <a16:creationId xmlns:a16="http://schemas.microsoft.com/office/drawing/2014/main" id="{876E18D3-3788-4A28-BD4F-6F56058CF390}"/>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05F1E6A2-9B9D-4741-86E6-6ED7E2021C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concept of public-key cryptography evolved from an attempt to attack two of the most difficult problems associated with symmetric encryption: key distribution and digital signatures. </a:t>
            </a:r>
            <a:r>
              <a:rPr lang="en-AU" altLang="en-US"/>
              <a:t>The idea of public key schemes, and the first practical scheme, which was for key distribution only, was published in 1977 by Diffie &amp; Hellman. The concept had been previously described in a classified report in 1970 by James Ellis (UK CESG) - and subsequently declassified </a:t>
            </a:r>
            <a:r>
              <a:rPr lang="en-US" altLang="en-US"/>
              <a:t>[ELLI99]. </a:t>
            </a:r>
            <a:r>
              <a:rPr lang="en-AU" altLang="en-US"/>
              <a:t>Its interesting to note that they discovered RSA first, then Diffie-Hellman, opposite to the order of public discovery! There is also a claim that the NSA knew of the concept in the mid-60’s [SIMM93].</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DE0E7B6B-CA5C-46DC-BC8B-8D30C7F94B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C6083A6-D70C-4986-A716-D57B15FDC34E}" type="slidenum">
              <a:rPr lang="en-AU" altLang="en-US"/>
              <a:pPr>
                <a:spcBef>
                  <a:spcPct val="0"/>
                </a:spcBef>
              </a:pPr>
              <a:t>5</a:t>
            </a:fld>
            <a:endParaRPr lang="en-AU" altLang="en-US"/>
          </a:p>
        </p:txBody>
      </p:sp>
      <p:sp>
        <p:nvSpPr>
          <p:cNvPr id="13315" name="Rectangle 2">
            <a:extLst>
              <a:ext uri="{FF2B5EF4-FFF2-40B4-BE49-F238E27FC236}">
                <a16:creationId xmlns:a16="http://schemas.microsoft.com/office/drawing/2014/main" id="{640C1220-D3CD-4A16-BA79-50EB0EC6E0CC}"/>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9CA851D4-7C86-4106-8E02-1E3DC1D37C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Emphasize here the radical difference with </a:t>
            </a:r>
            <a:r>
              <a:rPr lang="en-AU" altLang="en-US"/>
              <a:t>Public-Key Cryptography is the use of two related keys but with very different roles and abilities. Anyone knowing the public key can encrypt messages or verify signatures, but </a:t>
            </a:r>
            <a:r>
              <a:rPr lang="en-AU" altLang="en-US" b="1"/>
              <a:t>cannot</a:t>
            </a:r>
            <a:r>
              <a:rPr lang="en-AU" altLang="en-US"/>
              <a:t> decrypt messages or create signatures, all thanks to some clever use of number theory.</a:t>
            </a: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47E00B82-0103-4325-9713-5EFA37DBBC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BB3AF3F-0588-4895-9539-86A4617CF593}" type="slidenum">
              <a:rPr lang="en-AU" altLang="en-US"/>
              <a:pPr>
                <a:spcBef>
                  <a:spcPct val="0"/>
                </a:spcBef>
              </a:pPr>
              <a:t>6</a:t>
            </a:fld>
            <a:endParaRPr lang="en-AU" altLang="en-US"/>
          </a:p>
        </p:txBody>
      </p:sp>
      <p:sp>
        <p:nvSpPr>
          <p:cNvPr id="15363" name="Rectangle 2">
            <a:extLst>
              <a:ext uri="{FF2B5EF4-FFF2-40B4-BE49-F238E27FC236}">
                <a16:creationId xmlns:a16="http://schemas.microsoft.com/office/drawing/2014/main" id="{F3A98F30-3EB1-4F03-B59C-382F0AA66DE6}"/>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29E578C6-45BB-46FD-AC33-94A47ECCB7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9.1a “</a:t>
            </a:r>
            <a:r>
              <a:rPr lang="en-AU" altLang="en-US"/>
              <a:t>Public-Key Cryptography”, shows tha</a:t>
            </a:r>
            <a:r>
              <a:rPr lang="en-US" altLang="en-US"/>
              <a:t>t a</a:t>
            </a:r>
            <a:r>
              <a:rPr lang="en-US" altLang="en-US">
                <a:latin typeface="Times-Roman" charset="0"/>
              </a:rPr>
              <a:t> public-key encryption scheme has six ingredients: plaintext, encryption algorithm, public &amp; private keys, ciphertext &amp; decryption algorithm.</a:t>
            </a:r>
            <a:endParaRPr lang="en-US" altLang="en-US"/>
          </a:p>
          <a:p>
            <a:pPr eaLnBrk="1" hangingPunct="1"/>
            <a:r>
              <a:rPr lang="en-AU" altLang="en-US"/>
              <a:t>Consider the following analogy using padlocked boxes: traditional schemes involve the sender putting a message in a box and locking it, sending that to the receiver, and somehow securely also sending them the key to unlock the box. The radical advance in public key schemes was to turn this around, the receiver sends an </a:t>
            </a:r>
            <a:r>
              <a:rPr lang="en-AU" altLang="en-US" b="1"/>
              <a:t>unlocked box</a:t>
            </a:r>
            <a:r>
              <a:rPr lang="en-AU" altLang="en-US"/>
              <a:t> (their public key) to the sender, who puts the message in the box and locks it (easy - and having locked it cannot get at the message), and sends the locked box to the receiver who can unlock it (also easy), having the (private) key. An attacker would have to pick the lock on the box (hard).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88BE48A5-2E6E-496F-9507-728BA3C2D7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5B27702-02DD-412C-854B-AA0FC1D83B6E}" type="slidenum">
              <a:rPr lang="en-AU" altLang="en-US"/>
              <a:pPr>
                <a:spcBef>
                  <a:spcPct val="0"/>
                </a:spcBef>
              </a:pPr>
              <a:t>7</a:t>
            </a:fld>
            <a:endParaRPr lang="en-AU" altLang="en-US"/>
          </a:p>
        </p:txBody>
      </p:sp>
      <p:sp>
        <p:nvSpPr>
          <p:cNvPr id="17411" name="Rectangle 2">
            <a:extLst>
              <a:ext uri="{FF2B5EF4-FFF2-40B4-BE49-F238E27FC236}">
                <a16:creationId xmlns:a16="http://schemas.microsoft.com/office/drawing/2014/main" id="{9FB17CA9-939E-4DC6-AA85-94CC3FED085B}"/>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E18C536A-696F-4D73-A375-FCD2BBAEB4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Asymmetric algorithms rely on one key for encryption and a different but related key for decryption. These algorithms have the following important characteristic:  that it is computationally infeasible to determine the decryption key given only knowledge of the cryptographic algorithm and the encryption key. That is</a:t>
            </a:r>
            <a:r>
              <a:rPr lang="en-AU" altLang="en-US"/>
              <a:t> public key schemes utilise problems that are easy (P type) one way but hard (NP type) the other way, eg exponentiation vs logs, multiplication vs factoring.  </a:t>
            </a:r>
            <a:r>
              <a:rPr lang="en-US" altLang="en-US">
                <a:latin typeface="Times-Roman" charset="0"/>
              </a:rPr>
              <a:t>In addition, some algorithms, such as RSA, are </a:t>
            </a:r>
            <a:r>
              <a:rPr lang="en-AU" altLang="en-US"/>
              <a:t>also able to use either key as public &amp; other private.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453B5F48-2B82-44EC-9515-CCD3D72F88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310CDCA-26BB-421A-AB9E-D487DD32C6ED}" type="slidenum">
              <a:rPr lang="en-AU" altLang="en-US"/>
              <a:pPr>
                <a:spcBef>
                  <a:spcPct val="0"/>
                </a:spcBef>
              </a:pPr>
              <a:t>8</a:t>
            </a:fld>
            <a:endParaRPr lang="en-AU" altLang="en-US"/>
          </a:p>
        </p:txBody>
      </p:sp>
      <p:sp>
        <p:nvSpPr>
          <p:cNvPr id="19459" name="Rectangle 2">
            <a:extLst>
              <a:ext uri="{FF2B5EF4-FFF2-40B4-BE49-F238E27FC236}">
                <a16:creationId xmlns:a16="http://schemas.microsoft.com/office/drawing/2014/main" id="{90FEB30B-BAF1-4D6D-A8FD-B17625A95CE9}"/>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F1D5A195-FE55-4122-9CEE-CBB50DB865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Stallings Figure 9.4 “</a:t>
            </a:r>
            <a:r>
              <a:rPr lang="en-AU" altLang="en-US"/>
              <a:t>Public-Key Cryptosystems: Secrecy and Authentication” illustrates </a:t>
            </a:r>
            <a:r>
              <a:rPr lang="en-US" altLang="en-US">
                <a:latin typeface="Times-Roman" charset="0"/>
              </a:rPr>
              <a:t>the essential elements of a public-key encryption scheme.</a:t>
            </a:r>
            <a:endParaRPr lang="en-US" altLang="en-US"/>
          </a:p>
          <a:p>
            <a:pPr eaLnBrk="1" hangingPunct="1"/>
            <a:r>
              <a:rPr lang="en-US" altLang="en-US"/>
              <a:t>Note that public-key schemes can be used for either secrecy or authentication, or both (as shown here).</a:t>
            </a:r>
          </a:p>
          <a:p>
            <a:pPr eaLnBrk="1" hangingPunct="1"/>
            <a:r>
              <a:rPr lang="en-US" altLang="en-US"/>
              <a:t>In this case, separate key pairs are used for each of these purposes. The receiver owns and creates secrecy keys, sender owns and creates authentication keys.</a:t>
            </a:r>
          </a:p>
          <a:p>
            <a:pPr eaLnBrk="1" hangingPunct="1"/>
            <a:r>
              <a:rPr lang="en-US" altLang="en-US"/>
              <a:t>In practice typically DO NOT do this, because of the computational cost of public-key schemes. Rather encrypt a session key which is then used with a block cipher to encrypt the actual message, and separately sign a hash of the message as a digital signature - this will be discussed more later.</a:t>
            </a:r>
            <a:endParaRPr lang="en-AU"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608B9348-C95C-40F4-8DE5-6249F50A74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77F3E1D-C55D-4DB8-B3AE-A3E5178E8526}" type="slidenum">
              <a:rPr lang="en-AU" altLang="en-US"/>
              <a:pPr>
                <a:spcBef>
                  <a:spcPct val="0"/>
                </a:spcBef>
              </a:pPr>
              <a:t>9</a:t>
            </a:fld>
            <a:endParaRPr lang="en-AU" altLang="en-US"/>
          </a:p>
        </p:txBody>
      </p:sp>
      <p:sp>
        <p:nvSpPr>
          <p:cNvPr id="21507" name="Rectangle 2">
            <a:extLst>
              <a:ext uri="{FF2B5EF4-FFF2-40B4-BE49-F238E27FC236}">
                <a16:creationId xmlns:a16="http://schemas.microsoft.com/office/drawing/2014/main" id="{B309CE58-5C92-4AC8-A621-53594FCCCCC3}"/>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2117B7BE-B87C-408A-9196-4AA1E97D0F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Public-key systems are characterized by the use of a cryptographic type of algorithm with two keys. Depending on the application, the sender uses either the sender’s private key or the receiver’s public key, or both, to perform some type of cryptographic function. In broad terms, we can classify the use of public-key cryptosystems into the three categories:</a:t>
            </a:r>
          </a:p>
          <a:p>
            <a:pPr eaLnBrk="1" hangingPunct="1"/>
            <a:r>
              <a:rPr lang="en-US" altLang="en-US">
                <a:latin typeface="Times-Roman" charset="0"/>
              </a:rPr>
              <a:t>•</a:t>
            </a:r>
            <a:r>
              <a:rPr lang="en-US" altLang="en-US">
                <a:latin typeface="Helvetica" panose="020B0604020202020204" pitchFamily="34" charset="0"/>
              </a:rPr>
              <a:t> </a:t>
            </a:r>
            <a:r>
              <a:rPr lang="en-US" altLang="en-US">
                <a:latin typeface="Times-Roman" charset="0"/>
              </a:rPr>
              <a:t>Encryption/decryption:</a:t>
            </a:r>
            <a:r>
              <a:rPr lang="en-US" altLang="en-US">
                <a:latin typeface="Helvetica" panose="020B0604020202020204" pitchFamily="34" charset="0"/>
              </a:rPr>
              <a:t> </a:t>
            </a:r>
            <a:r>
              <a:rPr lang="en-US" altLang="en-US">
                <a:latin typeface="Times-Roman" charset="0"/>
              </a:rPr>
              <a:t>The sender encrypts a message with the recipient’s public key. </a:t>
            </a:r>
          </a:p>
          <a:p>
            <a:pPr eaLnBrk="1" hangingPunct="1"/>
            <a:r>
              <a:rPr lang="en-US" altLang="en-US">
                <a:latin typeface="Times-Roman" charset="0"/>
              </a:rPr>
              <a:t>•</a:t>
            </a:r>
            <a:r>
              <a:rPr lang="en-US" altLang="en-US">
                <a:latin typeface="Helvetica" panose="020B0604020202020204" pitchFamily="34" charset="0"/>
              </a:rPr>
              <a:t> </a:t>
            </a:r>
            <a:r>
              <a:rPr lang="en-US" altLang="en-US">
                <a:latin typeface="Times-Roman" charset="0"/>
              </a:rPr>
              <a:t>Digital signature:</a:t>
            </a:r>
            <a:r>
              <a:rPr lang="en-US" altLang="en-US">
                <a:latin typeface="Helvetica" panose="020B0604020202020204" pitchFamily="34" charset="0"/>
              </a:rPr>
              <a:t> </a:t>
            </a:r>
            <a:r>
              <a:rPr lang="en-US" altLang="en-US">
                <a:latin typeface="Times-Roman" charset="0"/>
              </a:rPr>
              <a:t>The sender “signs”a message with its private key, either to the whole message or to a small block of data that is a function of the message. </a:t>
            </a:r>
          </a:p>
          <a:p>
            <a:pPr eaLnBrk="1" hangingPunct="1"/>
            <a:r>
              <a:rPr lang="en-US" altLang="en-US">
                <a:latin typeface="Times-Roman" charset="0"/>
              </a:rPr>
              <a:t>•</a:t>
            </a:r>
            <a:r>
              <a:rPr lang="en-US" altLang="en-US">
                <a:latin typeface="Helvetica" panose="020B0604020202020204" pitchFamily="34" charset="0"/>
              </a:rPr>
              <a:t> </a:t>
            </a:r>
            <a:r>
              <a:rPr lang="en-US" altLang="en-US">
                <a:latin typeface="Times-Roman" charset="0"/>
              </a:rPr>
              <a:t>Key exchange: Two sides cooperate to exchange a session key. Several different approaches are possible, involving the private key(s) of one or both parties.</a:t>
            </a:r>
          </a:p>
          <a:p>
            <a:pPr eaLnBrk="1" hangingPunct="1"/>
            <a:r>
              <a:rPr lang="en-US" altLang="en-US">
                <a:latin typeface="Times-Roman" charset="0"/>
              </a:rPr>
              <a:t>Some algorithms are suitable for all three applications, whereas others can be used only for one or two of these applications.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84A7C3BD-FDFC-47C2-BDBA-05A05A54A4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71817AE-1EE3-4C63-8898-F68E6E1A6DD2}" type="slidenum">
              <a:rPr lang="en-AU" altLang="en-US"/>
              <a:pPr>
                <a:spcBef>
                  <a:spcPct val="0"/>
                </a:spcBef>
              </a:pPr>
              <a:t>10</a:t>
            </a:fld>
            <a:endParaRPr lang="en-AU" altLang="en-US"/>
          </a:p>
        </p:txBody>
      </p:sp>
      <p:sp>
        <p:nvSpPr>
          <p:cNvPr id="23555" name="Rectangle 2">
            <a:extLst>
              <a:ext uri="{FF2B5EF4-FFF2-40B4-BE49-F238E27FC236}">
                <a16:creationId xmlns:a16="http://schemas.microsoft.com/office/drawing/2014/main" id="{30458E30-237E-4252-88E3-28F2ABC213B9}"/>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906CFF83-A418-49CB-8AEB-DCBB36FCE4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Public key schemes are no more or less secure than private key schemes - in both cases the size of the key determines the security. Note also that you can't compare key sizes - a 64-bit private key scheme has very roughly similar security to a 512-bit RSA - both could be broken given sufficient resources. But with public key schemes at least there is usually a firmer theoretical basis for determining the security since its based on well-known and well studied number theory problems.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0271C72C-45D2-46D7-9B14-F7554839E8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D2ACBAB-0D15-4D67-BA4B-6D4F69CDE04D}" type="slidenum">
              <a:rPr lang="en-AU" altLang="en-US"/>
              <a:pPr>
                <a:spcBef>
                  <a:spcPct val="0"/>
                </a:spcBef>
              </a:pPr>
              <a:t>11</a:t>
            </a:fld>
            <a:endParaRPr lang="en-AU" altLang="en-US"/>
          </a:p>
        </p:txBody>
      </p:sp>
      <p:sp>
        <p:nvSpPr>
          <p:cNvPr id="25603" name="Rectangle 2">
            <a:extLst>
              <a:ext uri="{FF2B5EF4-FFF2-40B4-BE49-F238E27FC236}">
                <a16:creationId xmlns:a16="http://schemas.microsoft.com/office/drawing/2014/main" id="{26E4D366-9EC6-4CA1-9C35-3ED8EE9D5002}"/>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F386AF23-1AE3-441F-81DE-FF1EF2D534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RSA is the best known, and by far the most widely used general public key encryption algorithm, and was first published by Rivest, Shamir &amp; Adleman of MIT in 1978 [RIVE78]. </a:t>
            </a:r>
            <a:r>
              <a:rPr lang="en-US" altLang="en-US">
                <a:latin typeface="Times-Roman" charset="0"/>
              </a:rPr>
              <a:t>Since that time RSA has reigned supreme as the most widely accepted and implemented general-purpose approach to public-key encryption. It is </a:t>
            </a:r>
            <a:r>
              <a:rPr lang="en-AU" altLang="en-US"/>
              <a:t>based on exponentiation in a finite (Galois) field over integers modulo a prime, using </a:t>
            </a:r>
            <a:r>
              <a:rPr lang="en-US" altLang="en-US"/>
              <a:t>large integers (eg. 1024 bits)</a:t>
            </a:r>
            <a:r>
              <a:rPr lang="en-AU" altLang="en-US"/>
              <a:t>. Its security is due to the cost of factoring large numbers.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0B333512-596D-4BA9-98E2-1CF2B53D9F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7CA9081-141A-416C-8594-218D7356B086}" type="slidenum">
              <a:rPr lang="en-AU" altLang="en-US"/>
              <a:pPr>
                <a:spcBef>
                  <a:spcPct val="0"/>
                </a:spcBef>
              </a:pPr>
              <a:t>12</a:t>
            </a:fld>
            <a:endParaRPr lang="en-AU" altLang="en-US"/>
          </a:p>
        </p:txBody>
      </p:sp>
      <p:sp>
        <p:nvSpPr>
          <p:cNvPr id="27651" name="Rectangle 2">
            <a:extLst>
              <a:ext uri="{FF2B5EF4-FFF2-40B4-BE49-F238E27FC236}">
                <a16:creationId xmlns:a16="http://schemas.microsoft.com/office/drawing/2014/main" id="{CE657F04-E5E1-4793-ADE6-CAF75FD20CB5}"/>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CB6D3F4F-30A9-4E9A-9EB2-3A14D61DA1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RSA key setup is done once (rarely) when a user establishes (or replaces) their public key, using the steps as shown. The exponent e is usually fairly small, just must be relatively prime to ø(n). Need to compute its inverse mod ø(n) to find d. It is critically important that the factors p &amp; q of the modulus n are kept secret, since if they become known, the system can be broken. Note that different users will have different moduli n.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25C7FE0C-FF53-444C-A2B6-AA07E4D9BA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1FADA10-58E3-4085-A0F1-47107031D0C7}" type="slidenum">
              <a:rPr lang="en-AU" altLang="en-US"/>
              <a:pPr>
                <a:spcBef>
                  <a:spcPct val="0"/>
                </a:spcBef>
              </a:pPr>
              <a:t>13</a:t>
            </a:fld>
            <a:endParaRPr lang="en-AU" altLang="en-US"/>
          </a:p>
        </p:txBody>
      </p:sp>
      <p:sp>
        <p:nvSpPr>
          <p:cNvPr id="29699" name="Rectangle 2">
            <a:extLst>
              <a:ext uri="{FF2B5EF4-FFF2-40B4-BE49-F238E27FC236}">
                <a16:creationId xmlns:a16="http://schemas.microsoft.com/office/drawing/2014/main" id="{6A0BDA4E-65CF-4721-B150-791A21C19C3F}"/>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CC560775-D47B-4240-8B3D-3818F6C513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The actual RSA encryption and decryption computations are each simply a single exponentiation mod (n). Note that the message must be smaller than the modulus. The “magic” is in the choice of the exponents which makes the system work.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609446C7-5191-419B-94D4-828B71C1A8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D482019-9209-422C-88CB-04D728875908}" type="slidenum">
              <a:rPr lang="en-AU" altLang="en-US"/>
              <a:pPr>
                <a:spcBef>
                  <a:spcPct val="0"/>
                </a:spcBef>
              </a:pPr>
              <a:t>14</a:t>
            </a:fld>
            <a:endParaRPr lang="en-AU" altLang="en-US"/>
          </a:p>
        </p:txBody>
      </p:sp>
      <p:sp>
        <p:nvSpPr>
          <p:cNvPr id="31747" name="Rectangle 2">
            <a:extLst>
              <a:ext uri="{FF2B5EF4-FFF2-40B4-BE49-F238E27FC236}">
                <a16:creationId xmlns:a16="http://schemas.microsoft.com/office/drawing/2014/main" id="{8BC19322-A0B7-4CB9-8AF2-5EB820EFCBEF}"/>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0D36018E-3D31-4C84-A5FF-A22E81D17A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Can show that RSA works as a direct consequence of Euler’s Theorem, so that raising a number to power e then d (or vica versa) results in the original number!</a:t>
            </a:r>
            <a:endParaRPr lang="en-AU"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39258FAA-3933-4ADC-B2D9-4B967E0B44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BC71570-F129-4549-91E7-BF060E619A9D}" type="slidenum">
              <a:rPr lang="en-AU" altLang="en-US"/>
              <a:pPr>
                <a:spcBef>
                  <a:spcPct val="0"/>
                </a:spcBef>
              </a:pPr>
              <a:t>15</a:t>
            </a:fld>
            <a:endParaRPr lang="en-AU" altLang="en-US"/>
          </a:p>
        </p:txBody>
      </p:sp>
      <p:sp>
        <p:nvSpPr>
          <p:cNvPr id="33795" name="Rectangle 2">
            <a:extLst>
              <a:ext uri="{FF2B5EF4-FFF2-40B4-BE49-F238E27FC236}">
                <a16:creationId xmlns:a16="http://schemas.microsoft.com/office/drawing/2014/main" id="{7D6B44A2-9359-4135-884B-F2033CA1E648}"/>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C1098955-3A61-4D88-8046-DBFF564D52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Here walk through example RSA key generation using “trivial” sized numbers.</a:t>
            </a:r>
          </a:p>
          <a:p>
            <a:pPr eaLnBrk="1" hangingPunct="1"/>
            <a:r>
              <a:rPr lang="en-US" altLang="en-US"/>
              <a:t>Selecting primes requires the use of a primality test.</a:t>
            </a:r>
          </a:p>
          <a:p>
            <a:pPr eaLnBrk="1" hangingPunct="1"/>
            <a:r>
              <a:rPr lang="en-US" altLang="en-US"/>
              <a:t>Finding d as inverse of e mod </a:t>
            </a:r>
            <a:r>
              <a:rPr lang="en-AU" altLang="en-US">
                <a:latin typeface="Courier New" panose="02070309020205020404" pitchFamily="49" charset="0"/>
              </a:rPr>
              <a:t>ø(</a:t>
            </a:r>
            <a:r>
              <a:rPr lang="en-AU" altLang="en-US" i="1">
                <a:latin typeface="Courier New" panose="02070309020205020404" pitchFamily="49" charset="0"/>
              </a:rPr>
              <a:t>n</a:t>
            </a:r>
            <a:r>
              <a:rPr lang="en-AU" altLang="en-US">
                <a:latin typeface="Courier New" panose="02070309020205020404" pitchFamily="49" charset="0"/>
              </a:rPr>
              <a:t>) requires use of Euclid’s Inverse algorithm (see Ch4)</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D8BD4820-8B29-4108-BDF0-3C3CD3C975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365A2F6-B7A7-4B68-8720-3B60663E5D67}" type="slidenum">
              <a:rPr lang="en-AU" altLang="en-US"/>
              <a:pPr>
                <a:spcBef>
                  <a:spcPct val="0"/>
                </a:spcBef>
              </a:pPr>
              <a:t>16</a:t>
            </a:fld>
            <a:endParaRPr lang="en-AU" altLang="en-US"/>
          </a:p>
        </p:txBody>
      </p:sp>
      <p:sp>
        <p:nvSpPr>
          <p:cNvPr id="35843" name="Rectangle 2">
            <a:extLst>
              <a:ext uri="{FF2B5EF4-FFF2-40B4-BE49-F238E27FC236}">
                <a16:creationId xmlns:a16="http://schemas.microsoft.com/office/drawing/2014/main" id="{DEA0B92A-F392-45A7-85BF-08E6C7A61577}"/>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9A87B2AD-C909-416E-A22B-44D8237B2F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t>Then show that the encryption and decryption operations are simple exponentiations mod 187.</a:t>
            </a:r>
          </a:p>
          <a:p>
            <a:pPr eaLnBrk="1" hangingPunct="1"/>
            <a:r>
              <a:rPr lang="en-AU" altLang="en-US"/>
              <a:t>Rather than having to laborious repeatedly multiply, can use the "square and multiply" algorithm with modulo reductions to implement all exponentiations quickly and efficiently (see next).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4FA8E1FF-805E-418C-8E84-5B1ED5A346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EB4FAD3-AF19-4CAC-98C3-4F6C5F44E53E}" type="slidenum">
              <a:rPr lang="en-AU" altLang="en-US"/>
              <a:pPr>
                <a:spcBef>
                  <a:spcPct val="0"/>
                </a:spcBef>
              </a:pPr>
              <a:t>17</a:t>
            </a:fld>
            <a:endParaRPr lang="en-AU" altLang="en-US"/>
          </a:p>
        </p:txBody>
      </p:sp>
      <p:sp>
        <p:nvSpPr>
          <p:cNvPr id="37891" name="Rectangle 2">
            <a:extLst>
              <a:ext uri="{FF2B5EF4-FFF2-40B4-BE49-F238E27FC236}">
                <a16:creationId xmlns:a16="http://schemas.microsoft.com/office/drawing/2014/main" id="{73C2CBD1-904C-456D-BF81-BCB4B71B2637}"/>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A3897E78-5C93-4127-83E4-FB03765CAE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solidFill>
                  <a:srgbClr val="810081"/>
                </a:solidFill>
                <a:latin typeface="Times-Roman" charset="0"/>
              </a:rPr>
              <a:t>To perform the modular exponentiations, you can use the “Square and Multiply Algorithm”, a fast, efficient algorithm for doing exponentiation.</a:t>
            </a:r>
          </a:p>
          <a:p>
            <a:pPr eaLnBrk="1" hangingPunct="1"/>
            <a:r>
              <a:rPr lang="en-US" altLang="en-US">
                <a:solidFill>
                  <a:srgbClr val="810081"/>
                </a:solidFill>
                <a:latin typeface="Times-Roman" charset="0"/>
              </a:rPr>
              <a:t>The idea is to repeatedly square the base, and multiply in the ones that are needed to compute the result, as found by examining the binary representation of the exponent.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5991B349-5ECD-4752-AC79-D9576D6C29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E6D8DF9-70EA-49AA-A8AA-66D9C2F43465}" type="slidenum">
              <a:rPr lang="en-AU" altLang="en-US"/>
              <a:pPr>
                <a:spcBef>
                  <a:spcPct val="0"/>
                </a:spcBef>
              </a:pPr>
              <a:t>18</a:t>
            </a:fld>
            <a:endParaRPr lang="en-AU" altLang="en-US"/>
          </a:p>
        </p:txBody>
      </p:sp>
      <p:sp>
        <p:nvSpPr>
          <p:cNvPr id="39939" name="Rectangle 2">
            <a:extLst>
              <a:ext uri="{FF2B5EF4-FFF2-40B4-BE49-F238E27FC236}">
                <a16:creationId xmlns:a16="http://schemas.microsoft.com/office/drawing/2014/main" id="{A27C477C-2DBC-47BC-B5BD-86DD95F9055E}"/>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5E76A945-D8DD-423C-AEDB-9A718A65B8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State here one version of the </a:t>
            </a:r>
            <a:r>
              <a:rPr lang="en-US" altLang="en-US">
                <a:solidFill>
                  <a:srgbClr val="810081"/>
                </a:solidFill>
                <a:latin typeface="Times-Roman" charset="0"/>
              </a:rPr>
              <a:t>“Square and Multiply Algorithm”, from Stallings Figure 9.7.</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467D8BA2-BFF0-43D0-BA47-E0BB6F0AE3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E0E1B56-E1B6-454A-9DF6-34B5E63194CA}" type="slidenum">
              <a:rPr lang="en-AU" altLang="en-US"/>
              <a:pPr>
                <a:spcBef>
                  <a:spcPct val="0"/>
                </a:spcBef>
              </a:pPr>
              <a:t>19</a:t>
            </a:fld>
            <a:endParaRPr lang="en-AU" altLang="en-US"/>
          </a:p>
        </p:txBody>
      </p:sp>
      <p:sp>
        <p:nvSpPr>
          <p:cNvPr id="41987" name="Rectangle 2">
            <a:extLst>
              <a:ext uri="{FF2B5EF4-FFF2-40B4-BE49-F238E27FC236}">
                <a16:creationId xmlns:a16="http://schemas.microsoft.com/office/drawing/2014/main" id="{434934BD-5713-4859-B981-8E01119E224E}"/>
              </a:ext>
            </a:extLst>
          </p:cNvPr>
          <p:cNvSpPr>
            <a:spLocks noGrp="1" noRot="1" noChangeAspect="1" noChangeArrowheads="1" noTextEdit="1"/>
          </p:cNvSpPr>
          <p:nvPr>
            <p:ph type="sldImg"/>
          </p:nvPr>
        </p:nvSpPr>
        <p:spPr>
          <a:solidFill>
            <a:srgbClr val="FFFFFF"/>
          </a:solidFill>
          <a:ln/>
        </p:spPr>
      </p:sp>
      <p:sp>
        <p:nvSpPr>
          <p:cNvPr id="41988" name="Rectangle 3">
            <a:extLst>
              <a:ext uri="{FF2B5EF4-FFF2-40B4-BE49-F238E27FC236}">
                <a16:creationId xmlns:a16="http://schemas.microsoft.com/office/drawing/2014/main" id="{6220363B-DB30-440B-A40B-3E6D26A41AD9}"/>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Roman" charset="0"/>
              </a:rPr>
              <a:t>To speed up the operation of the RSA algorithm using the public key, can choose to use a small value of e (but not too small, since its then vulnerable to attack).</a:t>
            </a:r>
          </a:p>
          <a:p>
            <a:pPr eaLnBrk="1" hangingPunct="1"/>
            <a:r>
              <a:rPr lang="en-US" altLang="en-US">
                <a:latin typeface="Times-Roman" charset="0"/>
              </a:rPr>
              <a:t>Must then ensure any p or q chosen are relatively prime to the fixed e (and reject and find another if not), for system to work.</a:t>
            </a:r>
            <a:endParaRPr lang="en-AU" altLang="en-US">
              <a:latin typeface="Times-Roman"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FB84E6C6-BF30-4320-89F5-5A8EAD6C39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F7393F5-AD7B-41E6-A1C4-590D038B4D27}" type="slidenum">
              <a:rPr lang="en-AU" altLang="en-US"/>
              <a:pPr>
                <a:spcBef>
                  <a:spcPct val="0"/>
                </a:spcBef>
              </a:pPr>
              <a:t>20</a:t>
            </a:fld>
            <a:endParaRPr lang="en-AU" altLang="en-US"/>
          </a:p>
        </p:txBody>
      </p:sp>
      <p:sp>
        <p:nvSpPr>
          <p:cNvPr id="44035" name="Rectangle 2">
            <a:extLst>
              <a:ext uri="{FF2B5EF4-FFF2-40B4-BE49-F238E27FC236}">
                <a16:creationId xmlns:a16="http://schemas.microsoft.com/office/drawing/2014/main" id="{C016E81D-C2AC-40A7-BA67-CAC02B26C511}"/>
              </a:ext>
            </a:extLst>
          </p:cNvPr>
          <p:cNvSpPr>
            <a:spLocks noGrp="1" noRot="1" noChangeAspect="1" noChangeArrowheads="1" noTextEdit="1"/>
          </p:cNvSpPr>
          <p:nvPr>
            <p:ph type="sldImg"/>
          </p:nvPr>
        </p:nvSpPr>
        <p:spPr>
          <a:solidFill>
            <a:srgbClr val="FFFFFF"/>
          </a:solidFill>
          <a:ln/>
        </p:spPr>
      </p:sp>
      <p:sp>
        <p:nvSpPr>
          <p:cNvPr id="44036" name="Rectangle 3">
            <a:extLst>
              <a:ext uri="{FF2B5EF4-FFF2-40B4-BE49-F238E27FC236}">
                <a16:creationId xmlns:a16="http://schemas.microsoft.com/office/drawing/2014/main" id="{07F5AD29-E7C0-4560-9874-4961842E1445}"/>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Roman" charset="0"/>
              </a:rPr>
              <a:t>To speed up the operation of the RSA algorithm using the private key, can use </a:t>
            </a:r>
            <a:r>
              <a:rPr lang="en-US" altLang="en-US"/>
              <a:t>the Chinese Remainder Theorem (CRT) to compute mod p &amp; q separately, and then combine results to get the desired answer. This is approx 4 times faster than calculating “C^d mod n” directly. Note that only the owner of the private key details (who knows the values of p &amp; q) can do this, but of course that’s exactly where help is needed, since if e is small then d will be likely be large!</a:t>
            </a:r>
          </a:p>
          <a:p>
            <a:pPr eaLnBrk="1" hangingPunct="1">
              <a:lnSpc>
                <a:spcPct val="90000"/>
              </a:lnSpc>
            </a:pPr>
            <a:endParaRPr lang="en-AU"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EF2E2854-5D48-46F3-ABB4-1F94F4BFD9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A999C86-49A6-42F2-9C08-B295206006D1}" type="slidenum">
              <a:rPr lang="en-AU" altLang="en-US"/>
              <a:pPr>
                <a:spcBef>
                  <a:spcPct val="0"/>
                </a:spcBef>
              </a:pPr>
              <a:t>21</a:t>
            </a:fld>
            <a:endParaRPr lang="en-AU" altLang="en-US"/>
          </a:p>
        </p:txBody>
      </p:sp>
      <p:sp>
        <p:nvSpPr>
          <p:cNvPr id="46083" name="Rectangle 2">
            <a:extLst>
              <a:ext uri="{FF2B5EF4-FFF2-40B4-BE49-F238E27FC236}">
                <a16:creationId xmlns:a16="http://schemas.microsoft.com/office/drawing/2014/main" id="{DBA7B282-836A-4598-BB35-D041E585A3F7}"/>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D7A1BC77-9A33-48E9-8302-275A2B2DAD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Before the application of the public-key cryptosystem, each participant must generate a pair of keys, which requires finding primes and computing inverses.</a:t>
            </a:r>
            <a:r>
              <a:rPr lang="en-US" altLang="en-US"/>
              <a:t> Both the prime generation and the derivation of a suitable pair of inverse exponents may involve trying a number of alternatives. Typically make random guesses for a possible p or q, and check using a probabalistic primality test whether the guessed number is indeed prime. If not, try again. Note that the prime number theorem shows that the average number of guesses needed is not too large. Then compute decryption exponent d using Euclid’s Inverse Algorithm, which is quite efficient.</a:t>
            </a:r>
            <a:endParaRPr lang="en-AU"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812E9A75-51F0-4D41-9B0A-FE346255F9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CC0BBBC-6AAD-44C0-8A8A-D6F0C80EDC7D}" type="slidenum">
              <a:rPr lang="en-AU" altLang="en-US"/>
              <a:pPr>
                <a:spcBef>
                  <a:spcPct val="0"/>
                </a:spcBef>
              </a:pPr>
              <a:t>22</a:t>
            </a:fld>
            <a:endParaRPr lang="en-AU" altLang="en-US"/>
          </a:p>
        </p:txBody>
      </p:sp>
      <p:sp>
        <p:nvSpPr>
          <p:cNvPr id="48131" name="Rectangle 2">
            <a:extLst>
              <a:ext uri="{FF2B5EF4-FFF2-40B4-BE49-F238E27FC236}">
                <a16:creationId xmlns:a16="http://schemas.microsoft.com/office/drawing/2014/main" id="{831E0193-2212-4A3F-B159-E0C7FF3AEEEA}"/>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07B14F81-ED36-4A8D-BF26-0A68C698D3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Note some possible </a:t>
            </a:r>
            <a:r>
              <a:rPr lang="en-US" altLang="en-US">
                <a:latin typeface="Times-Roman" charset="0"/>
              </a:rPr>
              <a:t>possible approaches to attacking the RSA algorithm, as shown.</a:t>
            </a:r>
          </a:p>
          <a:p>
            <a:pPr eaLnBrk="1" hangingPunct="1"/>
            <a:r>
              <a:rPr lang="en-US" altLang="en-US">
                <a:latin typeface="Times-Roman" charset="0"/>
              </a:rPr>
              <a:t>The defense against the brute-force approach is the same for RSA as for other cryptosystems, namely, use a large key space. Thus the larger the number of bits in d, the better. However because the calculations involved both in key generation and in encryption/decryption are complex, the larger the size of the key, the slower the system will run.</a:t>
            </a:r>
          </a:p>
          <a:p>
            <a:pPr eaLnBrk="1" hangingPunct="1"/>
            <a:r>
              <a:rPr lang="en-US" altLang="en-US">
                <a:latin typeface="Times-Roman" charset="0"/>
              </a:rPr>
              <a:t>Will now review the other possible types of attacks.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8AA0EDE7-7550-4CE5-9AB7-9AE552825A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B35B343-BD78-4EDC-A4C1-17BC3065FF7B}" type="slidenum">
              <a:rPr lang="en-AU" altLang="en-US"/>
              <a:pPr>
                <a:spcBef>
                  <a:spcPct val="0"/>
                </a:spcBef>
              </a:pPr>
              <a:t>23</a:t>
            </a:fld>
            <a:endParaRPr lang="en-AU" altLang="en-US"/>
          </a:p>
        </p:txBody>
      </p:sp>
      <p:sp>
        <p:nvSpPr>
          <p:cNvPr id="50179" name="Rectangle 2">
            <a:extLst>
              <a:ext uri="{FF2B5EF4-FFF2-40B4-BE49-F238E27FC236}">
                <a16:creationId xmlns:a16="http://schemas.microsoft.com/office/drawing/2014/main" id="{3891B078-8EAD-4E1C-819E-E161A57ECB41}"/>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F64AD498-6909-452C-9336-3F6AC6D125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We can identify three approaches to attacking RSA mathematically, as shown. Mathematicians </a:t>
            </a:r>
            <a:r>
              <a:rPr lang="en-US" altLang="en-US"/>
              <a:t>currently believe all equivalent to factoring.</a:t>
            </a:r>
          </a:p>
          <a:p>
            <a:pPr eaLnBrk="1" hangingPunct="1"/>
            <a:r>
              <a:rPr lang="en-US" altLang="en-US"/>
              <a:t>See Stallings Table 9.4 for progress in factoring, where see </a:t>
            </a:r>
            <a:r>
              <a:rPr lang="en-AU" altLang="en-US"/>
              <a:t>slow improvements over the years, with the biggest improvements coming from improved algorithms.</a:t>
            </a:r>
            <a:endParaRPr lang="en-US" altLang="en-US"/>
          </a:p>
          <a:p>
            <a:pPr eaLnBrk="1" hangingPunct="1"/>
            <a:r>
              <a:rPr lang="en-US" altLang="en-US"/>
              <a:t>The best current algorithm is the “Lattice Sieve” (LS), which replaced the “Generalized Number Field Sieve” (GNFS), which replaced the “Quadratic Sieve”(QS). </a:t>
            </a:r>
          </a:p>
          <a:p>
            <a:pPr eaLnBrk="1" hangingPunct="1"/>
            <a:r>
              <a:rPr lang="en-US" altLang="en-US"/>
              <a:t>Have to assume computers will continue to get faster, and that better factoring algorithms may yet be found.</a:t>
            </a:r>
          </a:p>
          <a:p>
            <a:pPr eaLnBrk="1" hangingPunct="1"/>
            <a:r>
              <a:rPr lang="en-US" altLang="en-US"/>
              <a:t>Numbers of size 1024-2048 bits look reasonable at present, provided the factors meet other constraints.</a:t>
            </a:r>
          </a:p>
          <a:p>
            <a:pPr eaLnBrk="1" hangingPunct="1"/>
            <a:endParaRPr lang="en-AU"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D0FCA232-D5C3-4D25-98A9-EDECCB3AFD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6EAA6C6-4598-4514-9A11-217F7295FBCF}" type="slidenum">
              <a:rPr lang="en-AU" altLang="en-US"/>
              <a:pPr>
                <a:spcBef>
                  <a:spcPct val="0"/>
                </a:spcBef>
              </a:pPr>
              <a:t>24</a:t>
            </a:fld>
            <a:endParaRPr lang="en-AU" altLang="en-US"/>
          </a:p>
        </p:txBody>
      </p:sp>
      <p:sp>
        <p:nvSpPr>
          <p:cNvPr id="52227" name="Rectangle 2">
            <a:extLst>
              <a:ext uri="{FF2B5EF4-FFF2-40B4-BE49-F238E27FC236}">
                <a16:creationId xmlns:a16="http://schemas.microsoft.com/office/drawing/2014/main" id="{E121B9D4-3CEB-4CF7-A9A0-CD9F4D0CC0B7}"/>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555BB418-2220-4A63-9B9B-9F9DB1FD08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Had a new category of attacks developed by Paul Kocher in mid-1990’s, based on </a:t>
            </a:r>
            <a:r>
              <a:rPr lang="en-US" altLang="en-US">
                <a:latin typeface="Times-Roman" charset="0"/>
              </a:rPr>
              <a:t>observing how long it takes to compute the cryptographic operations. Timing attacks are applicable not just to RSA, but to other public-key cryptography systems. This attack is alarming for two reasons: It comes from a completely unexpected direction and it is a ciphertextonly attack. A timing attack is somewhat analogous to a burglar guessing the combination of a safe by observing how long it takes for someone to turn the dial from number to number.</a:t>
            </a:r>
          </a:p>
          <a:p>
            <a:pPr eaLnBrk="1" hangingPunct="1"/>
            <a:r>
              <a:rPr lang="en-US" altLang="en-US">
                <a:latin typeface="Times-Roman" charset="0"/>
              </a:rPr>
              <a:t>Although the timing attack is a serious threat, there are simple countermeasures that can be used, including </a:t>
            </a:r>
            <a:r>
              <a:rPr lang="en-US" altLang="en-US"/>
              <a:t>using constant exponentiation time algorithms, adding random delays, or using blind values in calculations.</a:t>
            </a:r>
          </a:p>
          <a:p>
            <a:pPr lvl="1" eaLnBrk="1" hangingPunct="1"/>
            <a:endParaRPr lang="en-US" altLang="en-US">
              <a:latin typeface="Times-Roman"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EADC70CB-3490-4978-B96D-BF357F0863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7BB87CA-E411-46D2-A2C7-41BF641F1E73}" type="slidenum">
              <a:rPr lang="en-AU" altLang="en-US"/>
              <a:pPr>
                <a:spcBef>
                  <a:spcPct val="0"/>
                </a:spcBef>
              </a:pPr>
              <a:t>25</a:t>
            </a:fld>
            <a:endParaRPr lang="en-AU" altLang="en-US"/>
          </a:p>
        </p:txBody>
      </p:sp>
      <p:sp>
        <p:nvSpPr>
          <p:cNvPr id="54275" name="Rectangle 2">
            <a:extLst>
              <a:ext uri="{FF2B5EF4-FFF2-40B4-BE49-F238E27FC236}">
                <a16:creationId xmlns:a16="http://schemas.microsoft.com/office/drawing/2014/main" id="{9C383818-ECEB-4B7C-8891-A3AC38AB652A}"/>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B851A8CB-296D-45D6-9955-CC2908B1B3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rPr>
              <a:t>The RSA algorithm is vulnerable to a chosen ciphertext attack (CCA). CCA is defined as an attack in which adversary chooses a number of ciphertexts and is then given the corresponding plaintexts, decrypted with the target’s private key. The adversary exploits properties of RSA and selects blocks of data that, when processed using the target’s private key, yield information needed for cryptanalysis. Can counter simple attacks with random pad of plaintext. More sophisticated variants need to modify the plaintext using a procedure known as optimal asymmetric encryption padding (OAEP).</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8D617FCF-82D6-48CC-8DB2-26886CD9A1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E5A9AAB-A30A-4E6D-98A1-4DF79786115C}" type="slidenum">
              <a:rPr lang="en-AU" altLang="en-US"/>
              <a:pPr>
                <a:spcBef>
                  <a:spcPct val="0"/>
                </a:spcBef>
              </a:pPr>
              <a:t>26</a:t>
            </a:fld>
            <a:endParaRPr lang="en-AU" altLang="en-US"/>
          </a:p>
        </p:txBody>
      </p:sp>
      <p:sp>
        <p:nvSpPr>
          <p:cNvPr id="56323" name="Rectangle 2">
            <a:extLst>
              <a:ext uri="{FF2B5EF4-FFF2-40B4-BE49-F238E27FC236}">
                <a16:creationId xmlns:a16="http://schemas.microsoft.com/office/drawing/2014/main" id="{2215C191-C9EF-4B13-8349-2C9315AEBF42}"/>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091A7A22-AD24-4516-A13B-9A69B18451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Chapter 9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026">
            <a:extLst>
              <a:ext uri="{FF2B5EF4-FFF2-40B4-BE49-F238E27FC236}">
                <a16:creationId xmlns:a16="http://schemas.microsoft.com/office/drawing/2014/main" id="{AE286BB3-C22D-41C5-8201-29A1942BB59E}"/>
              </a:ext>
            </a:extLst>
          </p:cNvPr>
          <p:cNvGrpSpPr>
            <a:grpSpLocks/>
          </p:cNvGrpSpPr>
          <p:nvPr/>
        </p:nvGrpSpPr>
        <p:grpSpPr bwMode="auto">
          <a:xfrm>
            <a:off x="3175" y="4267200"/>
            <a:ext cx="9140825" cy="2590800"/>
            <a:chOff x="2" y="2688"/>
            <a:chExt cx="5758" cy="1632"/>
          </a:xfrm>
        </p:grpSpPr>
        <p:sp>
          <p:nvSpPr>
            <p:cNvPr id="5" name="Freeform 1027">
              <a:extLst>
                <a:ext uri="{FF2B5EF4-FFF2-40B4-BE49-F238E27FC236}">
                  <a16:creationId xmlns:a16="http://schemas.microsoft.com/office/drawing/2014/main" id="{A782F4F5-D00D-4782-AD5A-58ECA2B36F68}"/>
                </a:ext>
              </a:extLst>
            </p:cNvPr>
            <p:cNvSpPr>
              <a:spLocks/>
            </p:cNvSpPr>
            <p:nvPr/>
          </p:nvSpPr>
          <p:spPr bwMode="hidden">
            <a:xfrm>
              <a:off x="2" y="2688"/>
              <a:ext cx="5758" cy="1632"/>
            </a:xfrm>
            <a:custGeom>
              <a:avLst/>
              <a:gdLst>
                <a:gd name="T0" fmla="*/ 5740 w 5740"/>
                <a:gd name="T1" fmla="*/ 4316 h 4316"/>
                <a:gd name="T2" fmla="*/ 0 w 5740"/>
                <a:gd name="T3" fmla="*/ 4316 h 4316"/>
                <a:gd name="T4" fmla="*/ 0 w 5740"/>
                <a:gd name="T5" fmla="*/ 0 h 4316"/>
                <a:gd name="T6" fmla="*/ 5740 w 5740"/>
                <a:gd name="T7" fmla="*/ 0 h 4316"/>
                <a:gd name="T8" fmla="*/ 5740 w 5740"/>
                <a:gd name="T9" fmla="*/ 4316 h 4316"/>
                <a:gd name="T10" fmla="*/ 5740 w 5740"/>
                <a:gd name="T11" fmla="*/ 4316 h 43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40" h="4316">
                  <a:moveTo>
                    <a:pt x="5740" y="4316"/>
                  </a:moveTo>
                  <a:lnTo>
                    <a:pt x="0" y="4316"/>
                  </a:lnTo>
                  <a:lnTo>
                    <a:pt x="0" y="0"/>
                  </a:lnTo>
                  <a:lnTo>
                    <a:pt x="5740" y="0"/>
                  </a:lnTo>
                  <a:lnTo>
                    <a:pt x="5740" y="4316"/>
                  </a:lnTo>
                  <a:close/>
                </a:path>
              </a:pathLst>
            </a:cu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 name="Group 1028">
              <a:extLst>
                <a:ext uri="{FF2B5EF4-FFF2-40B4-BE49-F238E27FC236}">
                  <a16:creationId xmlns:a16="http://schemas.microsoft.com/office/drawing/2014/main" id="{08C7BAC4-E23D-428B-AC83-39DBBBCD45E1}"/>
                </a:ext>
              </a:extLst>
            </p:cNvPr>
            <p:cNvGrpSpPr>
              <a:grpSpLocks/>
            </p:cNvGrpSpPr>
            <p:nvPr/>
          </p:nvGrpSpPr>
          <p:grpSpPr bwMode="auto">
            <a:xfrm>
              <a:off x="1776" y="3024"/>
              <a:ext cx="3929" cy="1290"/>
              <a:chOff x="1776" y="3024"/>
              <a:chExt cx="3929" cy="1290"/>
            </a:xfrm>
          </p:grpSpPr>
          <p:grpSp>
            <p:nvGrpSpPr>
              <p:cNvPr id="7" name="Group 1029">
                <a:extLst>
                  <a:ext uri="{FF2B5EF4-FFF2-40B4-BE49-F238E27FC236}">
                    <a16:creationId xmlns:a16="http://schemas.microsoft.com/office/drawing/2014/main" id="{CBA2F04D-A089-4892-9562-7214DB085CE0}"/>
                  </a:ext>
                </a:extLst>
              </p:cNvPr>
              <p:cNvGrpSpPr>
                <a:grpSpLocks/>
              </p:cNvGrpSpPr>
              <p:nvPr/>
            </p:nvGrpSpPr>
            <p:grpSpPr bwMode="auto">
              <a:xfrm>
                <a:off x="2268" y="3934"/>
                <a:ext cx="638" cy="377"/>
                <a:chOff x="2268" y="3934"/>
                <a:chExt cx="638" cy="377"/>
              </a:xfrm>
            </p:grpSpPr>
            <p:sp>
              <p:nvSpPr>
                <p:cNvPr id="60" name="Oval 1030">
                  <a:extLst>
                    <a:ext uri="{FF2B5EF4-FFF2-40B4-BE49-F238E27FC236}">
                      <a16:creationId xmlns:a16="http://schemas.microsoft.com/office/drawing/2014/main" id="{0C025638-6BB1-42FE-BD2F-3788FE4E87E1}"/>
                    </a:ext>
                  </a:extLst>
                </p:cNvPr>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lstStyle/>
                <a:p>
                  <a:pPr eaLnBrk="1" hangingPunct="1">
                    <a:defRPr/>
                  </a:pPr>
                  <a:endParaRPr lang="en-US"/>
                </a:p>
              </p:txBody>
            </p:sp>
            <p:sp>
              <p:nvSpPr>
                <p:cNvPr id="61" name="Oval 1031">
                  <a:extLst>
                    <a:ext uri="{FF2B5EF4-FFF2-40B4-BE49-F238E27FC236}">
                      <a16:creationId xmlns:a16="http://schemas.microsoft.com/office/drawing/2014/main" id="{44DDE16C-4DC4-409A-B807-D7604798E0BE}"/>
                    </a:ext>
                  </a:extLst>
                </p:cNvPr>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lstStyle/>
                <a:p>
                  <a:pPr eaLnBrk="1" hangingPunct="1">
                    <a:defRPr/>
                  </a:pPr>
                  <a:endParaRPr lang="en-US"/>
                </a:p>
              </p:txBody>
            </p:sp>
            <p:sp>
              <p:nvSpPr>
                <p:cNvPr id="62" name="Oval 1032">
                  <a:extLst>
                    <a:ext uri="{FF2B5EF4-FFF2-40B4-BE49-F238E27FC236}">
                      <a16:creationId xmlns:a16="http://schemas.microsoft.com/office/drawing/2014/main" id="{0BC14D41-90F9-431B-8C17-DAA49EBD9597}"/>
                    </a:ext>
                  </a:extLst>
                </p:cNvPr>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lstStyle/>
                <a:p>
                  <a:pPr eaLnBrk="1" hangingPunct="1">
                    <a:defRPr/>
                  </a:pPr>
                  <a:endParaRPr lang="en-US"/>
                </a:p>
              </p:txBody>
            </p:sp>
            <p:sp>
              <p:nvSpPr>
                <p:cNvPr id="63" name="Oval 1033">
                  <a:extLst>
                    <a:ext uri="{FF2B5EF4-FFF2-40B4-BE49-F238E27FC236}">
                      <a16:creationId xmlns:a16="http://schemas.microsoft.com/office/drawing/2014/main" id="{ACA25DFE-2086-46DF-A254-41FC1BF658DC}"/>
                    </a:ext>
                  </a:extLst>
                </p:cNvPr>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eaLnBrk="1" hangingPunct="1">
                    <a:defRPr/>
                  </a:pPr>
                  <a:endParaRPr lang="en-US"/>
                </a:p>
              </p:txBody>
            </p:sp>
            <p:sp>
              <p:nvSpPr>
                <p:cNvPr id="64" name="Oval 1034">
                  <a:extLst>
                    <a:ext uri="{FF2B5EF4-FFF2-40B4-BE49-F238E27FC236}">
                      <a16:creationId xmlns:a16="http://schemas.microsoft.com/office/drawing/2014/main" id="{C1448C9F-DA89-493E-BC6B-44D50B68DCA5}"/>
                    </a:ext>
                  </a:extLst>
                </p:cNvPr>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eaLnBrk="1" hangingPunct="1">
                    <a:defRPr/>
                  </a:pPr>
                  <a:endParaRPr lang="en-US"/>
                </a:p>
              </p:txBody>
            </p:sp>
            <p:sp>
              <p:nvSpPr>
                <p:cNvPr id="65" name="Oval 1035">
                  <a:extLst>
                    <a:ext uri="{FF2B5EF4-FFF2-40B4-BE49-F238E27FC236}">
                      <a16:creationId xmlns:a16="http://schemas.microsoft.com/office/drawing/2014/main" id="{01E4492E-22CF-48CA-942C-995243E855C7}"/>
                    </a:ext>
                  </a:extLst>
                </p:cNvPr>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eaLnBrk="1" hangingPunct="1">
                    <a:defRPr/>
                  </a:pPr>
                  <a:endParaRPr lang="en-US"/>
                </a:p>
              </p:txBody>
            </p:sp>
            <p:sp>
              <p:nvSpPr>
                <p:cNvPr id="66" name="Oval 1036">
                  <a:extLst>
                    <a:ext uri="{FF2B5EF4-FFF2-40B4-BE49-F238E27FC236}">
                      <a16:creationId xmlns:a16="http://schemas.microsoft.com/office/drawing/2014/main" id="{9CA3A93A-FA08-4BE4-AC51-3D8E9284B64D}"/>
                    </a:ext>
                  </a:extLst>
                </p:cNvPr>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lstStyle/>
                <a:p>
                  <a:pPr eaLnBrk="1" hangingPunct="1">
                    <a:defRPr/>
                  </a:pPr>
                  <a:endParaRPr lang="en-US"/>
                </a:p>
              </p:txBody>
            </p:sp>
            <p:sp>
              <p:nvSpPr>
                <p:cNvPr id="67" name="Oval 1037">
                  <a:extLst>
                    <a:ext uri="{FF2B5EF4-FFF2-40B4-BE49-F238E27FC236}">
                      <a16:creationId xmlns:a16="http://schemas.microsoft.com/office/drawing/2014/main" id="{7B176CFD-5E62-40D2-980A-6D85AD266D40}"/>
                    </a:ext>
                  </a:extLst>
                </p:cNvPr>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lstStyle/>
                <a:p>
                  <a:pPr eaLnBrk="1" hangingPunct="1">
                    <a:defRPr/>
                  </a:pPr>
                  <a:endParaRPr lang="en-US"/>
                </a:p>
              </p:txBody>
            </p:sp>
          </p:grpSp>
          <p:sp>
            <p:nvSpPr>
              <p:cNvPr id="8" name="Oval 1038">
                <a:extLst>
                  <a:ext uri="{FF2B5EF4-FFF2-40B4-BE49-F238E27FC236}">
                    <a16:creationId xmlns:a16="http://schemas.microsoft.com/office/drawing/2014/main" id="{C97EB3DC-B539-45B9-9B47-C46E41D0AD1A}"/>
                  </a:ext>
                </a:extLst>
              </p:cNvPr>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lstStyle/>
              <a:p>
                <a:pPr eaLnBrk="1" hangingPunct="1">
                  <a:defRPr/>
                </a:pPr>
                <a:endParaRPr lang="en-US"/>
              </a:p>
            </p:txBody>
          </p:sp>
          <p:sp>
            <p:nvSpPr>
              <p:cNvPr id="9" name="Oval 1039">
                <a:extLst>
                  <a:ext uri="{FF2B5EF4-FFF2-40B4-BE49-F238E27FC236}">
                    <a16:creationId xmlns:a16="http://schemas.microsoft.com/office/drawing/2014/main" id="{095F97BE-CD6F-4BB4-88B2-54859808329F}"/>
                  </a:ext>
                </a:extLst>
              </p:cNvPr>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lstStyle/>
              <a:p>
                <a:pPr eaLnBrk="1" hangingPunct="1">
                  <a:defRPr/>
                </a:pPr>
                <a:endParaRPr lang="en-US"/>
              </a:p>
            </p:txBody>
          </p:sp>
          <p:sp>
            <p:nvSpPr>
              <p:cNvPr id="10" name="Oval 1040">
                <a:extLst>
                  <a:ext uri="{FF2B5EF4-FFF2-40B4-BE49-F238E27FC236}">
                    <a16:creationId xmlns:a16="http://schemas.microsoft.com/office/drawing/2014/main" id="{F198E796-B191-4048-BD4C-221C476593F8}"/>
                  </a:ext>
                </a:extLst>
              </p:cNvPr>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eaLnBrk="1" hangingPunct="1">
                  <a:defRPr/>
                </a:pPr>
                <a:endParaRPr lang="en-US"/>
              </a:p>
            </p:txBody>
          </p:sp>
          <p:sp>
            <p:nvSpPr>
              <p:cNvPr id="11" name="Oval 1041">
                <a:extLst>
                  <a:ext uri="{FF2B5EF4-FFF2-40B4-BE49-F238E27FC236}">
                    <a16:creationId xmlns:a16="http://schemas.microsoft.com/office/drawing/2014/main" id="{A0D0A8FD-CC25-43F2-BC9B-7CC8003568F9}"/>
                  </a:ext>
                </a:extLst>
              </p:cNvPr>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eaLnBrk="1" hangingPunct="1">
                  <a:defRPr/>
                </a:pPr>
                <a:endParaRPr lang="en-US"/>
              </a:p>
            </p:txBody>
          </p:sp>
          <p:sp>
            <p:nvSpPr>
              <p:cNvPr id="12" name="Oval 1042">
                <a:extLst>
                  <a:ext uri="{FF2B5EF4-FFF2-40B4-BE49-F238E27FC236}">
                    <a16:creationId xmlns:a16="http://schemas.microsoft.com/office/drawing/2014/main" id="{3F748FAD-0C79-4AA0-AB97-06CC2BEDCDC0}"/>
                  </a:ext>
                </a:extLst>
              </p:cNvPr>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eaLnBrk="1" hangingPunct="1">
                  <a:defRPr/>
                </a:pPr>
                <a:endParaRPr lang="en-US"/>
              </a:p>
            </p:txBody>
          </p:sp>
          <p:sp>
            <p:nvSpPr>
              <p:cNvPr id="13" name="Freeform 1043">
                <a:extLst>
                  <a:ext uri="{FF2B5EF4-FFF2-40B4-BE49-F238E27FC236}">
                    <a16:creationId xmlns:a16="http://schemas.microsoft.com/office/drawing/2014/main" id="{92AB45AF-E47E-4D4F-BFB6-C7A545EAD52D}"/>
                  </a:ext>
                </a:extLst>
              </p:cNvPr>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lstStyle/>
              <a:p>
                <a:pPr eaLnBrk="1" hangingPunct="1">
                  <a:defRPr/>
                </a:pPr>
                <a:endParaRPr lang="en-US"/>
              </a:p>
            </p:txBody>
          </p:sp>
          <p:sp>
            <p:nvSpPr>
              <p:cNvPr id="14" name="Freeform 1044">
                <a:extLst>
                  <a:ext uri="{FF2B5EF4-FFF2-40B4-BE49-F238E27FC236}">
                    <a16:creationId xmlns:a16="http://schemas.microsoft.com/office/drawing/2014/main" id="{431FCC5F-D4AC-472B-84E6-423D37AC3DE6}"/>
                  </a:ext>
                </a:extLst>
              </p:cNvPr>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lstStyle/>
              <a:p>
                <a:pPr eaLnBrk="1" hangingPunct="1">
                  <a:defRPr/>
                </a:pPr>
                <a:endParaRPr lang="en-US"/>
              </a:p>
            </p:txBody>
          </p:sp>
          <p:sp>
            <p:nvSpPr>
              <p:cNvPr id="15" name="Freeform 1045">
                <a:extLst>
                  <a:ext uri="{FF2B5EF4-FFF2-40B4-BE49-F238E27FC236}">
                    <a16:creationId xmlns:a16="http://schemas.microsoft.com/office/drawing/2014/main" id="{87285BB5-0981-4BE3-950D-EF34A987299C}"/>
                  </a:ext>
                </a:extLst>
              </p:cNvPr>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eaLnBrk="1" hangingPunct="1">
                  <a:defRPr/>
                </a:pPr>
                <a:endParaRPr lang="en-US"/>
              </a:p>
            </p:txBody>
          </p:sp>
          <p:sp>
            <p:nvSpPr>
              <p:cNvPr id="16" name="Freeform 1046">
                <a:extLst>
                  <a:ext uri="{FF2B5EF4-FFF2-40B4-BE49-F238E27FC236}">
                    <a16:creationId xmlns:a16="http://schemas.microsoft.com/office/drawing/2014/main" id="{34CFE590-090A-4902-8B22-3311882CAC3A}"/>
                  </a:ext>
                </a:extLst>
              </p:cNvPr>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lstStyle/>
              <a:p>
                <a:pPr eaLnBrk="1" hangingPunct="1">
                  <a:defRPr/>
                </a:pPr>
                <a:endParaRPr lang="en-US"/>
              </a:p>
            </p:txBody>
          </p:sp>
          <p:sp>
            <p:nvSpPr>
              <p:cNvPr id="17" name="Freeform 1047">
                <a:extLst>
                  <a:ext uri="{FF2B5EF4-FFF2-40B4-BE49-F238E27FC236}">
                    <a16:creationId xmlns:a16="http://schemas.microsoft.com/office/drawing/2014/main" id="{C7BD8A2C-C92B-4979-B463-22AC9D91678D}"/>
                  </a:ext>
                </a:extLst>
              </p:cNvPr>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lstStyle/>
              <a:p>
                <a:pPr eaLnBrk="1" hangingPunct="1">
                  <a:defRPr/>
                </a:pPr>
                <a:endParaRPr lang="en-US"/>
              </a:p>
            </p:txBody>
          </p:sp>
          <p:sp>
            <p:nvSpPr>
              <p:cNvPr id="18" name="Freeform 1048">
                <a:extLst>
                  <a:ext uri="{FF2B5EF4-FFF2-40B4-BE49-F238E27FC236}">
                    <a16:creationId xmlns:a16="http://schemas.microsoft.com/office/drawing/2014/main" id="{57244538-9DD4-49CF-ABA8-45170A5F5884}"/>
                  </a:ext>
                </a:extLst>
              </p:cNvPr>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lstStyle/>
              <a:p>
                <a:pPr eaLnBrk="1" hangingPunct="1">
                  <a:defRPr/>
                </a:pPr>
                <a:endParaRPr lang="en-US"/>
              </a:p>
            </p:txBody>
          </p:sp>
          <p:sp>
            <p:nvSpPr>
              <p:cNvPr id="19" name="Freeform 1049">
                <a:extLst>
                  <a:ext uri="{FF2B5EF4-FFF2-40B4-BE49-F238E27FC236}">
                    <a16:creationId xmlns:a16="http://schemas.microsoft.com/office/drawing/2014/main" id="{05D182AC-B204-44E9-B010-424911286186}"/>
                  </a:ext>
                </a:extLst>
              </p:cNvPr>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lstStyle/>
              <a:p>
                <a:pPr eaLnBrk="1" hangingPunct="1">
                  <a:defRPr/>
                </a:pPr>
                <a:endParaRPr lang="en-US"/>
              </a:p>
            </p:txBody>
          </p:sp>
          <p:sp>
            <p:nvSpPr>
              <p:cNvPr id="20" name="Freeform 1050">
                <a:extLst>
                  <a:ext uri="{FF2B5EF4-FFF2-40B4-BE49-F238E27FC236}">
                    <a16:creationId xmlns:a16="http://schemas.microsoft.com/office/drawing/2014/main" id="{2AD36F92-1BE8-435B-A376-7AB058169761}"/>
                  </a:ext>
                </a:extLst>
              </p:cNvPr>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lstStyle/>
              <a:p>
                <a:pPr eaLnBrk="1" hangingPunct="1">
                  <a:defRPr/>
                </a:pPr>
                <a:endParaRPr lang="en-US"/>
              </a:p>
            </p:txBody>
          </p:sp>
          <p:sp>
            <p:nvSpPr>
              <p:cNvPr id="21" name="Freeform 1051">
                <a:extLst>
                  <a:ext uri="{FF2B5EF4-FFF2-40B4-BE49-F238E27FC236}">
                    <a16:creationId xmlns:a16="http://schemas.microsoft.com/office/drawing/2014/main" id="{DEFAC287-8AE0-438B-AE51-F5EFBCF56B8A}"/>
                  </a:ext>
                </a:extLst>
              </p:cNvPr>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lstStyle/>
              <a:p>
                <a:pPr eaLnBrk="1" hangingPunct="1">
                  <a:defRPr/>
                </a:pPr>
                <a:endParaRPr lang="en-US"/>
              </a:p>
            </p:txBody>
          </p:sp>
          <p:sp>
            <p:nvSpPr>
              <p:cNvPr id="22" name="Freeform 1052">
                <a:extLst>
                  <a:ext uri="{FF2B5EF4-FFF2-40B4-BE49-F238E27FC236}">
                    <a16:creationId xmlns:a16="http://schemas.microsoft.com/office/drawing/2014/main" id="{6989432A-E93A-4BF7-95EF-3ED54A07EB98}"/>
                  </a:ext>
                </a:extLst>
              </p:cNvPr>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lstStyle/>
              <a:p>
                <a:pPr eaLnBrk="1" hangingPunct="1">
                  <a:defRPr/>
                </a:pPr>
                <a:endParaRPr lang="en-US"/>
              </a:p>
            </p:txBody>
          </p:sp>
          <p:sp>
            <p:nvSpPr>
              <p:cNvPr id="23" name="Freeform 1053">
                <a:extLst>
                  <a:ext uri="{FF2B5EF4-FFF2-40B4-BE49-F238E27FC236}">
                    <a16:creationId xmlns:a16="http://schemas.microsoft.com/office/drawing/2014/main" id="{C7D64BC7-445E-4C91-9FDE-8CCF3E63C536}"/>
                  </a:ext>
                </a:extLst>
              </p:cNvPr>
              <p:cNvSpPr>
                <a:spLocks/>
              </p:cNvSpPr>
              <p:nvPr/>
            </p:nvSpPr>
            <p:spPr bwMode="hidden">
              <a:xfrm>
                <a:off x="2068" y="3685"/>
                <a:ext cx="835" cy="150"/>
              </a:xfrm>
              <a:custGeom>
                <a:avLst/>
                <a:gdLst>
                  <a:gd name="T0" fmla="*/ 518 w 835"/>
                  <a:gd name="T1" fmla="*/ 18 h 150"/>
                  <a:gd name="T2" fmla="*/ 597 w 835"/>
                  <a:gd name="T3" fmla="*/ 24 h 150"/>
                  <a:gd name="T4" fmla="*/ 682 w 835"/>
                  <a:gd name="T5" fmla="*/ 30 h 150"/>
                  <a:gd name="T6" fmla="*/ 755 w 835"/>
                  <a:gd name="T7" fmla="*/ 42 h 150"/>
                  <a:gd name="T8" fmla="*/ 828 w 835"/>
                  <a:gd name="T9" fmla="*/ 60 h 150"/>
                  <a:gd name="T10" fmla="*/ 835 w 835"/>
                  <a:gd name="T11" fmla="*/ 42 h 150"/>
                  <a:gd name="T12" fmla="*/ 761 w 835"/>
                  <a:gd name="T13" fmla="*/ 24 h 150"/>
                  <a:gd name="T14" fmla="*/ 688 w 835"/>
                  <a:gd name="T15" fmla="*/ 12 h 150"/>
                  <a:gd name="T16" fmla="*/ 603 w 835"/>
                  <a:gd name="T17" fmla="*/ 6 h 150"/>
                  <a:gd name="T18" fmla="*/ 518 w 835"/>
                  <a:gd name="T19" fmla="*/ 0 h 150"/>
                  <a:gd name="T20" fmla="*/ 372 w 835"/>
                  <a:gd name="T21" fmla="*/ 12 h 150"/>
                  <a:gd name="T22" fmla="*/ 232 w 835"/>
                  <a:gd name="T23" fmla="*/ 36 h 150"/>
                  <a:gd name="T24" fmla="*/ 110 w 835"/>
                  <a:gd name="T25" fmla="*/ 78 h 150"/>
                  <a:gd name="T26" fmla="*/ 0 w 835"/>
                  <a:gd name="T27" fmla="*/ 132 h 150"/>
                  <a:gd name="T28" fmla="*/ 19 w 835"/>
                  <a:gd name="T29" fmla="*/ 150 h 150"/>
                  <a:gd name="T30" fmla="*/ 122 w 835"/>
                  <a:gd name="T31" fmla="*/ 96 h 150"/>
                  <a:gd name="T32" fmla="*/ 244 w 835"/>
                  <a:gd name="T33" fmla="*/ 54 h 150"/>
                  <a:gd name="T34" fmla="*/ 378 w 835"/>
                  <a:gd name="T35" fmla="*/ 30 h 150"/>
                  <a:gd name="T36" fmla="*/ 518 w 835"/>
                  <a:gd name="T37" fmla="*/ 18 h 150"/>
                  <a:gd name="T38" fmla="*/ 518 w 835"/>
                  <a:gd name="T39" fmla="*/ 18 h 15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 name="Freeform 1054">
                <a:extLst>
                  <a:ext uri="{FF2B5EF4-FFF2-40B4-BE49-F238E27FC236}">
                    <a16:creationId xmlns:a16="http://schemas.microsoft.com/office/drawing/2014/main" id="{E159A721-52DC-44EA-A00D-B907372F6719}"/>
                  </a:ext>
                </a:extLst>
              </p:cNvPr>
              <p:cNvSpPr>
                <a:spLocks/>
              </p:cNvSpPr>
              <p:nvPr/>
            </p:nvSpPr>
            <p:spPr bwMode="hidden">
              <a:xfrm>
                <a:off x="1867" y="3853"/>
                <a:ext cx="171" cy="461"/>
              </a:xfrm>
              <a:custGeom>
                <a:avLst/>
                <a:gdLst>
                  <a:gd name="T0" fmla="*/ 31 w 171"/>
                  <a:gd name="T1" fmla="*/ 263 h 461"/>
                  <a:gd name="T2" fmla="*/ 43 w 171"/>
                  <a:gd name="T3" fmla="*/ 191 h 461"/>
                  <a:gd name="T4" fmla="*/ 67 w 171"/>
                  <a:gd name="T5" fmla="*/ 131 h 461"/>
                  <a:gd name="T6" fmla="*/ 116 w 171"/>
                  <a:gd name="T7" fmla="*/ 72 h 461"/>
                  <a:gd name="T8" fmla="*/ 171 w 171"/>
                  <a:gd name="T9" fmla="*/ 18 h 461"/>
                  <a:gd name="T10" fmla="*/ 153 w 171"/>
                  <a:gd name="T11" fmla="*/ 0 h 461"/>
                  <a:gd name="T12" fmla="*/ 86 w 171"/>
                  <a:gd name="T13" fmla="*/ 60 h 461"/>
                  <a:gd name="T14" fmla="*/ 43 w 171"/>
                  <a:gd name="T15" fmla="*/ 120 h 461"/>
                  <a:gd name="T16" fmla="*/ 13 w 171"/>
                  <a:gd name="T17" fmla="*/ 191 h 461"/>
                  <a:gd name="T18" fmla="*/ 0 w 171"/>
                  <a:gd name="T19" fmla="*/ 263 h 461"/>
                  <a:gd name="T20" fmla="*/ 6 w 171"/>
                  <a:gd name="T21" fmla="*/ 317 h 461"/>
                  <a:gd name="T22" fmla="*/ 25 w 171"/>
                  <a:gd name="T23" fmla="*/ 365 h 461"/>
                  <a:gd name="T24" fmla="*/ 49 w 171"/>
                  <a:gd name="T25" fmla="*/ 413 h 461"/>
                  <a:gd name="T26" fmla="*/ 86 w 171"/>
                  <a:gd name="T27" fmla="*/ 461 h 461"/>
                  <a:gd name="T28" fmla="*/ 122 w 171"/>
                  <a:gd name="T29" fmla="*/ 461 h 461"/>
                  <a:gd name="T30" fmla="*/ 86 w 171"/>
                  <a:gd name="T31" fmla="*/ 413 h 461"/>
                  <a:gd name="T32" fmla="*/ 55 w 171"/>
                  <a:gd name="T33" fmla="*/ 365 h 461"/>
                  <a:gd name="T34" fmla="*/ 37 w 171"/>
                  <a:gd name="T35" fmla="*/ 317 h 461"/>
                  <a:gd name="T36" fmla="*/ 31 w 171"/>
                  <a:gd name="T37" fmla="*/ 263 h 461"/>
                  <a:gd name="T38" fmla="*/ 31 w 171"/>
                  <a:gd name="T39" fmla="*/ 263 h 4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Freeform 1055">
                <a:extLst>
                  <a:ext uri="{FF2B5EF4-FFF2-40B4-BE49-F238E27FC236}">
                    <a16:creationId xmlns:a16="http://schemas.microsoft.com/office/drawing/2014/main" id="{BCBA01AC-0135-498F-B468-CBD82ADD1E72}"/>
                  </a:ext>
                </a:extLst>
              </p:cNvPr>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eaLnBrk="1" hangingPunct="1">
                  <a:defRPr/>
                </a:pPr>
                <a:endParaRPr lang="en-US"/>
              </a:p>
            </p:txBody>
          </p:sp>
          <p:sp>
            <p:nvSpPr>
              <p:cNvPr id="26" name="Freeform 1056">
                <a:extLst>
                  <a:ext uri="{FF2B5EF4-FFF2-40B4-BE49-F238E27FC236}">
                    <a16:creationId xmlns:a16="http://schemas.microsoft.com/office/drawing/2014/main" id="{F4A35D4E-F252-43F6-8F2E-B05681E0B5C0}"/>
                  </a:ext>
                </a:extLst>
              </p:cNvPr>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eaLnBrk="1" hangingPunct="1">
                  <a:defRPr/>
                </a:pPr>
                <a:endParaRPr lang="en-US"/>
              </a:p>
            </p:txBody>
          </p:sp>
          <p:sp>
            <p:nvSpPr>
              <p:cNvPr id="27" name="Freeform 1057">
                <a:extLst>
                  <a:ext uri="{FF2B5EF4-FFF2-40B4-BE49-F238E27FC236}">
                    <a16:creationId xmlns:a16="http://schemas.microsoft.com/office/drawing/2014/main" id="{2F445834-6C36-4591-AEF2-C2EBAC62D244}"/>
                  </a:ext>
                </a:extLst>
              </p:cNvPr>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eaLnBrk="1" hangingPunct="1">
                  <a:defRPr/>
                </a:pPr>
                <a:endParaRPr lang="en-US"/>
              </a:p>
            </p:txBody>
          </p:sp>
          <p:sp>
            <p:nvSpPr>
              <p:cNvPr id="28" name="Freeform 1058">
                <a:extLst>
                  <a:ext uri="{FF2B5EF4-FFF2-40B4-BE49-F238E27FC236}">
                    <a16:creationId xmlns:a16="http://schemas.microsoft.com/office/drawing/2014/main" id="{E2E559AC-4E89-485E-B864-39B6DCF3AB15}"/>
                  </a:ext>
                </a:extLst>
              </p:cNvPr>
              <p:cNvSpPr>
                <a:spLocks/>
              </p:cNvSpPr>
              <p:nvPr/>
            </p:nvSpPr>
            <p:spPr bwMode="hidden">
              <a:xfrm>
                <a:off x="1776" y="3673"/>
                <a:ext cx="481" cy="641"/>
              </a:xfrm>
              <a:custGeom>
                <a:avLst/>
                <a:gdLst>
                  <a:gd name="T0" fmla="*/ 18 w 481"/>
                  <a:gd name="T1" fmla="*/ 443 h 641"/>
                  <a:gd name="T2" fmla="*/ 24 w 481"/>
                  <a:gd name="T3" fmla="*/ 371 h 641"/>
                  <a:gd name="T4" fmla="*/ 55 w 481"/>
                  <a:gd name="T5" fmla="*/ 305 h 641"/>
                  <a:gd name="T6" fmla="*/ 91 w 481"/>
                  <a:gd name="T7" fmla="*/ 246 h 641"/>
                  <a:gd name="T8" fmla="*/ 146 w 481"/>
                  <a:gd name="T9" fmla="*/ 186 h 641"/>
                  <a:gd name="T10" fmla="*/ 213 w 481"/>
                  <a:gd name="T11" fmla="*/ 132 h 641"/>
                  <a:gd name="T12" fmla="*/ 292 w 481"/>
                  <a:gd name="T13" fmla="*/ 84 h 641"/>
                  <a:gd name="T14" fmla="*/ 384 w 481"/>
                  <a:gd name="T15" fmla="*/ 48 h 641"/>
                  <a:gd name="T16" fmla="*/ 481 w 481"/>
                  <a:gd name="T17" fmla="*/ 12 h 641"/>
                  <a:gd name="T18" fmla="*/ 457 w 481"/>
                  <a:gd name="T19" fmla="*/ 0 h 641"/>
                  <a:gd name="T20" fmla="*/ 359 w 481"/>
                  <a:gd name="T21" fmla="*/ 36 h 641"/>
                  <a:gd name="T22" fmla="*/ 274 w 481"/>
                  <a:gd name="T23" fmla="*/ 78 h 641"/>
                  <a:gd name="T24" fmla="*/ 195 w 481"/>
                  <a:gd name="T25" fmla="*/ 126 h 641"/>
                  <a:gd name="T26" fmla="*/ 128 w 481"/>
                  <a:gd name="T27" fmla="*/ 180 h 641"/>
                  <a:gd name="T28" fmla="*/ 73 w 481"/>
                  <a:gd name="T29" fmla="*/ 240 h 641"/>
                  <a:gd name="T30" fmla="*/ 37 w 481"/>
                  <a:gd name="T31" fmla="*/ 305 h 641"/>
                  <a:gd name="T32" fmla="*/ 6 w 481"/>
                  <a:gd name="T33" fmla="*/ 371 h 641"/>
                  <a:gd name="T34" fmla="*/ 0 w 481"/>
                  <a:gd name="T35" fmla="*/ 443 h 641"/>
                  <a:gd name="T36" fmla="*/ 6 w 481"/>
                  <a:gd name="T37" fmla="*/ 497 h 641"/>
                  <a:gd name="T38" fmla="*/ 18 w 481"/>
                  <a:gd name="T39" fmla="*/ 545 h 641"/>
                  <a:gd name="T40" fmla="*/ 43 w 481"/>
                  <a:gd name="T41" fmla="*/ 593 h 641"/>
                  <a:gd name="T42" fmla="*/ 73 w 481"/>
                  <a:gd name="T43" fmla="*/ 641 h 641"/>
                  <a:gd name="T44" fmla="*/ 97 w 481"/>
                  <a:gd name="T45" fmla="*/ 641 h 641"/>
                  <a:gd name="T46" fmla="*/ 67 w 481"/>
                  <a:gd name="T47" fmla="*/ 593 h 641"/>
                  <a:gd name="T48" fmla="*/ 43 w 481"/>
                  <a:gd name="T49" fmla="*/ 545 h 641"/>
                  <a:gd name="T50" fmla="*/ 24 w 481"/>
                  <a:gd name="T51" fmla="*/ 497 h 641"/>
                  <a:gd name="T52" fmla="*/ 18 w 481"/>
                  <a:gd name="T53" fmla="*/ 443 h 641"/>
                  <a:gd name="T54" fmla="*/ 18 w 481"/>
                  <a:gd name="T55" fmla="*/ 443 h 64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 name="Freeform 1059">
                <a:extLst>
                  <a:ext uri="{FF2B5EF4-FFF2-40B4-BE49-F238E27FC236}">
                    <a16:creationId xmlns:a16="http://schemas.microsoft.com/office/drawing/2014/main" id="{4FF35780-30E7-4D3A-BAB1-52E9CB636691}"/>
                  </a:ext>
                </a:extLst>
              </p:cNvPr>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eaLnBrk="1" hangingPunct="1">
                  <a:defRPr/>
                </a:pPr>
                <a:endParaRPr lang="en-US"/>
              </a:p>
            </p:txBody>
          </p:sp>
          <p:sp>
            <p:nvSpPr>
              <p:cNvPr id="30" name="Freeform 1060">
                <a:extLst>
                  <a:ext uri="{FF2B5EF4-FFF2-40B4-BE49-F238E27FC236}">
                    <a16:creationId xmlns:a16="http://schemas.microsoft.com/office/drawing/2014/main" id="{7F7A27FD-5517-4D72-B99C-5A5B2D822C07}"/>
                  </a:ext>
                </a:extLst>
              </p:cNvPr>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eaLnBrk="1" hangingPunct="1">
                  <a:defRPr/>
                </a:pPr>
                <a:endParaRPr lang="en-US"/>
              </a:p>
            </p:txBody>
          </p:sp>
          <p:sp>
            <p:nvSpPr>
              <p:cNvPr id="31" name="Freeform 1061">
                <a:extLst>
                  <a:ext uri="{FF2B5EF4-FFF2-40B4-BE49-F238E27FC236}">
                    <a16:creationId xmlns:a16="http://schemas.microsoft.com/office/drawing/2014/main" id="{A733C2C5-776A-467E-B680-B2F0F3285170}"/>
                  </a:ext>
                </a:extLst>
              </p:cNvPr>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lstStyle/>
              <a:p>
                <a:pPr eaLnBrk="1" hangingPunct="1">
                  <a:defRPr/>
                </a:pPr>
                <a:endParaRPr lang="en-US"/>
              </a:p>
            </p:txBody>
          </p:sp>
          <p:sp>
            <p:nvSpPr>
              <p:cNvPr id="32" name="Freeform 1062">
                <a:extLst>
                  <a:ext uri="{FF2B5EF4-FFF2-40B4-BE49-F238E27FC236}">
                    <a16:creationId xmlns:a16="http://schemas.microsoft.com/office/drawing/2014/main" id="{92979B92-2822-4271-8D7B-1A69B1E4F533}"/>
                  </a:ext>
                </a:extLst>
              </p:cNvPr>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eaLnBrk="1" hangingPunct="1">
                  <a:defRPr/>
                </a:pPr>
                <a:endParaRPr lang="en-US"/>
              </a:p>
            </p:txBody>
          </p:sp>
          <p:sp>
            <p:nvSpPr>
              <p:cNvPr id="33" name="Freeform 1063">
                <a:extLst>
                  <a:ext uri="{FF2B5EF4-FFF2-40B4-BE49-F238E27FC236}">
                    <a16:creationId xmlns:a16="http://schemas.microsoft.com/office/drawing/2014/main" id="{4D8238E1-54B4-49F8-B5B2-FDC99A71EA49}"/>
                  </a:ext>
                </a:extLst>
              </p:cNvPr>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eaLnBrk="1" hangingPunct="1">
                  <a:defRPr/>
                </a:pPr>
                <a:endParaRPr lang="en-US"/>
              </a:p>
            </p:txBody>
          </p:sp>
          <p:sp>
            <p:nvSpPr>
              <p:cNvPr id="34" name="Freeform 1064">
                <a:extLst>
                  <a:ext uri="{FF2B5EF4-FFF2-40B4-BE49-F238E27FC236}">
                    <a16:creationId xmlns:a16="http://schemas.microsoft.com/office/drawing/2014/main" id="{C3B092F5-72D5-4CB0-8459-EAC5C9436D2C}"/>
                  </a:ext>
                </a:extLst>
              </p:cNvPr>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eaLnBrk="1" hangingPunct="1">
                  <a:defRPr/>
                </a:pPr>
                <a:endParaRPr lang="en-US"/>
              </a:p>
            </p:txBody>
          </p:sp>
          <p:sp>
            <p:nvSpPr>
              <p:cNvPr id="35" name="Freeform 1065">
                <a:extLst>
                  <a:ext uri="{FF2B5EF4-FFF2-40B4-BE49-F238E27FC236}">
                    <a16:creationId xmlns:a16="http://schemas.microsoft.com/office/drawing/2014/main" id="{68A66A3F-479A-4DA5-9977-B80EDF81B1CF}"/>
                  </a:ext>
                </a:extLst>
              </p:cNvPr>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eaLnBrk="1" hangingPunct="1">
                  <a:defRPr/>
                </a:pPr>
                <a:endParaRPr lang="en-US"/>
              </a:p>
            </p:txBody>
          </p:sp>
          <p:sp>
            <p:nvSpPr>
              <p:cNvPr id="36" name="Freeform 1066">
                <a:extLst>
                  <a:ext uri="{FF2B5EF4-FFF2-40B4-BE49-F238E27FC236}">
                    <a16:creationId xmlns:a16="http://schemas.microsoft.com/office/drawing/2014/main" id="{E95B2BFA-68AB-4425-9766-340DC7A44127}"/>
                  </a:ext>
                </a:extLst>
              </p:cNvPr>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lstStyle/>
              <a:p>
                <a:pPr eaLnBrk="1" hangingPunct="1">
                  <a:defRPr/>
                </a:pPr>
                <a:endParaRPr lang="en-US"/>
              </a:p>
            </p:txBody>
          </p:sp>
          <p:sp>
            <p:nvSpPr>
              <p:cNvPr id="37" name="Freeform 1067">
                <a:extLst>
                  <a:ext uri="{FF2B5EF4-FFF2-40B4-BE49-F238E27FC236}">
                    <a16:creationId xmlns:a16="http://schemas.microsoft.com/office/drawing/2014/main" id="{99B319C2-A0AA-4403-B173-7393858E9D25}"/>
                  </a:ext>
                </a:extLst>
              </p:cNvPr>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lstStyle/>
              <a:p>
                <a:pPr eaLnBrk="1" hangingPunct="1">
                  <a:defRPr/>
                </a:pPr>
                <a:endParaRPr lang="en-US"/>
              </a:p>
            </p:txBody>
          </p:sp>
          <p:sp>
            <p:nvSpPr>
              <p:cNvPr id="38" name="Freeform 1068">
                <a:extLst>
                  <a:ext uri="{FF2B5EF4-FFF2-40B4-BE49-F238E27FC236}">
                    <a16:creationId xmlns:a16="http://schemas.microsoft.com/office/drawing/2014/main" id="{455F974C-0817-4657-B8CF-5A7763EFD0A2}"/>
                  </a:ext>
                </a:extLst>
              </p:cNvPr>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eaLnBrk="1" hangingPunct="1">
                  <a:defRPr/>
                </a:pPr>
                <a:endParaRPr lang="en-US"/>
              </a:p>
            </p:txBody>
          </p:sp>
          <p:sp>
            <p:nvSpPr>
              <p:cNvPr id="39" name="Freeform 1069">
                <a:extLst>
                  <a:ext uri="{FF2B5EF4-FFF2-40B4-BE49-F238E27FC236}">
                    <a16:creationId xmlns:a16="http://schemas.microsoft.com/office/drawing/2014/main" id="{D701C550-FE75-4A10-BCE0-C9C9423A6716}"/>
                  </a:ext>
                </a:extLst>
              </p:cNvPr>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eaLnBrk="1" hangingPunct="1">
                  <a:defRPr/>
                </a:pPr>
                <a:endParaRPr lang="en-US"/>
              </a:p>
            </p:txBody>
          </p:sp>
          <p:sp>
            <p:nvSpPr>
              <p:cNvPr id="40" name="Freeform 1070">
                <a:extLst>
                  <a:ext uri="{FF2B5EF4-FFF2-40B4-BE49-F238E27FC236}">
                    <a16:creationId xmlns:a16="http://schemas.microsoft.com/office/drawing/2014/main" id="{59736F77-EA16-4A7B-8084-92C6B8DF613A}"/>
                  </a:ext>
                </a:extLst>
              </p:cNvPr>
              <p:cNvSpPr>
                <a:spLocks/>
              </p:cNvSpPr>
              <p:nvPr/>
            </p:nvSpPr>
            <p:spPr bwMode="hidden">
              <a:xfrm>
                <a:off x="5280" y="3186"/>
                <a:ext cx="383" cy="96"/>
              </a:xfrm>
              <a:custGeom>
                <a:avLst/>
                <a:gdLst>
                  <a:gd name="T0" fmla="*/ 209 w 382"/>
                  <a:gd name="T1" fmla="*/ 96 h 96"/>
                  <a:gd name="T2" fmla="*/ 143 w 382"/>
                  <a:gd name="T3" fmla="*/ 90 h 96"/>
                  <a:gd name="T4" fmla="*/ 83 w 382"/>
                  <a:gd name="T5" fmla="*/ 66 h 96"/>
                  <a:gd name="T6" fmla="*/ 35 w 382"/>
                  <a:gd name="T7" fmla="*/ 36 h 96"/>
                  <a:gd name="T8" fmla="*/ 6 w 382"/>
                  <a:gd name="T9" fmla="*/ 0 h 96"/>
                  <a:gd name="T10" fmla="*/ 0 w 382"/>
                  <a:gd name="T11" fmla="*/ 6 h 96"/>
                  <a:gd name="T12" fmla="*/ 29 w 382"/>
                  <a:gd name="T13" fmla="*/ 42 h 96"/>
                  <a:gd name="T14" fmla="*/ 77 w 382"/>
                  <a:gd name="T15" fmla="*/ 72 h 96"/>
                  <a:gd name="T16" fmla="*/ 137 w 382"/>
                  <a:gd name="T17" fmla="*/ 90 h 96"/>
                  <a:gd name="T18" fmla="*/ 209 w 382"/>
                  <a:gd name="T19" fmla="*/ 96 h 96"/>
                  <a:gd name="T20" fmla="*/ 263 w 382"/>
                  <a:gd name="T21" fmla="*/ 90 h 96"/>
                  <a:gd name="T22" fmla="*/ 311 w 382"/>
                  <a:gd name="T23" fmla="*/ 84 h 96"/>
                  <a:gd name="T24" fmla="*/ 352 w 382"/>
                  <a:gd name="T25" fmla="*/ 66 h 96"/>
                  <a:gd name="T26" fmla="*/ 382 w 382"/>
                  <a:gd name="T27" fmla="*/ 42 h 96"/>
                  <a:gd name="T28" fmla="*/ 376 w 382"/>
                  <a:gd name="T29" fmla="*/ 42 h 96"/>
                  <a:gd name="T30" fmla="*/ 346 w 382"/>
                  <a:gd name="T31" fmla="*/ 66 h 96"/>
                  <a:gd name="T32" fmla="*/ 305 w 382"/>
                  <a:gd name="T33" fmla="*/ 78 h 96"/>
                  <a:gd name="T34" fmla="*/ 263 w 382"/>
                  <a:gd name="T35" fmla="*/ 90 h 96"/>
                  <a:gd name="T36" fmla="*/ 209 w 382"/>
                  <a:gd name="T37" fmla="*/ 96 h 96"/>
                  <a:gd name="T38" fmla="*/ 209 w 382"/>
                  <a:gd name="T39" fmla="*/ 96 h 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 name="Freeform 1071">
                <a:extLst>
                  <a:ext uri="{FF2B5EF4-FFF2-40B4-BE49-F238E27FC236}">
                    <a16:creationId xmlns:a16="http://schemas.microsoft.com/office/drawing/2014/main" id="{543A1EB8-79B4-40BE-B0E5-651440D303CD}"/>
                  </a:ext>
                </a:extLst>
              </p:cNvPr>
              <p:cNvSpPr>
                <a:spLocks/>
              </p:cNvSpPr>
              <p:nvPr/>
            </p:nvSpPr>
            <p:spPr bwMode="hidden">
              <a:xfrm>
                <a:off x="5315" y="3024"/>
                <a:ext cx="258" cy="54"/>
              </a:xfrm>
              <a:custGeom>
                <a:avLst/>
                <a:gdLst>
                  <a:gd name="T0" fmla="*/ 174 w 258"/>
                  <a:gd name="T1" fmla="*/ 0 h 54"/>
                  <a:gd name="T2" fmla="*/ 216 w 258"/>
                  <a:gd name="T3" fmla="*/ 6 h 54"/>
                  <a:gd name="T4" fmla="*/ 258 w 258"/>
                  <a:gd name="T5" fmla="*/ 12 h 54"/>
                  <a:gd name="T6" fmla="*/ 252 w 258"/>
                  <a:gd name="T7" fmla="*/ 6 h 54"/>
                  <a:gd name="T8" fmla="*/ 216 w 258"/>
                  <a:gd name="T9" fmla="*/ 0 h 54"/>
                  <a:gd name="T10" fmla="*/ 174 w 258"/>
                  <a:gd name="T11" fmla="*/ 0 h 54"/>
                  <a:gd name="T12" fmla="*/ 120 w 258"/>
                  <a:gd name="T13" fmla="*/ 6 h 54"/>
                  <a:gd name="T14" fmla="*/ 78 w 258"/>
                  <a:gd name="T15" fmla="*/ 12 h 54"/>
                  <a:gd name="T16" fmla="*/ 36 w 258"/>
                  <a:gd name="T17" fmla="*/ 30 h 54"/>
                  <a:gd name="T18" fmla="*/ 0 w 258"/>
                  <a:gd name="T19" fmla="*/ 48 h 54"/>
                  <a:gd name="T20" fmla="*/ 6 w 258"/>
                  <a:gd name="T21" fmla="*/ 54 h 54"/>
                  <a:gd name="T22" fmla="*/ 36 w 258"/>
                  <a:gd name="T23" fmla="*/ 36 h 54"/>
                  <a:gd name="T24" fmla="*/ 78 w 258"/>
                  <a:gd name="T25" fmla="*/ 18 h 54"/>
                  <a:gd name="T26" fmla="*/ 120 w 258"/>
                  <a:gd name="T27" fmla="*/ 6 h 54"/>
                  <a:gd name="T28" fmla="*/ 174 w 258"/>
                  <a:gd name="T29" fmla="*/ 0 h 54"/>
                  <a:gd name="T30" fmla="*/ 174 w 258"/>
                  <a:gd name="T31" fmla="*/ 0 h 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2" name="Freeform 1072">
                <a:extLst>
                  <a:ext uri="{FF2B5EF4-FFF2-40B4-BE49-F238E27FC236}">
                    <a16:creationId xmlns:a16="http://schemas.microsoft.com/office/drawing/2014/main" id="{BD4C3F0B-453F-4728-8A4A-E06379EA04BF}"/>
                  </a:ext>
                </a:extLst>
              </p:cNvPr>
              <p:cNvSpPr>
                <a:spLocks/>
              </p:cNvSpPr>
              <p:nvPr/>
            </p:nvSpPr>
            <p:spPr bwMode="hidden">
              <a:xfrm>
                <a:off x="5645" y="3066"/>
                <a:ext cx="60" cy="156"/>
              </a:xfrm>
              <a:custGeom>
                <a:avLst/>
                <a:gdLst>
                  <a:gd name="T0" fmla="*/ 54 w 60"/>
                  <a:gd name="T1" fmla="*/ 90 h 156"/>
                  <a:gd name="T2" fmla="*/ 48 w 60"/>
                  <a:gd name="T3" fmla="*/ 126 h 156"/>
                  <a:gd name="T4" fmla="*/ 24 w 60"/>
                  <a:gd name="T5" fmla="*/ 156 h 156"/>
                  <a:gd name="T6" fmla="*/ 30 w 60"/>
                  <a:gd name="T7" fmla="*/ 156 h 156"/>
                  <a:gd name="T8" fmla="*/ 54 w 60"/>
                  <a:gd name="T9" fmla="*/ 126 h 156"/>
                  <a:gd name="T10" fmla="*/ 60 w 60"/>
                  <a:gd name="T11" fmla="*/ 90 h 156"/>
                  <a:gd name="T12" fmla="*/ 54 w 60"/>
                  <a:gd name="T13" fmla="*/ 66 h 156"/>
                  <a:gd name="T14" fmla="*/ 48 w 60"/>
                  <a:gd name="T15" fmla="*/ 42 h 156"/>
                  <a:gd name="T16" fmla="*/ 30 w 60"/>
                  <a:gd name="T17" fmla="*/ 18 h 156"/>
                  <a:gd name="T18" fmla="*/ 6 w 60"/>
                  <a:gd name="T19" fmla="*/ 0 h 156"/>
                  <a:gd name="T20" fmla="*/ 0 w 60"/>
                  <a:gd name="T21" fmla="*/ 6 h 156"/>
                  <a:gd name="T22" fmla="*/ 24 w 60"/>
                  <a:gd name="T23" fmla="*/ 24 h 156"/>
                  <a:gd name="T24" fmla="*/ 42 w 60"/>
                  <a:gd name="T25" fmla="*/ 42 h 156"/>
                  <a:gd name="T26" fmla="*/ 48 w 60"/>
                  <a:gd name="T27" fmla="*/ 66 h 156"/>
                  <a:gd name="T28" fmla="*/ 54 w 60"/>
                  <a:gd name="T29" fmla="*/ 90 h 156"/>
                  <a:gd name="T30" fmla="*/ 54 w 60"/>
                  <a:gd name="T31" fmla="*/ 90 h 1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3" name="Freeform 1073">
                <a:extLst>
                  <a:ext uri="{FF2B5EF4-FFF2-40B4-BE49-F238E27FC236}">
                    <a16:creationId xmlns:a16="http://schemas.microsoft.com/office/drawing/2014/main" id="{69C7E01D-30BF-4FB3-B2C9-DB3E79DFD80A}"/>
                  </a:ext>
                </a:extLst>
              </p:cNvPr>
              <p:cNvSpPr>
                <a:spLocks/>
              </p:cNvSpPr>
              <p:nvPr/>
            </p:nvSpPr>
            <p:spPr bwMode="hidden">
              <a:xfrm>
                <a:off x="5375" y="3246"/>
                <a:ext cx="192" cy="18"/>
              </a:xfrm>
              <a:custGeom>
                <a:avLst/>
                <a:gdLst>
                  <a:gd name="T0" fmla="*/ 114 w 192"/>
                  <a:gd name="T1" fmla="*/ 12 h 18"/>
                  <a:gd name="T2" fmla="*/ 72 w 192"/>
                  <a:gd name="T3" fmla="*/ 6 h 18"/>
                  <a:gd name="T4" fmla="*/ 30 w 192"/>
                  <a:gd name="T5" fmla="*/ 0 h 18"/>
                  <a:gd name="T6" fmla="*/ 0 w 192"/>
                  <a:gd name="T7" fmla="*/ 0 h 18"/>
                  <a:gd name="T8" fmla="*/ 54 w 192"/>
                  <a:gd name="T9" fmla="*/ 12 h 18"/>
                  <a:gd name="T10" fmla="*/ 114 w 192"/>
                  <a:gd name="T11" fmla="*/ 18 h 18"/>
                  <a:gd name="T12" fmla="*/ 156 w 192"/>
                  <a:gd name="T13" fmla="*/ 18 h 18"/>
                  <a:gd name="T14" fmla="*/ 192 w 192"/>
                  <a:gd name="T15" fmla="*/ 12 h 18"/>
                  <a:gd name="T16" fmla="*/ 186 w 192"/>
                  <a:gd name="T17" fmla="*/ 0 h 18"/>
                  <a:gd name="T18" fmla="*/ 150 w 192"/>
                  <a:gd name="T19" fmla="*/ 6 h 18"/>
                  <a:gd name="T20" fmla="*/ 114 w 192"/>
                  <a:gd name="T21" fmla="*/ 12 h 18"/>
                  <a:gd name="T22" fmla="*/ 114 w 192"/>
                  <a:gd name="T23" fmla="*/ 12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Freeform 1074">
                <a:extLst>
                  <a:ext uri="{FF2B5EF4-FFF2-40B4-BE49-F238E27FC236}">
                    <a16:creationId xmlns:a16="http://schemas.microsoft.com/office/drawing/2014/main" id="{6D4576F4-CF65-4EC4-BA74-7CCB7A500DC9}"/>
                  </a:ext>
                </a:extLst>
              </p:cNvPr>
              <p:cNvSpPr>
                <a:spLocks/>
              </p:cNvSpPr>
              <p:nvPr/>
            </p:nvSpPr>
            <p:spPr bwMode="hidden">
              <a:xfrm>
                <a:off x="5304" y="3042"/>
                <a:ext cx="161" cy="186"/>
              </a:xfrm>
              <a:custGeom>
                <a:avLst/>
                <a:gdLst>
                  <a:gd name="T0" fmla="*/ 11 w 161"/>
                  <a:gd name="T1" fmla="*/ 114 h 186"/>
                  <a:gd name="T2" fmla="*/ 17 w 161"/>
                  <a:gd name="T3" fmla="*/ 96 h 186"/>
                  <a:gd name="T4" fmla="*/ 23 w 161"/>
                  <a:gd name="T5" fmla="*/ 78 h 186"/>
                  <a:gd name="T6" fmla="*/ 53 w 161"/>
                  <a:gd name="T7" fmla="*/ 42 h 186"/>
                  <a:gd name="T8" fmla="*/ 101 w 161"/>
                  <a:gd name="T9" fmla="*/ 18 h 186"/>
                  <a:gd name="T10" fmla="*/ 155 w 161"/>
                  <a:gd name="T11" fmla="*/ 6 h 186"/>
                  <a:gd name="T12" fmla="*/ 161 w 161"/>
                  <a:gd name="T13" fmla="*/ 0 h 186"/>
                  <a:gd name="T14" fmla="*/ 95 w 161"/>
                  <a:gd name="T15" fmla="*/ 12 h 186"/>
                  <a:gd name="T16" fmla="*/ 47 w 161"/>
                  <a:gd name="T17" fmla="*/ 36 h 186"/>
                  <a:gd name="T18" fmla="*/ 11 w 161"/>
                  <a:gd name="T19" fmla="*/ 72 h 186"/>
                  <a:gd name="T20" fmla="*/ 5 w 161"/>
                  <a:gd name="T21" fmla="*/ 90 h 186"/>
                  <a:gd name="T22" fmla="*/ 0 w 161"/>
                  <a:gd name="T23" fmla="*/ 114 h 186"/>
                  <a:gd name="T24" fmla="*/ 11 w 161"/>
                  <a:gd name="T25" fmla="*/ 150 h 186"/>
                  <a:gd name="T26" fmla="*/ 23 w 161"/>
                  <a:gd name="T27" fmla="*/ 168 h 186"/>
                  <a:gd name="T28" fmla="*/ 41 w 161"/>
                  <a:gd name="T29" fmla="*/ 186 h 186"/>
                  <a:gd name="T30" fmla="*/ 65 w 161"/>
                  <a:gd name="T31" fmla="*/ 186 h 186"/>
                  <a:gd name="T32" fmla="*/ 41 w 161"/>
                  <a:gd name="T33" fmla="*/ 168 h 186"/>
                  <a:gd name="T34" fmla="*/ 23 w 161"/>
                  <a:gd name="T35" fmla="*/ 150 h 186"/>
                  <a:gd name="T36" fmla="*/ 17 w 161"/>
                  <a:gd name="T37" fmla="*/ 132 h 186"/>
                  <a:gd name="T38" fmla="*/ 11 w 161"/>
                  <a:gd name="T39" fmla="*/ 114 h 186"/>
                  <a:gd name="T40" fmla="*/ 11 w 161"/>
                  <a:gd name="T41" fmla="*/ 114 h 1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close/>
                  </a:path>
                </a:pathLst>
              </a:cu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1075">
                <a:extLst>
                  <a:ext uri="{FF2B5EF4-FFF2-40B4-BE49-F238E27FC236}">
                    <a16:creationId xmlns:a16="http://schemas.microsoft.com/office/drawing/2014/main" id="{81947625-4D65-4C6A-920F-E5403DB1DA81}"/>
                  </a:ext>
                </a:extLst>
              </p:cNvPr>
              <p:cNvSpPr>
                <a:spLocks/>
              </p:cNvSpPr>
              <p:nvPr/>
            </p:nvSpPr>
            <p:spPr bwMode="hidden">
              <a:xfrm>
                <a:off x="5489" y="3042"/>
                <a:ext cx="186" cy="210"/>
              </a:xfrm>
              <a:custGeom>
                <a:avLst/>
                <a:gdLst>
                  <a:gd name="T0" fmla="*/ 0 w 185"/>
                  <a:gd name="T1" fmla="*/ 6 h 210"/>
                  <a:gd name="T2" fmla="*/ 66 w 185"/>
                  <a:gd name="T3" fmla="*/ 12 h 210"/>
                  <a:gd name="T4" fmla="*/ 119 w 185"/>
                  <a:gd name="T5" fmla="*/ 36 h 210"/>
                  <a:gd name="T6" fmla="*/ 155 w 185"/>
                  <a:gd name="T7" fmla="*/ 72 h 210"/>
                  <a:gd name="T8" fmla="*/ 161 w 185"/>
                  <a:gd name="T9" fmla="*/ 90 h 210"/>
                  <a:gd name="T10" fmla="*/ 167 w 185"/>
                  <a:gd name="T11" fmla="*/ 114 h 210"/>
                  <a:gd name="T12" fmla="*/ 161 w 185"/>
                  <a:gd name="T13" fmla="*/ 138 h 210"/>
                  <a:gd name="T14" fmla="*/ 149 w 185"/>
                  <a:gd name="T15" fmla="*/ 162 h 210"/>
                  <a:gd name="T16" fmla="*/ 119 w 185"/>
                  <a:gd name="T17" fmla="*/ 180 h 210"/>
                  <a:gd name="T18" fmla="*/ 90 w 185"/>
                  <a:gd name="T19" fmla="*/ 198 h 210"/>
                  <a:gd name="T20" fmla="*/ 96 w 185"/>
                  <a:gd name="T21" fmla="*/ 210 h 210"/>
                  <a:gd name="T22" fmla="*/ 131 w 185"/>
                  <a:gd name="T23" fmla="*/ 192 h 210"/>
                  <a:gd name="T24" fmla="*/ 161 w 185"/>
                  <a:gd name="T25" fmla="*/ 168 h 210"/>
                  <a:gd name="T26" fmla="*/ 179 w 185"/>
                  <a:gd name="T27" fmla="*/ 144 h 210"/>
                  <a:gd name="T28" fmla="*/ 185 w 185"/>
                  <a:gd name="T29" fmla="*/ 114 h 210"/>
                  <a:gd name="T30" fmla="*/ 179 w 185"/>
                  <a:gd name="T31" fmla="*/ 90 h 210"/>
                  <a:gd name="T32" fmla="*/ 173 w 185"/>
                  <a:gd name="T33" fmla="*/ 66 h 210"/>
                  <a:gd name="T34" fmla="*/ 155 w 185"/>
                  <a:gd name="T35" fmla="*/ 48 h 210"/>
                  <a:gd name="T36" fmla="*/ 131 w 185"/>
                  <a:gd name="T37" fmla="*/ 30 h 210"/>
                  <a:gd name="T38" fmla="*/ 72 w 185"/>
                  <a:gd name="T39" fmla="*/ 6 h 210"/>
                  <a:gd name="T40" fmla="*/ 0 w 185"/>
                  <a:gd name="T41" fmla="*/ 0 h 210"/>
                  <a:gd name="T42" fmla="*/ 0 w 185"/>
                  <a:gd name="T43" fmla="*/ 6 h 210"/>
                  <a:gd name="T44" fmla="*/ 0 w 185"/>
                  <a:gd name="T45" fmla="*/ 6 h 210"/>
                  <a:gd name="T46" fmla="*/ 0 w 185"/>
                  <a:gd name="T47" fmla="*/ 6 h 21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close/>
                  </a:path>
                </a:pathLst>
              </a:cu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Freeform 1076">
                <a:extLst>
                  <a:ext uri="{FF2B5EF4-FFF2-40B4-BE49-F238E27FC236}">
                    <a16:creationId xmlns:a16="http://schemas.microsoft.com/office/drawing/2014/main" id="{595A73E0-AC99-4E53-96C2-51E914A3360E}"/>
                  </a:ext>
                </a:extLst>
              </p:cNvPr>
              <p:cNvSpPr>
                <a:spLocks noEditPoints="1"/>
              </p:cNvSpPr>
              <p:nvPr/>
            </p:nvSpPr>
            <p:spPr bwMode="hidden">
              <a:xfrm>
                <a:off x="5345" y="3058"/>
                <a:ext cx="299" cy="186"/>
              </a:xfrm>
              <a:custGeom>
                <a:avLst/>
                <a:gdLst>
                  <a:gd name="T0" fmla="*/ 150 w 299"/>
                  <a:gd name="T1" fmla="*/ 0 h 186"/>
                  <a:gd name="T2" fmla="*/ 90 w 299"/>
                  <a:gd name="T3" fmla="*/ 6 h 186"/>
                  <a:gd name="T4" fmla="*/ 42 w 299"/>
                  <a:gd name="T5" fmla="*/ 30 h 186"/>
                  <a:gd name="T6" fmla="*/ 12 w 299"/>
                  <a:gd name="T7" fmla="*/ 54 h 186"/>
                  <a:gd name="T8" fmla="*/ 6 w 299"/>
                  <a:gd name="T9" fmla="*/ 72 h 186"/>
                  <a:gd name="T10" fmla="*/ 0 w 299"/>
                  <a:gd name="T11" fmla="*/ 90 h 186"/>
                  <a:gd name="T12" fmla="*/ 6 w 299"/>
                  <a:gd name="T13" fmla="*/ 108 h 186"/>
                  <a:gd name="T14" fmla="*/ 12 w 299"/>
                  <a:gd name="T15" fmla="*/ 126 h 186"/>
                  <a:gd name="T16" fmla="*/ 42 w 299"/>
                  <a:gd name="T17" fmla="*/ 156 h 186"/>
                  <a:gd name="T18" fmla="*/ 90 w 299"/>
                  <a:gd name="T19" fmla="*/ 180 h 186"/>
                  <a:gd name="T20" fmla="*/ 150 w 299"/>
                  <a:gd name="T21" fmla="*/ 186 h 186"/>
                  <a:gd name="T22" fmla="*/ 209 w 299"/>
                  <a:gd name="T23" fmla="*/ 180 h 186"/>
                  <a:gd name="T24" fmla="*/ 257 w 299"/>
                  <a:gd name="T25" fmla="*/ 156 h 186"/>
                  <a:gd name="T26" fmla="*/ 287 w 299"/>
                  <a:gd name="T27" fmla="*/ 126 h 186"/>
                  <a:gd name="T28" fmla="*/ 299 w 299"/>
                  <a:gd name="T29" fmla="*/ 108 h 186"/>
                  <a:gd name="T30" fmla="*/ 299 w 299"/>
                  <a:gd name="T31" fmla="*/ 90 h 186"/>
                  <a:gd name="T32" fmla="*/ 299 w 299"/>
                  <a:gd name="T33" fmla="*/ 72 h 186"/>
                  <a:gd name="T34" fmla="*/ 287 w 299"/>
                  <a:gd name="T35" fmla="*/ 54 h 186"/>
                  <a:gd name="T36" fmla="*/ 257 w 299"/>
                  <a:gd name="T37" fmla="*/ 30 h 186"/>
                  <a:gd name="T38" fmla="*/ 209 w 299"/>
                  <a:gd name="T39" fmla="*/ 6 h 186"/>
                  <a:gd name="T40" fmla="*/ 150 w 299"/>
                  <a:gd name="T41" fmla="*/ 0 h 186"/>
                  <a:gd name="T42" fmla="*/ 150 w 299"/>
                  <a:gd name="T43" fmla="*/ 0 h 186"/>
                  <a:gd name="T44" fmla="*/ 150 w 299"/>
                  <a:gd name="T45" fmla="*/ 180 h 186"/>
                  <a:gd name="T46" fmla="*/ 96 w 299"/>
                  <a:gd name="T47" fmla="*/ 174 h 186"/>
                  <a:gd name="T48" fmla="*/ 48 w 299"/>
                  <a:gd name="T49" fmla="*/ 156 h 186"/>
                  <a:gd name="T50" fmla="*/ 18 w 299"/>
                  <a:gd name="T51" fmla="*/ 126 h 186"/>
                  <a:gd name="T52" fmla="*/ 12 w 299"/>
                  <a:gd name="T53" fmla="*/ 108 h 186"/>
                  <a:gd name="T54" fmla="*/ 6 w 299"/>
                  <a:gd name="T55" fmla="*/ 90 h 186"/>
                  <a:gd name="T56" fmla="*/ 12 w 299"/>
                  <a:gd name="T57" fmla="*/ 72 h 186"/>
                  <a:gd name="T58" fmla="*/ 18 w 299"/>
                  <a:gd name="T59" fmla="*/ 54 h 186"/>
                  <a:gd name="T60" fmla="*/ 48 w 299"/>
                  <a:gd name="T61" fmla="*/ 30 h 186"/>
                  <a:gd name="T62" fmla="*/ 96 w 299"/>
                  <a:gd name="T63" fmla="*/ 12 h 186"/>
                  <a:gd name="T64" fmla="*/ 150 w 299"/>
                  <a:gd name="T65" fmla="*/ 6 h 186"/>
                  <a:gd name="T66" fmla="*/ 203 w 299"/>
                  <a:gd name="T67" fmla="*/ 12 h 186"/>
                  <a:gd name="T68" fmla="*/ 251 w 299"/>
                  <a:gd name="T69" fmla="*/ 30 h 186"/>
                  <a:gd name="T70" fmla="*/ 281 w 299"/>
                  <a:gd name="T71" fmla="*/ 54 h 186"/>
                  <a:gd name="T72" fmla="*/ 293 w 299"/>
                  <a:gd name="T73" fmla="*/ 72 h 186"/>
                  <a:gd name="T74" fmla="*/ 293 w 299"/>
                  <a:gd name="T75" fmla="*/ 90 h 186"/>
                  <a:gd name="T76" fmla="*/ 293 w 299"/>
                  <a:gd name="T77" fmla="*/ 108 h 186"/>
                  <a:gd name="T78" fmla="*/ 281 w 299"/>
                  <a:gd name="T79" fmla="*/ 126 h 186"/>
                  <a:gd name="T80" fmla="*/ 251 w 299"/>
                  <a:gd name="T81" fmla="*/ 156 h 186"/>
                  <a:gd name="T82" fmla="*/ 203 w 299"/>
                  <a:gd name="T83" fmla="*/ 174 h 186"/>
                  <a:gd name="T84" fmla="*/ 150 w 299"/>
                  <a:gd name="T85" fmla="*/ 180 h 186"/>
                  <a:gd name="T86" fmla="*/ 150 w 299"/>
                  <a:gd name="T87" fmla="*/ 180 h 18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 name="Oval 1077">
                <a:extLst>
                  <a:ext uri="{FF2B5EF4-FFF2-40B4-BE49-F238E27FC236}">
                    <a16:creationId xmlns:a16="http://schemas.microsoft.com/office/drawing/2014/main" id="{B2DC5165-ACDE-47D8-AD32-D2E9B067847E}"/>
                  </a:ext>
                </a:extLst>
              </p:cNvPr>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eaLnBrk="1" hangingPunct="1">
                  <a:defRPr/>
                </a:pPr>
                <a:endParaRPr lang="en-US"/>
              </a:p>
            </p:txBody>
          </p:sp>
          <p:grpSp>
            <p:nvGrpSpPr>
              <p:cNvPr id="48" name="Group 1078">
                <a:extLst>
                  <a:ext uri="{FF2B5EF4-FFF2-40B4-BE49-F238E27FC236}">
                    <a16:creationId xmlns:a16="http://schemas.microsoft.com/office/drawing/2014/main" id="{B3FE85F2-07BF-401F-AF54-E32B3B02FD56}"/>
                  </a:ext>
                </a:extLst>
              </p:cNvPr>
              <p:cNvGrpSpPr>
                <a:grpSpLocks/>
              </p:cNvGrpSpPr>
              <p:nvPr/>
            </p:nvGrpSpPr>
            <p:grpSpPr bwMode="auto">
              <a:xfrm>
                <a:off x="4546" y="3608"/>
                <a:ext cx="518" cy="319"/>
                <a:chOff x="4546" y="3608"/>
                <a:chExt cx="518" cy="319"/>
              </a:xfrm>
            </p:grpSpPr>
            <p:sp>
              <p:nvSpPr>
                <p:cNvPr id="54" name="Oval 1079">
                  <a:extLst>
                    <a:ext uri="{FF2B5EF4-FFF2-40B4-BE49-F238E27FC236}">
                      <a16:creationId xmlns:a16="http://schemas.microsoft.com/office/drawing/2014/main" id="{CAAA13CD-38E7-4606-B12A-185D393F6363}"/>
                    </a:ext>
                  </a:extLst>
                </p:cNvPr>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lstStyle/>
                <a:p>
                  <a:pPr eaLnBrk="1" hangingPunct="1">
                    <a:defRPr/>
                  </a:pPr>
                  <a:endParaRPr lang="en-US"/>
                </a:p>
              </p:txBody>
            </p:sp>
            <p:sp>
              <p:nvSpPr>
                <p:cNvPr id="55" name="Oval 1080">
                  <a:extLst>
                    <a:ext uri="{FF2B5EF4-FFF2-40B4-BE49-F238E27FC236}">
                      <a16:creationId xmlns:a16="http://schemas.microsoft.com/office/drawing/2014/main" id="{A31EE57E-13CF-4A3D-BFB8-0346D7EDE5F1}"/>
                    </a:ext>
                  </a:extLst>
                </p:cNvPr>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lstStyle/>
                <a:p>
                  <a:pPr eaLnBrk="1" hangingPunct="1">
                    <a:defRPr/>
                  </a:pPr>
                  <a:endParaRPr lang="en-US"/>
                </a:p>
              </p:txBody>
            </p:sp>
            <p:sp>
              <p:nvSpPr>
                <p:cNvPr id="56" name="Oval 1081">
                  <a:extLst>
                    <a:ext uri="{FF2B5EF4-FFF2-40B4-BE49-F238E27FC236}">
                      <a16:creationId xmlns:a16="http://schemas.microsoft.com/office/drawing/2014/main" id="{71A16F7B-51BF-4EB2-9E84-2B3D25C56893}"/>
                    </a:ext>
                  </a:extLst>
                </p:cNvPr>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eaLnBrk="1" hangingPunct="1">
                    <a:defRPr/>
                  </a:pPr>
                  <a:endParaRPr lang="en-US"/>
                </a:p>
              </p:txBody>
            </p:sp>
            <p:sp>
              <p:nvSpPr>
                <p:cNvPr id="57" name="Oval 1082">
                  <a:extLst>
                    <a:ext uri="{FF2B5EF4-FFF2-40B4-BE49-F238E27FC236}">
                      <a16:creationId xmlns:a16="http://schemas.microsoft.com/office/drawing/2014/main" id="{23A57F6D-802E-41E6-90C6-BDA85E86422D}"/>
                    </a:ext>
                  </a:extLst>
                </p:cNvPr>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eaLnBrk="1" hangingPunct="1">
                    <a:defRPr/>
                  </a:pPr>
                  <a:endParaRPr lang="en-US"/>
                </a:p>
              </p:txBody>
            </p:sp>
            <p:sp>
              <p:nvSpPr>
                <p:cNvPr id="58" name="Oval 1083">
                  <a:extLst>
                    <a:ext uri="{FF2B5EF4-FFF2-40B4-BE49-F238E27FC236}">
                      <a16:creationId xmlns:a16="http://schemas.microsoft.com/office/drawing/2014/main" id="{5C5F63CC-2FB9-430F-955D-964AEC374AAC}"/>
                    </a:ext>
                  </a:extLst>
                </p:cNvPr>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eaLnBrk="1" hangingPunct="1">
                    <a:defRPr/>
                  </a:pPr>
                  <a:endParaRPr lang="en-US"/>
                </a:p>
              </p:txBody>
            </p:sp>
            <p:sp>
              <p:nvSpPr>
                <p:cNvPr id="59" name="Oval 1084">
                  <a:extLst>
                    <a:ext uri="{FF2B5EF4-FFF2-40B4-BE49-F238E27FC236}">
                      <a16:creationId xmlns:a16="http://schemas.microsoft.com/office/drawing/2014/main" id="{750E2A0B-4614-451F-86F0-E0045FB9EB45}"/>
                    </a:ext>
                  </a:extLst>
                </p:cNvPr>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eaLnBrk="1" hangingPunct="1">
                    <a:defRPr/>
                  </a:pPr>
                  <a:endParaRPr lang="en-US"/>
                </a:p>
              </p:txBody>
            </p:sp>
          </p:grpSp>
          <p:grpSp>
            <p:nvGrpSpPr>
              <p:cNvPr id="49" name="Group 1085">
                <a:extLst>
                  <a:ext uri="{FF2B5EF4-FFF2-40B4-BE49-F238E27FC236}">
                    <a16:creationId xmlns:a16="http://schemas.microsoft.com/office/drawing/2014/main" id="{709C392D-376F-4D5D-A9F5-E04BAC1264EC}"/>
                  </a:ext>
                </a:extLst>
              </p:cNvPr>
              <p:cNvGrpSpPr>
                <a:grpSpLocks/>
              </p:cNvGrpSpPr>
              <p:nvPr/>
            </p:nvGrpSpPr>
            <p:grpSpPr bwMode="auto">
              <a:xfrm>
                <a:off x="5381" y="3085"/>
                <a:ext cx="227" cy="132"/>
                <a:chOff x="5381" y="3085"/>
                <a:chExt cx="227" cy="132"/>
              </a:xfrm>
            </p:grpSpPr>
            <p:sp>
              <p:nvSpPr>
                <p:cNvPr id="50" name="Oval 1086">
                  <a:extLst>
                    <a:ext uri="{FF2B5EF4-FFF2-40B4-BE49-F238E27FC236}">
                      <a16:creationId xmlns:a16="http://schemas.microsoft.com/office/drawing/2014/main" id="{00713D1D-65BA-4A3C-810D-194803E406DE}"/>
                    </a:ext>
                  </a:extLst>
                </p:cNvPr>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1" name="Oval 1087">
                  <a:extLst>
                    <a:ext uri="{FF2B5EF4-FFF2-40B4-BE49-F238E27FC236}">
                      <a16:creationId xmlns:a16="http://schemas.microsoft.com/office/drawing/2014/main" id="{FA434ABA-E694-4603-9DB3-B5EC869239DE}"/>
                    </a:ext>
                  </a:extLst>
                </p:cNvPr>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2" name="Oval 1088">
                  <a:extLst>
                    <a:ext uri="{FF2B5EF4-FFF2-40B4-BE49-F238E27FC236}">
                      <a16:creationId xmlns:a16="http://schemas.microsoft.com/office/drawing/2014/main" id="{E01C0ADA-F49B-4A07-BF47-0C097DD70108}"/>
                    </a:ext>
                  </a:extLst>
                </p:cNvPr>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3" name="Oval 1089">
                  <a:extLst>
                    <a:ext uri="{FF2B5EF4-FFF2-40B4-BE49-F238E27FC236}">
                      <a16:creationId xmlns:a16="http://schemas.microsoft.com/office/drawing/2014/main" id="{B97413E8-E4E3-4996-BB74-0D387E2D61D8}"/>
                    </a:ext>
                  </a:extLst>
                </p:cNvPr>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grpSp>
      </p:grpSp>
      <p:sp>
        <p:nvSpPr>
          <p:cNvPr id="84034" name="Rectangle 1090"/>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84035" name="Rectangle 1091"/>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68" name="Rectangle 1092">
            <a:extLst>
              <a:ext uri="{FF2B5EF4-FFF2-40B4-BE49-F238E27FC236}">
                <a16:creationId xmlns:a16="http://schemas.microsoft.com/office/drawing/2014/main" id="{5DA27347-40F9-4682-842C-0E74EF455E6F}"/>
              </a:ext>
            </a:extLst>
          </p:cNvPr>
          <p:cNvSpPr>
            <a:spLocks noGrp="1" noChangeArrowheads="1"/>
          </p:cNvSpPr>
          <p:nvPr>
            <p:ph type="dt" sz="quarter" idx="10"/>
          </p:nvPr>
        </p:nvSpPr>
        <p:spPr/>
        <p:txBody>
          <a:bodyPr/>
          <a:lstStyle>
            <a:lvl1pPr>
              <a:defRPr/>
            </a:lvl1pPr>
          </a:lstStyle>
          <a:p>
            <a:pPr>
              <a:defRPr/>
            </a:pPr>
            <a:endParaRPr lang="en-US"/>
          </a:p>
        </p:txBody>
      </p:sp>
      <p:sp>
        <p:nvSpPr>
          <p:cNvPr id="69" name="Rectangle 1093">
            <a:extLst>
              <a:ext uri="{FF2B5EF4-FFF2-40B4-BE49-F238E27FC236}">
                <a16:creationId xmlns:a16="http://schemas.microsoft.com/office/drawing/2014/main" id="{A972AEC8-0E85-4389-A083-8DA473AD95E9}"/>
              </a:ext>
            </a:extLst>
          </p:cNvPr>
          <p:cNvSpPr>
            <a:spLocks noGrp="1" noChangeArrowheads="1"/>
          </p:cNvSpPr>
          <p:nvPr>
            <p:ph type="ftr" sz="quarter" idx="11"/>
          </p:nvPr>
        </p:nvSpPr>
        <p:spPr/>
        <p:txBody>
          <a:bodyPr/>
          <a:lstStyle>
            <a:lvl1pPr>
              <a:defRPr/>
            </a:lvl1pPr>
          </a:lstStyle>
          <a:p>
            <a:pPr>
              <a:defRPr/>
            </a:pPr>
            <a:endParaRPr lang="en-US"/>
          </a:p>
        </p:txBody>
      </p:sp>
      <p:sp>
        <p:nvSpPr>
          <p:cNvPr id="70" name="Rectangle 1094">
            <a:extLst>
              <a:ext uri="{FF2B5EF4-FFF2-40B4-BE49-F238E27FC236}">
                <a16:creationId xmlns:a16="http://schemas.microsoft.com/office/drawing/2014/main" id="{CCBF9F09-7741-47BD-A269-6E19BE625AD9}"/>
              </a:ext>
            </a:extLst>
          </p:cNvPr>
          <p:cNvSpPr>
            <a:spLocks noGrp="1" noChangeArrowheads="1"/>
          </p:cNvSpPr>
          <p:nvPr>
            <p:ph type="sldNum" sz="quarter" idx="12"/>
          </p:nvPr>
        </p:nvSpPr>
        <p:spPr/>
        <p:txBody>
          <a:bodyPr/>
          <a:lstStyle>
            <a:lvl1pPr>
              <a:defRPr smtClean="0"/>
            </a:lvl1pPr>
          </a:lstStyle>
          <a:p>
            <a:pPr>
              <a:defRPr/>
            </a:pPr>
            <a:fld id="{ECFD9721-ED69-482C-933F-85676466B71F}" type="slidenum">
              <a:rPr lang="en-US" altLang="en-US"/>
              <a:pPr>
                <a:defRPr/>
              </a:pPr>
              <a:t>‹#›</a:t>
            </a:fld>
            <a:endParaRPr lang="en-US" altLang="en-US"/>
          </a:p>
        </p:txBody>
      </p:sp>
    </p:spTree>
    <p:extLst>
      <p:ext uri="{BB962C8B-B14F-4D97-AF65-F5344CB8AC3E}">
        <p14:creationId xmlns:p14="http://schemas.microsoft.com/office/powerpoint/2010/main" val="842836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7">
            <a:extLst>
              <a:ext uri="{FF2B5EF4-FFF2-40B4-BE49-F238E27FC236}">
                <a16:creationId xmlns:a16="http://schemas.microsoft.com/office/drawing/2014/main" id="{60A025C3-74D0-4DD5-A9BE-44B6D602BBF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77E12879-0511-4DB1-8F62-89C3CC264BC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38830002-A70F-48C4-AE17-3B3890D9B795}"/>
              </a:ext>
            </a:extLst>
          </p:cNvPr>
          <p:cNvSpPr>
            <a:spLocks noGrp="1" noChangeArrowheads="1"/>
          </p:cNvSpPr>
          <p:nvPr>
            <p:ph type="sldNum" sz="quarter" idx="12"/>
          </p:nvPr>
        </p:nvSpPr>
        <p:spPr>
          <a:ln/>
        </p:spPr>
        <p:txBody>
          <a:bodyPr/>
          <a:lstStyle>
            <a:lvl1pPr>
              <a:defRPr/>
            </a:lvl1pPr>
          </a:lstStyle>
          <a:p>
            <a:pPr>
              <a:defRPr/>
            </a:pPr>
            <a:fld id="{89806D03-EB39-42A0-8F4D-55068E1911C6}" type="slidenum">
              <a:rPr lang="en-US" altLang="en-US"/>
              <a:pPr>
                <a:defRPr/>
              </a:pPr>
              <a:t>‹#›</a:t>
            </a:fld>
            <a:endParaRPr lang="en-US" altLang="en-US"/>
          </a:p>
        </p:txBody>
      </p:sp>
    </p:spTree>
    <p:extLst>
      <p:ext uri="{BB962C8B-B14F-4D97-AF65-F5344CB8AC3E}">
        <p14:creationId xmlns:p14="http://schemas.microsoft.com/office/powerpoint/2010/main" val="3395461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7">
            <a:extLst>
              <a:ext uri="{FF2B5EF4-FFF2-40B4-BE49-F238E27FC236}">
                <a16:creationId xmlns:a16="http://schemas.microsoft.com/office/drawing/2014/main" id="{7E049459-6148-4E48-82E1-65C1E372318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C525CDF4-B849-40DB-A337-D33A4B431B6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0D7D08D0-D9EB-4D87-8AB9-BB5B562ADF8F}"/>
              </a:ext>
            </a:extLst>
          </p:cNvPr>
          <p:cNvSpPr>
            <a:spLocks noGrp="1" noChangeArrowheads="1"/>
          </p:cNvSpPr>
          <p:nvPr>
            <p:ph type="sldNum" sz="quarter" idx="12"/>
          </p:nvPr>
        </p:nvSpPr>
        <p:spPr>
          <a:ln/>
        </p:spPr>
        <p:txBody>
          <a:bodyPr/>
          <a:lstStyle>
            <a:lvl1pPr>
              <a:defRPr/>
            </a:lvl1pPr>
          </a:lstStyle>
          <a:p>
            <a:pPr>
              <a:defRPr/>
            </a:pPr>
            <a:fld id="{B4D9263A-EC54-4A84-88D2-E0B2BEE42497}" type="slidenum">
              <a:rPr lang="en-US" altLang="en-US"/>
              <a:pPr>
                <a:defRPr/>
              </a:pPr>
              <a:t>‹#›</a:t>
            </a:fld>
            <a:endParaRPr lang="en-US" altLang="en-US"/>
          </a:p>
        </p:txBody>
      </p:sp>
    </p:spTree>
    <p:extLst>
      <p:ext uri="{BB962C8B-B14F-4D97-AF65-F5344CB8AC3E}">
        <p14:creationId xmlns:p14="http://schemas.microsoft.com/office/powerpoint/2010/main" val="3066004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7">
            <a:extLst>
              <a:ext uri="{FF2B5EF4-FFF2-40B4-BE49-F238E27FC236}">
                <a16:creationId xmlns:a16="http://schemas.microsoft.com/office/drawing/2014/main" id="{8053C3FB-1D8B-442A-B82C-D2037474A48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8">
            <a:extLst>
              <a:ext uri="{FF2B5EF4-FFF2-40B4-BE49-F238E27FC236}">
                <a16:creationId xmlns:a16="http://schemas.microsoft.com/office/drawing/2014/main" id="{78727994-79A5-41F9-8773-CE3060A6924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9">
            <a:extLst>
              <a:ext uri="{FF2B5EF4-FFF2-40B4-BE49-F238E27FC236}">
                <a16:creationId xmlns:a16="http://schemas.microsoft.com/office/drawing/2014/main" id="{ECCAAFEE-71AC-4E11-B24A-45D176D06D5B}"/>
              </a:ext>
            </a:extLst>
          </p:cNvPr>
          <p:cNvSpPr>
            <a:spLocks noGrp="1" noChangeArrowheads="1"/>
          </p:cNvSpPr>
          <p:nvPr>
            <p:ph type="sldNum" sz="quarter" idx="12"/>
          </p:nvPr>
        </p:nvSpPr>
        <p:spPr>
          <a:ln/>
        </p:spPr>
        <p:txBody>
          <a:bodyPr/>
          <a:lstStyle>
            <a:lvl1pPr>
              <a:defRPr/>
            </a:lvl1pPr>
          </a:lstStyle>
          <a:p>
            <a:pPr>
              <a:defRPr/>
            </a:pPr>
            <a:fld id="{228906A4-453B-4ECF-AFC4-710D3D800663}" type="slidenum">
              <a:rPr lang="en-US" altLang="en-US"/>
              <a:pPr>
                <a:defRPr/>
              </a:pPr>
              <a:t>‹#›</a:t>
            </a:fld>
            <a:endParaRPr lang="en-US" altLang="en-US"/>
          </a:p>
        </p:txBody>
      </p:sp>
    </p:spTree>
    <p:extLst>
      <p:ext uri="{BB962C8B-B14F-4D97-AF65-F5344CB8AC3E}">
        <p14:creationId xmlns:p14="http://schemas.microsoft.com/office/powerpoint/2010/main" val="2319582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7">
            <a:extLst>
              <a:ext uri="{FF2B5EF4-FFF2-40B4-BE49-F238E27FC236}">
                <a16:creationId xmlns:a16="http://schemas.microsoft.com/office/drawing/2014/main" id="{D246F495-F097-4315-A9DF-A9457E950704}"/>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8">
            <a:extLst>
              <a:ext uri="{FF2B5EF4-FFF2-40B4-BE49-F238E27FC236}">
                <a16:creationId xmlns:a16="http://schemas.microsoft.com/office/drawing/2014/main" id="{307CED02-88BD-4377-97F8-496497F3B73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9">
            <a:extLst>
              <a:ext uri="{FF2B5EF4-FFF2-40B4-BE49-F238E27FC236}">
                <a16:creationId xmlns:a16="http://schemas.microsoft.com/office/drawing/2014/main" id="{53A7FF8F-94DE-42E0-94BE-68C1780E2558}"/>
              </a:ext>
            </a:extLst>
          </p:cNvPr>
          <p:cNvSpPr>
            <a:spLocks noGrp="1" noChangeArrowheads="1"/>
          </p:cNvSpPr>
          <p:nvPr>
            <p:ph type="sldNum" sz="quarter" idx="12"/>
          </p:nvPr>
        </p:nvSpPr>
        <p:spPr>
          <a:ln/>
        </p:spPr>
        <p:txBody>
          <a:bodyPr/>
          <a:lstStyle>
            <a:lvl1pPr>
              <a:defRPr/>
            </a:lvl1pPr>
          </a:lstStyle>
          <a:p>
            <a:pPr>
              <a:defRPr/>
            </a:pPr>
            <a:fld id="{A7CE04B8-C966-4287-BB33-AAD453DD6029}" type="slidenum">
              <a:rPr lang="en-US" altLang="en-US"/>
              <a:pPr>
                <a:defRPr/>
              </a:pPr>
              <a:t>‹#›</a:t>
            </a:fld>
            <a:endParaRPr lang="en-US" altLang="en-US"/>
          </a:p>
        </p:txBody>
      </p:sp>
    </p:spTree>
    <p:extLst>
      <p:ext uri="{BB962C8B-B14F-4D97-AF65-F5344CB8AC3E}">
        <p14:creationId xmlns:p14="http://schemas.microsoft.com/office/powerpoint/2010/main" val="1585111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7">
            <a:extLst>
              <a:ext uri="{FF2B5EF4-FFF2-40B4-BE49-F238E27FC236}">
                <a16:creationId xmlns:a16="http://schemas.microsoft.com/office/drawing/2014/main" id="{9F21558B-4DBD-4AD8-8F3D-25FE1DB03344}"/>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8">
            <a:extLst>
              <a:ext uri="{FF2B5EF4-FFF2-40B4-BE49-F238E27FC236}">
                <a16:creationId xmlns:a16="http://schemas.microsoft.com/office/drawing/2014/main" id="{230ACA75-880B-4A1A-ACB4-60814CB784F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9">
            <a:extLst>
              <a:ext uri="{FF2B5EF4-FFF2-40B4-BE49-F238E27FC236}">
                <a16:creationId xmlns:a16="http://schemas.microsoft.com/office/drawing/2014/main" id="{4EBC785D-B28E-4987-B2DB-A01B734A3D0D}"/>
              </a:ext>
            </a:extLst>
          </p:cNvPr>
          <p:cNvSpPr>
            <a:spLocks noGrp="1" noChangeArrowheads="1"/>
          </p:cNvSpPr>
          <p:nvPr>
            <p:ph type="sldNum" sz="quarter" idx="12"/>
          </p:nvPr>
        </p:nvSpPr>
        <p:spPr>
          <a:ln/>
        </p:spPr>
        <p:txBody>
          <a:bodyPr/>
          <a:lstStyle>
            <a:lvl1pPr>
              <a:defRPr/>
            </a:lvl1pPr>
          </a:lstStyle>
          <a:p>
            <a:pPr>
              <a:defRPr/>
            </a:pPr>
            <a:fld id="{29D4A751-EAF9-4652-9CC0-F96A9C654271}" type="slidenum">
              <a:rPr lang="en-US" altLang="en-US"/>
              <a:pPr>
                <a:defRPr/>
              </a:pPr>
              <a:t>‹#›</a:t>
            </a:fld>
            <a:endParaRPr lang="en-US" altLang="en-US"/>
          </a:p>
        </p:txBody>
      </p:sp>
    </p:spTree>
    <p:extLst>
      <p:ext uri="{BB962C8B-B14F-4D97-AF65-F5344CB8AC3E}">
        <p14:creationId xmlns:p14="http://schemas.microsoft.com/office/powerpoint/2010/main" val="2382302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7">
            <a:extLst>
              <a:ext uri="{FF2B5EF4-FFF2-40B4-BE49-F238E27FC236}">
                <a16:creationId xmlns:a16="http://schemas.microsoft.com/office/drawing/2014/main" id="{D90982A6-5FC8-410D-BE46-269CC6055D7B}"/>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8">
            <a:extLst>
              <a:ext uri="{FF2B5EF4-FFF2-40B4-BE49-F238E27FC236}">
                <a16:creationId xmlns:a16="http://schemas.microsoft.com/office/drawing/2014/main" id="{09D3F22C-2E33-4969-AD0D-C06D5486866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9">
            <a:extLst>
              <a:ext uri="{FF2B5EF4-FFF2-40B4-BE49-F238E27FC236}">
                <a16:creationId xmlns:a16="http://schemas.microsoft.com/office/drawing/2014/main" id="{48CBF506-3367-4368-9C05-ED5DA7E7C671}"/>
              </a:ext>
            </a:extLst>
          </p:cNvPr>
          <p:cNvSpPr>
            <a:spLocks noGrp="1" noChangeArrowheads="1"/>
          </p:cNvSpPr>
          <p:nvPr>
            <p:ph type="sldNum" sz="quarter" idx="12"/>
          </p:nvPr>
        </p:nvSpPr>
        <p:spPr>
          <a:ln/>
        </p:spPr>
        <p:txBody>
          <a:bodyPr/>
          <a:lstStyle>
            <a:lvl1pPr>
              <a:defRPr/>
            </a:lvl1pPr>
          </a:lstStyle>
          <a:p>
            <a:pPr>
              <a:defRPr/>
            </a:pPr>
            <a:fld id="{E310AA89-6156-4FB1-9F72-FC468A1047E8}" type="slidenum">
              <a:rPr lang="en-US" altLang="en-US"/>
              <a:pPr>
                <a:defRPr/>
              </a:pPr>
              <a:t>‹#›</a:t>
            </a:fld>
            <a:endParaRPr lang="en-US" altLang="en-US"/>
          </a:p>
        </p:txBody>
      </p:sp>
    </p:spTree>
    <p:extLst>
      <p:ext uri="{BB962C8B-B14F-4D97-AF65-F5344CB8AC3E}">
        <p14:creationId xmlns:p14="http://schemas.microsoft.com/office/powerpoint/2010/main" val="2325075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7">
            <a:extLst>
              <a:ext uri="{FF2B5EF4-FFF2-40B4-BE49-F238E27FC236}">
                <a16:creationId xmlns:a16="http://schemas.microsoft.com/office/drawing/2014/main" id="{B7B03BF1-F8D2-46CF-BC7F-6DC1EA452E9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8">
            <a:extLst>
              <a:ext uri="{FF2B5EF4-FFF2-40B4-BE49-F238E27FC236}">
                <a16:creationId xmlns:a16="http://schemas.microsoft.com/office/drawing/2014/main" id="{CFE52D4F-7195-4367-A340-DFD9A1259B2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9">
            <a:extLst>
              <a:ext uri="{FF2B5EF4-FFF2-40B4-BE49-F238E27FC236}">
                <a16:creationId xmlns:a16="http://schemas.microsoft.com/office/drawing/2014/main" id="{44966CA0-B3FC-472F-ABDD-53BFBA513377}"/>
              </a:ext>
            </a:extLst>
          </p:cNvPr>
          <p:cNvSpPr>
            <a:spLocks noGrp="1" noChangeArrowheads="1"/>
          </p:cNvSpPr>
          <p:nvPr>
            <p:ph type="sldNum" sz="quarter" idx="12"/>
          </p:nvPr>
        </p:nvSpPr>
        <p:spPr>
          <a:ln/>
        </p:spPr>
        <p:txBody>
          <a:bodyPr/>
          <a:lstStyle>
            <a:lvl1pPr>
              <a:defRPr/>
            </a:lvl1pPr>
          </a:lstStyle>
          <a:p>
            <a:pPr>
              <a:defRPr/>
            </a:pPr>
            <a:fld id="{324B9738-C8EF-41C5-BFA0-2FF7A24787B8}" type="slidenum">
              <a:rPr lang="en-US" altLang="en-US"/>
              <a:pPr>
                <a:defRPr/>
              </a:pPr>
              <a:t>‹#›</a:t>
            </a:fld>
            <a:endParaRPr lang="en-US" altLang="en-US"/>
          </a:p>
        </p:txBody>
      </p:sp>
    </p:spTree>
    <p:extLst>
      <p:ext uri="{BB962C8B-B14F-4D97-AF65-F5344CB8AC3E}">
        <p14:creationId xmlns:p14="http://schemas.microsoft.com/office/powerpoint/2010/main" val="267487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7">
            <a:extLst>
              <a:ext uri="{FF2B5EF4-FFF2-40B4-BE49-F238E27FC236}">
                <a16:creationId xmlns:a16="http://schemas.microsoft.com/office/drawing/2014/main" id="{4CD8C70D-2948-4171-BDD8-4661EC22938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8">
            <a:extLst>
              <a:ext uri="{FF2B5EF4-FFF2-40B4-BE49-F238E27FC236}">
                <a16:creationId xmlns:a16="http://schemas.microsoft.com/office/drawing/2014/main" id="{63D65984-5BC0-4E49-A232-E0760A7040B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9">
            <a:extLst>
              <a:ext uri="{FF2B5EF4-FFF2-40B4-BE49-F238E27FC236}">
                <a16:creationId xmlns:a16="http://schemas.microsoft.com/office/drawing/2014/main" id="{60EC81AC-A2A7-4DA3-9D34-50C5F27B4B0E}"/>
              </a:ext>
            </a:extLst>
          </p:cNvPr>
          <p:cNvSpPr>
            <a:spLocks noGrp="1" noChangeArrowheads="1"/>
          </p:cNvSpPr>
          <p:nvPr>
            <p:ph type="sldNum" sz="quarter" idx="12"/>
          </p:nvPr>
        </p:nvSpPr>
        <p:spPr>
          <a:ln/>
        </p:spPr>
        <p:txBody>
          <a:bodyPr/>
          <a:lstStyle>
            <a:lvl1pPr>
              <a:defRPr/>
            </a:lvl1pPr>
          </a:lstStyle>
          <a:p>
            <a:pPr>
              <a:defRPr/>
            </a:pPr>
            <a:fld id="{DC02B4E8-5153-4012-B5E8-8E8DAE2E61ED}" type="slidenum">
              <a:rPr lang="en-US" altLang="en-US"/>
              <a:pPr>
                <a:defRPr/>
              </a:pPr>
              <a:t>‹#›</a:t>
            </a:fld>
            <a:endParaRPr lang="en-US" altLang="en-US"/>
          </a:p>
        </p:txBody>
      </p:sp>
    </p:spTree>
    <p:extLst>
      <p:ext uri="{BB962C8B-B14F-4D97-AF65-F5344CB8AC3E}">
        <p14:creationId xmlns:p14="http://schemas.microsoft.com/office/powerpoint/2010/main" val="4201799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7">
            <a:extLst>
              <a:ext uri="{FF2B5EF4-FFF2-40B4-BE49-F238E27FC236}">
                <a16:creationId xmlns:a16="http://schemas.microsoft.com/office/drawing/2014/main" id="{C0E42412-BD1B-4A98-A6EC-6B9137B82AF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E9197FBC-5452-4B0F-8BA2-F655E3EFC06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CC342C3E-125F-4B9A-84ED-69BA24607E49}"/>
              </a:ext>
            </a:extLst>
          </p:cNvPr>
          <p:cNvSpPr>
            <a:spLocks noGrp="1" noChangeArrowheads="1"/>
          </p:cNvSpPr>
          <p:nvPr>
            <p:ph type="sldNum" sz="quarter" idx="12"/>
          </p:nvPr>
        </p:nvSpPr>
        <p:spPr>
          <a:ln/>
        </p:spPr>
        <p:txBody>
          <a:bodyPr/>
          <a:lstStyle>
            <a:lvl1pPr>
              <a:defRPr/>
            </a:lvl1pPr>
          </a:lstStyle>
          <a:p>
            <a:pPr>
              <a:defRPr/>
            </a:pPr>
            <a:fld id="{BCF9603F-7465-4F24-97BC-EA07979352AC}" type="slidenum">
              <a:rPr lang="en-US" altLang="en-US"/>
              <a:pPr>
                <a:defRPr/>
              </a:pPr>
              <a:t>‹#›</a:t>
            </a:fld>
            <a:endParaRPr lang="en-US" altLang="en-US"/>
          </a:p>
        </p:txBody>
      </p:sp>
    </p:spTree>
    <p:extLst>
      <p:ext uri="{BB962C8B-B14F-4D97-AF65-F5344CB8AC3E}">
        <p14:creationId xmlns:p14="http://schemas.microsoft.com/office/powerpoint/2010/main" val="3582717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7">
            <a:extLst>
              <a:ext uri="{FF2B5EF4-FFF2-40B4-BE49-F238E27FC236}">
                <a16:creationId xmlns:a16="http://schemas.microsoft.com/office/drawing/2014/main" id="{7E881E0C-E042-4964-AD1A-4551CCE7727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8">
            <a:extLst>
              <a:ext uri="{FF2B5EF4-FFF2-40B4-BE49-F238E27FC236}">
                <a16:creationId xmlns:a16="http://schemas.microsoft.com/office/drawing/2014/main" id="{0DF98CBB-CFB3-4D57-B3BD-AA734C878D0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9">
            <a:extLst>
              <a:ext uri="{FF2B5EF4-FFF2-40B4-BE49-F238E27FC236}">
                <a16:creationId xmlns:a16="http://schemas.microsoft.com/office/drawing/2014/main" id="{4F4E63B6-6E47-425E-B804-C52ED2D347D5}"/>
              </a:ext>
            </a:extLst>
          </p:cNvPr>
          <p:cNvSpPr>
            <a:spLocks noGrp="1" noChangeArrowheads="1"/>
          </p:cNvSpPr>
          <p:nvPr>
            <p:ph type="sldNum" sz="quarter" idx="12"/>
          </p:nvPr>
        </p:nvSpPr>
        <p:spPr>
          <a:ln/>
        </p:spPr>
        <p:txBody>
          <a:bodyPr/>
          <a:lstStyle>
            <a:lvl1pPr>
              <a:defRPr/>
            </a:lvl1pPr>
          </a:lstStyle>
          <a:p>
            <a:pPr>
              <a:defRPr/>
            </a:pPr>
            <a:fld id="{17D2437D-7652-4881-BB11-CFBCDB1CF273}" type="slidenum">
              <a:rPr lang="en-US" altLang="en-US"/>
              <a:pPr>
                <a:defRPr/>
              </a:pPr>
              <a:t>‹#›</a:t>
            </a:fld>
            <a:endParaRPr lang="en-US" altLang="en-US"/>
          </a:p>
        </p:txBody>
      </p:sp>
    </p:spTree>
    <p:extLst>
      <p:ext uri="{BB962C8B-B14F-4D97-AF65-F5344CB8AC3E}">
        <p14:creationId xmlns:p14="http://schemas.microsoft.com/office/powerpoint/2010/main" val="3920993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4E3ED2E-2F31-4686-B63E-CFA8E0D51845}"/>
              </a:ext>
            </a:extLst>
          </p:cNvPr>
          <p:cNvGrpSpPr>
            <a:grpSpLocks/>
          </p:cNvGrpSpPr>
          <p:nvPr/>
        </p:nvGrpSpPr>
        <p:grpSpPr bwMode="auto">
          <a:xfrm>
            <a:off x="3175" y="4267200"/>
            <a:ext cx="9140825" cy="2590800"/>
            <a:chOff x="2" y="2688"/>
            <a:chExt cx="5758" cy="1632"/>
          </a:xfrm>
        </p:grpSpPr>
        <p:sp>
          <p:nvSpPr>
            <p:cNvPr id="1032" name="Freeform 3">
              <a:extLst>
                <a:ext uri="{FF2B5EF4-FFF2-40B4-BE49-F238E27FC236}">
                  <a16:creationId xmlns:a16="http://schemas.microsoft.com/office/drawing/2014/main" id="{A5E5E152-BF2A-4C84-9FCE-78BBECCE738F}"/>
                </a:ext>
              </a:extLst>
            </p:cNvPr>
            <p:cNvSpPr>
              <a:spLocks/>
            </p:cNvSpPr>
            <p:nvPr/>
          </p:nvSpPr>
          <p:spPr bwMode="hidden">
            <a:xfrm>
              <a:off x="2" y="2688"/>
              <a:ext cx="5758" cy="1632"/>
            </a:xfrm>
            <a:custGeom>
              <a:avLst/>
              <a:gdLst>
                <a:gd name="T0" fmla="*/ 5740 w 5740"/>
                <a:gd name="T1" fmla="*/ 4316 h 4316"/>
                <a:gd name="T2" fmla="*/ 0 w 5740"/>
                <a:gd name="T3" fmla="*/ 4316 h 4316"/>
                <a:gd name="T4" fmla="*/ 0 w 5740"/>
                <a:gd name="T5" fmla="*/ 0 h 4316"/>
                <a:gd name="T6" fmla="*/ 5740 w 5740"/>
                <a:gd name="T7" fmla="*/ 0 h 4316"/>
                <a:gd name="T8" fmla="*/ 5740 w 5740"/>
                <a:gd name="T9" fmla="*/ 4316 h 4316"/>
                <a:gd name="T10" fmla="*/ 5740 w 5740"/>
                <a:gd name="T11" fmla="*/ 4316 h 43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40" h="4316">
                  <a:moveTo>
                    <a:pt x="5740" y="4316"/>
                  </a:moveTo>
                  <a:lnTo>
                    <a:pt x="0" y="4316"/>
                  </a:lnTo>
                  <a:lnTo>
                    <a:pt x="0" y="0"/>
                  </a:lnTo>
                  <a:lnTo>
                    <a:pt x="5740" y="0"/>
                  </a:lnTo>
                  <a:lnTo>
                    <a:pt x="5740" y="4316"/>
                  </a:lnTo>
                  <a:close/>
                </a:path>
              </a:pathLst>
            </a:cu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033" name="Group 4">
              <a:extLst>
                <a:ext uri="{FF2B5EF4-FFF2-40B4-BE49-F238E27FC236}">
                  <a16:creationId xmlns:a16="http://schemas.microsoft.com/office/drawing/2014/main" id="{798DF872-682D-4B14-887B-8EA69E060B7C}"/>
                </a:ext>
              </a:extLst>
            </p:cNvPr>
            <p:cNvGrpSpPr>
              <a:grpSpLocks/>
            </p:cNvGrpSpPr>
            <p:nvPr/>
          </p:nvGrpSpPr>
          <p:grpSpPr bwMode="auto">
            <a:xfrm>
              <a:off x="1776" y="3024"/>
              <a:ext cx="3929" cy="1290"/>
              <a:chOff x="1776" y="3024"/>
              <a:chExt cx="3929" cy="1290"/>
            </a:xfrm>
          </p:grpSpPr>
          <p:grpSp>
            <p:nvGrpSpPr>
              <p:cNvPr id="1034" name="Group 5">
                <a:extLst>
                  <a:ext uri="{FF2B5EF4-FFF2-40B4-BE49-F238E27FC236}">
                    <a16:creationId xmlns:a16="http://schemas.microsoft.com/office/drawing/2014/main" id="{B2B19037-FDA1-4C38-B127-2ECF6A3B7B70}"/>
                  </a:ext>
                </a:extLst>
              </p:cNvPr>
              <p:cNvGrpSpPr>
                <a:grpSpLocks/>
              </p:cNvGrpSpPr>
              <p:nvPr userDrawn="1"/>
            </p:nvGrpSpPr>
            <p:grpSpPr bwMode="auto">
              <a:xfrm>
                <a:off x="2268" y="3934"/>
                <a:ext cx="638" cy="377"/>
                <a:chOff x="2268" y="3934"/>
                <a:chExt cx="638" cy="377"/>
              </a:xfrm>
            </p:grpSpPr>
            <p:sp>
              <p:nvSpPr>
                <p:cNvPr id="82950" name="Oval 6">
                  <a:extLst>
                    <a:ext uri="{FF2B5EF4-FFF2-40B4-BE49-F238E27FC236}">
                      <a16:creationId xmlns:a16="http://schemas.microsoft.com/office/drawing/2014/main" id="{FC5097C7-07A5-4E54-AA21-FC04A55CB062}"/>
                    </a:ext>
                  </a:extLst>
                </p:cNvPr>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lstStyle/>
                <a:p>
                  <a:pPr eaLnBrk="1" hangingPunct="1">
                    <a:defRPr/>
                  </a:pPr>
                  <a:endParaRPr lang="en-US"/>
                </a:p>
              </p:txBody>
            </p:sp>
            <p:sp>
              <p:nvSpPr>
                <p:cNvPr id="82951" name="Oval 7">
                  <a:extLst>
                    <a:ext uri="{FF2B5EF4-FFF2-40B4-BE49-F238E27FC236}">
                      <a16:creationId xmlns:a16="http://schemas.microsoft.com/office/drawing/2014/main" id="{59B0D57D-36DC-4497-9BD0-C10C1C96B733}"/>
                    </a:ext>
                  </a:extLst>
                </p:cNvPr>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lstStyle/>
                <a:p>
                  <a:pPr eaLnBrk="1" hangingPunct="1">
                    <a:defRPr/>
                  </a:pPr>
                  <a:endParaRPr lang="en-US"/>
                </a:p>
              </p:txBody>
            </p:sp>
            <p:sp>
              <p:nvSpPr>
                <p:cNvPr id="82952" name="Oval 8">
                  <a:extLst>
                    <a:ext uri="{FF2B5EF4-FFF2-40B4-BE49-F238E27FC236}">
                      <a16:creationId xmlns:a16="http://schemas.microsoft.com/office/drawing/2014/main" id="{4892EB3E-8ED2-4200-B57E-8D1878DE7A1D}"/>
                    </a:ext>
                  </a:extLst>
                </p:cNvPr>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lstStyle/>
                <a:p>
                  <a:pPr eaLnBrk="1" hangingPunct="1">
                    <a:defRPr/>
                  </a:pPr>
                  <a:endParaRPr lang="en-US"/>
                </a:p>
              </p:txBody>
            </p:sp>
            <p:sp>
              <p:nvSpPr>
                <p:cNvPr id="82953" name="Oval 9">
                  <a:extLst>
                    <a:ext uri="{FF2B5EF4-FFF2-40B4-BE49-F238E27FC236}">
                      <a16:creationId xmlns:a16="http://schemas.microsoft.com/office/drawing/2014/main" id="{13E0CBD5-E2DA-4A17-80E1-45C8F08F9E48}"/>
                    </a:ext>
                  </a:extLst>
                </p:cNvPr>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eaLnBrk="1" hangingPunct="1">
                    <a:defRPr/>
                  </a:pPr>
                  <a:endParaRPr lang="en-US"/>
                </a:p>
              </p:txBody>
            </p:sp>
            <p:sp>
              <p:nvSpPr>
                <p:cNvPr id="82954" name="Oval 10">
                  <a:extLst>
                    <a:ext uri="{FF2B5EF4-FFF2-40B4-BE49-F238E27FC236}">
                      <a16:creationId xmlns:a16="http://schemas.microsoft.com/office/drawing/2014/main" id="{093D1819-21F0-43B6-A4C5-B970EFE7E96E}"/>
                    </a:ext>
                  </a:extLst>
                </p:cNvPr>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eaLnBrk="1" hangingPunct="1">
                    <a:defRPr/>
                  </a:pPr>
                  <a:endParaRPr lang="en-US"/>
                </a:p>
              </p:txBody>
            </p:sp>
            <p:sp>
              <p:nvSpPr>
                <p:cNvPr id="82955" name="Oval 11">
                  <a:extLst>
                    <a:ext uri="{FF2B5EF4-FFF2-40B4-BE49-F238E27FC236}">
                      <a16:creationId xmlns:a16="http://schemas.microsoft.com/office/drawing/2014/main" id="{5C53F1C8-A4C3-4537-AAF2-BD1EFFECA648}"/>
                    </a:ext>
                  </a:extLst>
                </p:cNvPr>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lstStyle/>
                <a:p>
                  <a:pPr eaLnBrk="1" hangingPunct="1">
                    <a:defRPr/>
                  </a:pPr>
                  <a:endParaRPr lang="en-US"/>
                </a:p>
              </p:txBody>
            </p:sp>
            <p:sp>
              <p:nvSpPr>
                <p:cNvPr id="82956" name="Oval 12">
                  <a:extLst>
                    <a:ext uri="{FF2B5EF4-FFF2-40B4-BE49-F238E27FC236}">
                      <a16:creationId xmlns:a16="http://schemas.microsoft.com/office/drawing/2014/main" id="{275AB0CB-F510-43C8-9EE5-E629ED5F4D58}"/>
                    </a:ext>
                  </a:extLst>
                </p:cNvPr>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lstStyle/>
                <a:p>
                  <a:pPr eaLnBrk="1" hangingPunct="1">
                    <a:defRPr/>
                  </a:pPr>
                  <a:endParaRPr lang="en-US"/>
                </a:p>
              </p:txBody>
            </p:sp>
            <p:sp>
              <p:nvSpPr>
                <p:cNvPr id="82957" name="Oval 13">
                  <a:extLst>
                    <a:ext uri="{FF2B5EF4-FFF2-40B4-BE49-F238E27FC236}">
                      <a16:creationId xmlns:a16="http://schemas.microsoft.com/office/drawing/2014/main" id="{D41186FC-5416-468E-8A07-B413A6D3271E}"/>
                    </a:ext>
                  </a:extLst>
                </p:cNvPr>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lstStyle/>
                <a:p>
                  <a:pPr eaLnBrk="1" hangingPunct="1">
                    <a:defRPr/>
                  </a:pPr>
                  <a:endParaRPr lang="en-US"/>
                </a:p>
              </p:txBody>
            </p:sp>
          </p:grpSp>
          <p:sp>
            <p:nvSpPr>
              <p:cNvPr id="82958" name="Oval 14">
                <a:extLst>
                  <a:ext uri="{FF2B5EF4-FFF2-40B4-BE49-F238E27FC236}">
                    <a16:creationId xmlns:a16="http://schemas.microsoft.com/office/drawing/2014/main" id="{FDE8DACD-C52E-4D03-A000-1F34485E7370}"/>
                  </a:ext>
                </a:extLst>
              </p:cNvPr>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lstStyle/>
              <a:p>
                <a:pPr eaLnBrk="1" hangingPunct="1">
                  <a:defRPr/>
                </a:pPr>
                <a:endParaRPr lang="en-US"/>
              </a:p>
            </p:txBody>
          </p:sp>
          <p:sp>
            <p:nvSpPr>
              <p:cNvPr id="82959" name="Oval 15">
                <a:extLst>
                  <a:ext uri="{FF2B5EF4-FFF2-40B4-BE49-F238E27FC236}">
                    <a16:creationId xmlns:a16="http://schemas.microsoft.com/office/drawing/2014/main" id="{9295F028-CBD8-449E-A046-AAAFEFB78A6A}"/>
                  </a:ext>
                </a:extLst>
              </p:cNvPr>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lstStyle/>
              <a:p>
                <a:pPr eaLnBrk="1" hangingPunct="1">
                  <a:defRPr/>
                </a:pPr>
                <a:endParaRPr lang="en-US"/>
              </a:p>
            </p:txBody>
          </p:sp>
          <p:sp>
            <p:nvSpPr>
              <p:cNvPr id="82960" name="Oval 16">
                <a:extLst>
                  <a:ext uri="{FF2B5EF4-FFF2-40B4-BE49-F238E27FC236}">
                    <a16:creationId xmlns:a16="http://schemas.microsoft.com/office/drawing/2014/main" id="{44E4AE8C-C5CE-487A-92EA-D61D849F13C9}"/>
                  </a:ext>
                </a:extLst>
              </p:cNvPr>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eaLnBrk="1" hangingPunct="1">
                  <a:defRPr/>
                </a:pPr>
                <a:endParaRPr lang="en-US"/>
              </a:p>
            </p:txBody>
          </p:sp>
          <p:sp>
            <p:nvSpPr>
              <p:cNvPr id="82961" name="Oval 17">
                <a:extLst>
                  <a:ext uri="{FF2B5EF4-FFF2-40B4-BE49-F238E27FC236}">
                    <a16:creationId xmlns:a16="http://schemas.microsoft.com/office/drawing/2014/main" id="{1C9C146C-F5C1-4E58-90C4-0BE088372A2C}"/>
                  </a:ext>
                </a:extLst>
              </p:cNvPr>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eaLnBrk="1" hangingPunct="1">
                  <a:defRPr/>
                </a:pPr>
                <a:endParaRPr lang="en-US"/>
              </a:p>
            </p:txBody>
          </p:sp>
          <p:sp>
            <p:nvSpPr>
              <p:cNvPr id="82962" name="Oval 18">
                <a:extLst>
                  <a:ext uri="{FF2B5EF4-FFF2-40B4-BE49-F238E27FC236}">
                    <a16:creationId xmlns:a16="http://schemas.microsoft.com/office/drawing/2014/main" id="{A028B6A7-AB44-4DEA-AA54-81F5528F3296}"/>
                  </a:ext>
                </a:extLst>
              </p:cNvPr>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eaLnBrk="1" hangingPunct="1">
                  <a:defRPr/>
                </a:pPr>
                <a:endParaRPr lang="en-US"/>
              </a:p>
            </p:txBody>
          </p:sp>
          <p:sp>
            <p:nvSpPr>
              <p:cNvPr id="82963" name="Freeform 19">
                <a:extLst>
                  <a:ext uri="{FF2B5EF4-FFF2-40B4-BE49-F238E27FC236}">
                    <a16:creationId xmlns:a16="http://schemas.microsoft.com/office/drawing/2014/main" id="{056CB1CE-139A-42DE-9C4F-8146EE33A45D}"/>
                  </a:ext>
                </a:extLst>
              </p:cNvPr>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lstStyle/>
              <a:p>
                <a:pPr eaLnBrk="1" hangingPunct="1">
                  <a:defRPr/>
                </a:pPr>
                <a:endParaRPr lang="en-US"/>
              </a:p>
            </p:txBody>
          </p:sp>
          <p:sp>
            <p:nvSpPr>
              <p:cNvPr id="82964" name="Freeform 20">
                <a:extLst>
                  <a:ext uri="{FF2B5EF4-FFF2-40B4-BE49-F238E27FC236}">
                    <a16:creationId xmlns:a16="http://schemas.microsoft.com/office/drawing/2014/main" id="{D7A2D547-4F08-4AB5-9070-1881529E278F}"/>
                  </a:ext>
                </a:extLst>
              </p:cNvPr>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lstStyle/>
              <a:p>
                <a:pPr eaLnBrk="1" hangingPunct="1">
                  <a:defRPr/>
                </a:pPr>
                <a:endParaRPr lang="en-US"/>
              </a:p>
            </p:txBody>
          </p:sp>
          <p:sp>
            <p:nvSpPr>
              <p:cNvPr id="82965" name="Freeform 21">
                <a:extLst>
                  <a:ext uri="{FF2B5EF4-FFF2-40B4-BE49-F238E27FC236}">
                    <a16:creationId xmlns:a16="http://schemas.microsoft.com/office/drawing/2014/main" id="{65955FC4-4CBB-4475-9780-B3C36C38BDDA}"/>
                  </a:ext>
                </a:extLst>
              </p:cNvPr>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eaLnBrk="1" hangingPunct="1">
                  <a:defRPr/>
                </a:pPr>
                <a:endParaRPr lang="en-US"/>
              </a:p>
            </p:txBody>
          </p:sp>
          <p:sp>
            <p:nvSpPr>
              <p:cNvPr id="82966" name="Freeform 22">
                <a:extLst>
                  <a:ext uri="{FF2B5EF4-FFF2-40B4-BE49-F238E27FC236}">
                    <a16:creationId xmlns:a16="http://schemas.microsoft.com/office/drawing/2014/main" id="{DA8F260E-D992-474E-8000-6E62A47B64CB}"/>
                  </a:ext>
                </a:extLst>
              </p:cNvPr>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lstStyle/>
              <a:p>
                <a:pPr eaLnBrk="1" hangingPunct="1">
                  <a:defRPr/>
                </a:pPr>
                <a:endParaRPr lang="en-US"/>
              </a:p>
            </p:txBody>
          </p:sp>
          <p:sp>
            <p:nvSpPr>
              <p:cNvPr id="82967" name="Freeform 23">
                <a:extLst>
                  <a:ext uri="{FF2B5EF4-FFF2-40B4-BE49-F238E27FC236}">
                    <a16:creationId xmlns:a16="http://schemas.microsoft.com/office/drawing/2014/main" id="{7AA69896-3488-4538-90BB-15EF064E5E8A}"/>
                  </a:ext>
                </a:extLst>
              </p:cNvPr>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lstStyle/>
              <a:p>
                <a:pPr eaLnBrk="1" hangingPunct="1">
                  <a:defRPr/>
                </a:pPr>
                <a:endParaRPr lang="en-US"/>
              </a:p>
            </p:txBody>
          </p:sp>
          <p:sp>
            <p:nvSpPr>
              <p:cNvPr id="82968" name="Freeform 24">
                <a:extLst>
                  <a:ext uri="{FF2B5EF4-FFF2-40B4-BE49-F238E27FC236}">
                    <a16:creationId xmlns:a16="http://schemas.microsoft.com/office/drawing/2014/main" id="{DF2C201B-7727-4828-935F-5926FF869EDD}"/>
                  </a:ext>
                </a:extLst>
              </p:cNvPr>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lstStyle/>
              <a:p>
                <a:pPr eaLnBrk="1" hangingPunct="1">
                  <a:defRPr/>
                </a:pPr>
                <a:endParaRPr lang="en-US"/>
              </a:p>
            </p:txBody>
          </p:sp>
          <p:sp>
            <p:nvSpPr>
              <p:cNvPr id="82969" name="Freeform 25">
                <a:extLst>
                  <a:ext uri="{FF2B5EF4-FFF2-40B4-BE49-F238E27FC236}">
                    <a16:creationId xmlns:a16="http://schemas.microsoft.com/office/drawing/2014/main" id="{DB3AE491-F03D-4042-8954-7E4293654C18}"/>
                  </a:ext>
                </a:extLst>
              </p:cNvPr>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lstStyle/>
              <a:p>
                <a:pPr eaLnBrk="1" hangingPunct="1">
                  <a:defRPr/>
                </a:pPr>
                <a:endParaRPr lang="en-US"/>
              </a:p>
            </p:txBody>
          </p:sp>
          <p:sp>
            <p:nvSpPr>
              <p:cNvPr id="82970" name="Freeform 26">
                <a:extLst>
                  <a:ext uri="{FF2B5EF4-FFF2-40B4-BE49-F238E27FC236}">
                    <a16:creationId xmlns:a16="http://schemas.microsoft.com/office/drawing/2014/main" id="{CA05477C-C101-4D6A-8053-56BB864E0B97}"/>
                  </a:ext>
                </a:extLst>
              </p:cNvPr>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lstStyle/>
              <a:p>
                <a:pPr eaLnBrk="1" hangingPunct="1">
                  <a:defRPr/>
                </a:pPr>
                <a:endParaRPr lang="en-US"/>
              </a:p>
            </p:txBody>
          </p:sp>
          <p:sp>
            <p:nvSpPr>
              <p:cNvPr id="82971" name="Freeform 27">
                <a:extLst>
                  <a:ext uri="{FF2B5EF4-FFF2-40B4-BE49-F238E27FC236}">
                    <a16:creationId xmlns:a16="http://schemas.microsoft.com/office/drawing/2014/main" id="{D36C8C79-3D1D-4159-83D0-10CD8C8B07F5}"/>
                  </a:ext>
                </a:extLst>
              </p:cNvPr>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lstStyle/>
              <a:p>
                <a:pPr eaLnBrk="1" hangingPunct="1">
                  <a:defRPr/>
                </a:pPr>
                <a:endParaRPr lang="en-US"/>
              </a:p>
            </p:txBody>
          </p:sp>
          <p:sp>
            <p:nvSpPr>
              <p:cNvPr id="82972" name="Freeform 28">
                <a:extLst>
                  <a:ext uri="{FF2B5EF4-FFF2-40B4-BE49-F238E27FC236}">
                    <a16:creationId xmlns:a16="http://schemas.microsoft.com/office/drawing/2014/main" id="{F7604468-10D0-4F09-A74C-AA72259B085E}"/>
                  </a:ext>
                </a:extLst>
              </p:cNvPr>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lstStyle/>
              <a:p>
                <a:pPr eaLnBrk="1" hangingPunct="1">
                  <a:defRPr/>
                </a:pPr>
                <a:endParaRPr lang="en-US"/>
              </a:p>
            </p:txBody>
          </p:sp>
          <p:sp>
            <p:nvSpPr>
              <p:cNvPr id="1050" name="Freeform 29">
                <a:extLst>
                  <a:ext uri="{FF2B5EF4-FFF2-40B4-BE49-F238E27FC236}">
                    <a16:creationId xmlns:a16="http://schemas.microsoft.com/office/drawing/2014/main" id="{8ECB18C2-82F1-4651-A9CF-873CA43B2B52}"/>
                  </a:ext>
                </a:extLst>
              </p:cNvPr>
              <p:cNvSpPr>
                <a:spLocks/>
              </p:cNvSpPr>
              <p:nvPr/>
            </p:nvSpPr>
            <p:spPr bwMode="hidden">
              <a:xfrm>
                <a:off x="2068" y="3685"/>
                <a:ext cx="835" cy="150"/>
              </a:xfrm>
              <a:custGeom>
                <a:avLst/>
                <a:gdLst>
                  <a:gd name="T0" fmla="*/ 518 w 835"/>
                  <a:gd name="T1" fmla="*/ 18 h 150"/>
                  <a:gd name="T2" fmla="*/ 597 w 835"/>
                  <a:gd name="T3" fmla="*/ 24 h 150"/>
                  <a:gd name="T4" fmla="*/ 682 w 835"/>
                  <a:gd name="T5" fmla="*/ 30 h 150"/>
                  <a:gd name="T6" fmla="*/ 755 w 835"/>
                  <a:gd name="T7" fmla="*/ 42 h 150"/>
                  <a:gd name="T8" fmla="*/ 828 w 835"/>
                  <a:gd name="T9" fmla="*/ 60 h 150"/>
                  <a:gd name="T10" fmla="*/ 835 w 835"/>
                  <a:gd name="T11" fmla="*/ 42 h 150"/>
                  <a:gd name="T12" fmla="*/ 761 w 835"/>
                  <a:gd name="T13" fmla="*/ 24 h 150"/>
                  <a:gd name="T14" fmla="*/ 688 w 835"/>
                  <a:gd name="T15" fmla="*/ 12 h 150"/>
                  <a:gd name="T16" fmla="*/ 603 w 835"/>
                  <a:gd name="T17" fmla="*/ 6 h 150"/>
                  <a:gd name="T18" fmla="*/ 518 w 835"/>
                  <a:gd name="T19" fmla="*/ 0 h 150"/>
                  <a:gd name="T20" fmla="*/ 372 w 835"/>
                  <a:gd name="T21" fmla="*/ 12 h 150"/>
                  <a:gd name="T22" fmla="*/ 232 w 835"/>
                  <a:gd name="T23" fmla="*/ 36 h 150"/>
                  <a:gd name="T24" fmla="*/ 110 w 835"/>
                  <a:gd name="T25" fmla="*/ 78 h 150"/>
                  <a:gd name="T26" fmla="*/ 0 w 835"/>
                  <a:gd name="T27" fmla="*/ 132 h 150"/>
                  <a:gd name="T28" fmla="*/ 19 w 835"/>
                  <a:gd name="T29" fmla="*/ 150 h 150"/>
                  <a:gd name="T30" fmla="*/ 122 w 835"/>
                  <a:gd name="T31" fmla="*/ 96 h 150"/>
                  <a:gd name="T32" fmla="*/ 244 w 835"/>
                  <a:gd name="T33" fmla="*/ 54 h 150"/>
                  <a:gd name="T34" fmla="*/ 378 w 835"/>
                  <a:gd name="T35" fmla="*/ 30 h 150"/>
                  <a:gd name="T36" fmla="*/ 518 w 835"/>
                  <a:gd name="T37" fmla="*/ 18 h 150"/>
                  <a:gd name="T38" fmla="*/ 518 w 835"/>
                  <a:gd name="T39" fmla="*/ 18 h 15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1" name="Freeform 30">
                <a:extLst>
                  <a:ext uri="{FF2B5EF4-FFF2-40B4-BE49-F238E27FC236}">
                    <a16:creationId xmlns:a16="http://schemas.microsoft.com/office/drawing/2014/main" id="{0DBC706F-E52A-4AA1-8D82-A11D582B6563}"/>
                  </a:ext>
                </a:extLst>
              </p:cNvPr>
              <p:cNvSpPr>
                <a:spLocks/>
              </p:cNvSpPr>
              <p:nvPr/>
            </p:nvSpPr>
            <p:spPr bwMode="hidden">
              <a:xfrm>
                <a:off x="1867" y="3853"/>
                <a:ext cx="171" cy="461"/>
              </a:xfrm>
              <a:custGeom>
                <a:avLst/>
                <a:gdLst>
                  <a:gd name="T0" fmla="*/ 31 w 171"/>
                  <a:gd name="T1" fmla="*/ 263 h 461"/>
                  <a:gd name="T2" fmla="*/ 43 w 171"/>
                  <a:gd name="T3" fmla="*/ 191 h 461"/>
                  <a:gd name="T4" fmla="*/ 67 w 171"/>
                  <a:gd name="T5" fmla="*/ 131 h 461"/>
                  <a:gd name="T6" fmla="*/ 116 w 171"/>
                  <a:gd name="T7" fmla="*/ 72 h 461"/>
                  <a:gd name="T8" fmla="*/ 171 w 171"/>
                  <a:gd name="T9" fmla="*/ 18 h 461"/>
                  <a:gd name="T10" fmla="*/ 153 w 171"/>
                  <a:gd name="T11" fmla="*/ 0 h 461"/>
                  <a:gd name="T12" fmla="*/ 86 w 171"/>
                  <a:gd name="T13" fmla="*/ 60 h 461"/>
                  <a:gd name="T14" fmla="*/ 43 w 171"/>
                  <a:gd name="T15" fmla="*/ 120 h 461"/>
                  <a:gd name="T16" fmla="*/ 13 w 171"/>
                  <a:gd name="T17" fmla="*/ 191 h 461"/>
                  <a:gd name="T18" fmla="*/ 0 w 171"/>
                  <a:gd name="T19" fmla="*/ 263 h 461"/>
                  <a:gd name="T20" fmla="*/ 6 w 171"/>
                  <a:gd name="T21" fmla="*/ 317 h 461"/>
                  <a:gd name="T22" fmla="*/ 25 w 171"/>
                  <a:gd name="T23" fmla="*/ 365 h 461"/>
                  <a:gd name="T24" fmla="*/ 49 w 171"/>
                  <a:gd name="T25" fmla="*/ 413 h 461"/>
                  <a:gd name="T26" fmla="*/ 86 w 171"/>
                  <a:gd name="T27" fmla="*/ 461 h 461"/>
                  <a:gd name="T28" fmla="*/ 122 w 171"/>
                  <a:gd name="T29" fmla="*/ 461 h 461"/>
                  <a:gd name="T30" fmla="*/ 86 w 171"/>
                  <a:gd name="T31" fmla="*/ 413 h 461"/>
                  <a:gd name="T32" fmla="*/ 55 w 171"/>
                  <a:gd name="T33" fmla="*/ 365 h 461"/>
                  <a:gd name="T34" fmla="*/ 37 w 171"/>
                  <a:gd name="T35" fmla="*/ 317 h 461"/>
                  <a:gd name="T36" fmla="*/ 31 w 171"/>
                  <a:gd name="T37" fmla="*/ 263 h 461"/>
                  <a:gd name="T38" fmla="*/ 31 w 171"/>
                  <a:gd name="T39" fmla="*/ 263 h 4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975" name="Freeform 31">
                <a:extLst>
                  <a:ext uri="{FF2B5EF4-FFF2-40B4-BE49-F238E27FC236}">
                    <a16:creationId xmlns:a16="http://schemas.microsoft.com/office/drawing/2014/main" id="{D884158F-094A-41AF-A917-4B91BC81F952}"/>
                  </a:ext>
                </a:extLst>
              </p:cNvPr>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eaLnBrk="1" hangingPunct="1">
                  <a:defRPr/>
                </a:pPr>
                <a:endParaRPr lang="en-US"/>
              </a:p>
            </p:txBody>
          </p:sp>
          <p:sp>
            <p:nvSpPr>
              <p:cNvPr id="82976" name="Freeform 32">
                <a:extLst>
                  <a:ext uri="{FF2B5EF4-FFF2-40B4-BE49-F238E27FC236}">
                    <a16:creationId xmlns:a16="http://schemas.microsoft.com/office/drawing/2014/main" id="{DB4619F2-54DD-43B8-8B0A-7C96CB3AFF97}"/>
                  </a:ext>
                </a:extLst>
              </p:cNvPr>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eaLnBrk="1" hangingPunct="1">
                  <a:defRPr/>
                </a:pPr>
                <a:endParaRPr lang="en-US"/>
              </a:p>
            </p:txBody>
          </p:sp>
          <p:sp>
            <p:nvSpPr>
              <p:cNvPr id="82977" name="Freeform 33">
                <a:extLst>
                  <a:ext uri="{FF2B5EF4-FFF2-40B4-BE49-F238E27FC236}">
                    <a16:creationId xmlns:a16="http://schemas.microsoft.com/office/drawing/2014/main" id="{35E9B6FC-DFA3-4DCF-9649-325873DAA8F9}"/>
                  </a:ext>
                </a:extLst>
              </p:cNvPr>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lstStyle/>
              <a:p>
                <a:pPr eaLnBrk="1" hangingPunct="1">
                  <a:defRPr/>
                </a:pPr>
                <a:endParaRPr lang="en-US"/>
              </a:p>
            </p:txBody>
          </p:sp>
          <p:sp>
            <p:nvSpPr>
              <p:cNvPr id="1055" name="Freeform 34">
                <a:extLst>
                  <a:ext uri="{FF2B5EF4-FFF2-40B4-BE49-F238E27FC236}">
                    <a16:creationId xmlns:a16="http://schemas.microsoft.com/office/drawing/2014/main" id="{6E7155C9-631A-43FF-A9AF-BADAA3D72A0B}"/>
                  </a:ext>
                </a:extLst>
              </p:cNvPr>
              <p:cNvSpPr>
                <a:spLocks/>
              </p:cNvSpPr>
              <p:nvPr/>
            </p:nvSpPr>
            <p:spPr bwMode="hidden">
              <a:xfrm>
                <a:off x="1776" y="3673"/>
                <a:ext cx="481" cy="641"/>
              </a:xfrm>
              <a:custGeom>
                <a:avLst/>
                <a:gdLst>
                  <a:gd name="T0" fmla="*/ 18 w 481"/>
                  <a:gd name="T1" fmla="*/ 443 h 641"/>
                  <a:gd name="T2" fmla="*/ 24 w 481"/>
                  <a:gd name="T3" fmla="*/ 371 h 641"/>
                  <a:gd name="T4" fmla="*/ 55 w 481"/>
                  <a:gd name="T5" fmla="*/ 305 h 641"/>
                  <a:gd name="T6" fmla="*/ 91 w 481"/>
                  <a:gd name="T7" fmla="*/ 246 h 641"/>
                  <a:gd name="T8" fmla="*/ 146 w 481"/>
                  <a:gd name="T9" fmla="*/ 186 h 641"/>
                  <a:gd name="T10" fmla="*/ 213 w 481"/>
                  <a:gd name="T11" fmla="*/ 132 h 641"/>
                  <a:gd name="T12" fmla="*/ 292 w 481"/>
                  <a:gd name="T13" fmla="*/ 84 h 641"/>
                  <a:gd name="T14" fmla="*/ 384 w 481"/>
                  <a:gd name="T15" fmla="*/ 48 h 641"/>
                  <a:gd name="T16" fmla="*/ 481 w 481"/>
                  <a:gd name="T17" fmla="*/ 12 h 641"/>
                  <a:gd name="T18" fmla="*/ 457 w 481"/>
                  <a:gd name="T19" fmla="*/ 0 h 641"/>
                  <a:gd name="T20" fmla="*/ 359 w 481"/>
                  <a:gd name="T21" fmla="*/ 36 h 641"/>
                  <a:gd name="T22" fmla="*/ 274 w 481"/>
                  <a:gd name="T23" fmla="*/ 78 h 641"/>
                  <a:gd name="T24" fmla="*/ 195 w 481"/>
                  <a:gd name="T25" fmla="*/ 126 h 641"/>
                  <a:gd name="T26" fmla="*/ 128 w 481"/>
                  <a:gd name="T27" fmla="*/ 180 h 641"/>
                  <a:gd name="T28" fmla="*/ 73 w 481"/>
                  <a:gd name="T29" fmla="*/ 240 h 641"/>
                  <a:gd name="T30" fmla="*/ 37 w 481"/>
                  <a:gd name="T31" fmla="*/ 305 h 641"/>
                  <a:gd name="T32" fmla="*/ 6 w 481"/>
                  <a:gd name="T33" fmla="*/ 371 h 641"/>
                  <a:gd name="T34" fmla="*/ 0 w 481"/>
                  <a:gd name="T35" fmla="*/ 443 h 641"/>
                  <a:gd name="T36" fmla="*/ 6 w 481"/>
                  <a:gd name="T37" fmla="*/ 497 h 641"/>
                  <a:gd name="T38" fmla="*/ 18 w 481"/>
                  <a:gd name="T39" fmla="*/ 545 h 641"/>
                  <a:gd name="T40" fmla="*/ 43 w 481"/>
                  <a:gd name="T41" fmla="*/ 593 h 641"/>
                  <a:gd name="T42" fmla="*/ 73 w 481"/>
                  <a:gd name="T43" fmla="*/ 641 h 641"/>
                  <a:gd name="T44" fmla="*/ 97 w 481"/>
                  <a:gd name="T45" fmla="*/ 641 h 641"/>
                  <a:gd name="T46" fmla="*/ 67 w 481"/>
                  <a:gd name="T47" fmla="*/ 593 h 641"/>
                  <a:gd name="T48" fmla="*/ 43 w 481"/>
                  <a:gd name="T49" fmla="*/ 545 h 641"/>
                  <a:gd name="T50" fmla="*/ 24 w 481"/>
                  <a:gd name="T51" fmla="*/ 497 h 641"/>
                  <a:gd name="T52" fmla="*/ 18 w 481"/>
                  <a:gd name="T53" fmla="*/ 443 h 641"/>
                  <a:gd name="T54" fmla="*/ 18 w 481"/>
                  <a:gd name="T55" fmla="*/ 443 h 64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979" name="Freeform 35">
                <a:extLst>
                  <a:ext uri="{FF2B5EF4-FFF2-40B4-BE49-F238E27FC236}">
                    <a16:creationId xmlns:a16="http://schemas.microsoft.com/office/drawing/2014/main" id="{51EFEDF6-94FC-4D34-81AE-BBFC09862A23}"/>
                  </a:ext>
                </a:extLst>
              </p:cNvPr>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eaLnBrk="1" hangingPunct="1">
                  <a:defRPr/>
                </a:pPr>
                <a:endParaRPr lang="en-US"/>
              </a:p>
            </p:txBody>
          </p:sp>
          <p:sp>
            <p:nvSpPr>
              <p:cNvPr id="82980" name="Freeform 36">
                <a:extLst>
                  <a:ext uri="{FF2B5EF4-FFF2-40B4-BE49-F238E27FC236}">
                    <a16:creationId xmlns:a16="http://schemas.microsoft.com/office/drawing/2014/main" id="{6A7FED15-61DE-4525-BC2F-379CF07EFB23}"/>
                  </a:ext>
                </a:extLst>
              </p:cNvPr>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eaLnBrk="1" hangingPunct="1">
                  <a:defRPr/>
                </a:pPr>
                <a:endParaRPr lang="en-US"/>
              </a:p>
            </p:txBody>
          </p:sp>
          <p:sp>
            <p:nvSpPr>
              <p:cNvPr id="82981" name="Freeform 37">
                <a:extLst>
                  <a:ext uri="{FF2B5EF4-FFF2-40B4-BE49-F238E27FC236}">
                    <a16:creationId xmlns:a16="http://schemas.microsoft.com/office/drawing/2014/main" id="{12EC2A6F-706E-42D1-B4BE-35D335C26DDC}"/>
                  </a:ext>
                </a:extLst>
              </p:cNvPr>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lstStyle/>
              <a:p>
                <a:pPr eaLnBrk="1" hangingPunct="1">
                  <a:defRPr/>
                </a:pPr>
                <a:endParaRPr lang="en-US"/>
              </a:p>
            </p:txBody>
          </p:sp>
          <p:sp>
            <p:nvSpPr>
              <p:cNvPr id="82982" name="Freeform 38">
                <a:extLst>
                  <a:ext uri="{FF2B5EF4-FFF2-40B4-BE49-F238E27FC236}">
                    <a16:creationId xmlns:a16="http://schemas.microsoft.com/office/drawing/2014/main" id="{F6967A1D-7D45-423C-8195-A6A4A8495B8F}"/>
                  </a:ext>
                </a:extLst>
              </p:cNvPr>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eaLnBrk="1" hangingPunct="1">
                  <a:defRPr/>
                </a:pPr>
                <a:endParaRPr lang="en-US"/>
              </a:p>
            </p:txBody>
          </p:sp>
          <p:sp>
            <p:nvSpPr>
              <p:cNvPr id="82983" name="Freeform 39">
                <a:extLst>
                  <a:ext uri="{FF2B5EF4-FFF2-40B4-BE49-F238E27FC236}">
                    <a16:creationId xmlns:a16="http://schemas.microsoft.com/office/drawing/2014/main" id="{69DFA075-64A6-4D76-B18F-BF59314E4960}"/>
                  </a:ext>
                </a:extLst>
              </p:cNvPr>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eaLnBrk="1" hangingPunct="1">
                  <a:defRPr/>
                </a:pPr>
                <a:endParaRPr lang="en-US"/>
              </a:p>
            </p:txBody>
          </p:sp>
          <p:sp>
            <p:nvSpPr>
              <p:cNvPr id="82984" name="Freeform 40">
                <a:extLst>
                  <a:ext uri="{FF2B5EF4-FFF2-40B4-BE49-F238E27FC236}">
                    <a16:creationId xmlns:a16="http://schemas.microsoft.com/office/drawing/2014/main" id="{9D45273D-533F-4AB8-9B08-C4979F03A820}"/>
                  </a:ext>
                </a:extLst>
              </p:cNvPr>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eaLnBrk="1" hangingPunct="1">
                  <a:defRPr/>
                </a:pPr>
                <a:endParaRPr lang="en-US"/>
              </a:p>
            </p:txBody>
          </p:sp>
          <p:sp>
            <p:nvSpPr>
              <p:cNvPr id="82985" name="Freeform 41">
                <a:extLst>
                  <a:ext uri="{FF2B5EF4-FFF2-40B4-BE49-F238E27FC236}">
                    <a16:creationId xmlns:a16="http://schemas.microsoft.com/office/drawing/2014/main" id="{B1480FB6-3CA9-4DAA-9BFD-B7FD7FF24D78}"/>
                  </a:ext>
                </a:extLst>
              </p:cNvPr>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lstStyle/>
              <a:p>
                <a:pPr eaLnBrk="1" hangingPunct="1">
                  <a:defRPr/>
                </a:pPr>
                <a:endParaRPr lang="en-US"/>
              </a:p>
            </p:txBody>
          </p:sp>
          <p:sp>
            <p:nvSpPr>
              <p:cNvPr id="82986" name="Freeform 42">
                <a:extLst>
                  <a:ext uri="{FF2B5EF4-FFF2-40B4-BE49-F238E27FC236}">
                    <a16:creationId xmlns:a16="http://schemas.microsoft.com/office/drawing/2014/main" id="{7E287F8B-A9CB-4E3F-A007-0F1044E79E87}"/>
                  </a:ext>
                </a:extLst>
              </p:cNvPr>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lstStyle/>
              <a:p>
                <a:pPr eaLnBrk="1" hangingPunct="1">
                  <a:defRPr/>
                </a:pPr>
                <a:endParaRPr lang="en-US"/>
              </a:p>
            </p:txBody>
          </p:sp>
          <p:sp>
            <p:nvSpPr>
              <p:cNvPr id="82987" name="Freeform 43">
                <a:extLst>
                  <a:ext uri="{FF2B5EF4-FFF2-40B4-BE49-F238E27FC236}">
                    <a16:creationId xmlns:a16="http://schemas.microsoft.com/office/drawing/2014/main" id="{8F0390FF-B181-4626-A7F0-BBF486B28C1C}"/>
                  </a:ext>
                </a:extLst>
              </p:cNvPr>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lstStyle/>
              <a:p>
                <a:pPr eaLnBrk="1" hangingPunct="1">
                  <a:defRPr/>
                </a:pPr>
                <a:endParaRPr lang="en-US"/>
              </a:p>
            </p:txBody>
          </p:sp>
          <p:sp>
            <p:nvSpPr>
              <p:cNvPr id="82988" name="Freeform 44">
                <a:extLst>
                  <a:ext uri="{FF2B5EF4-FFF2-40B4-BE49-F238E27FC236}">
                    <a16:creationId xmlns:a16="http://schemas.microsoft.com/office/drawing/2014/main" id="{B426C416-9903-4A93-8A2B-5930473F2529}"/>
                  </a:ext>
                </a:extLst>
              </p:cNvPr>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eaLnBrk="1" hangingPunct="1">
                  <a:defRPr/>
                </a:pPr>
                <a:endParaRPr lang="en-US"/>
              </a:p>
            </p:txBody>
          </p:sp>
          <p:sp>
            <p:nvSpPr>
              <p:cNvPr id="82989" name="Freeform 45">
                <a:extLst>
                  <a:ext uri="{FF2B5EF4-FFF2-40B4-BE49-F238E27FC236}">
                    <a16:creationId xmlns:a16="http://schemas.microsoft.com/office/drawing/2014/main" id="{0B0152AB-0043-47B3-BDD3-970B93D18A00}"/>
                  </a:ext>
                </a:extLst>
              </p:cNvPr>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lstStyle/>
              <a:p>
                <a:pPr eaLnBrk="1" hangingPunct="1">
                  <a:defRPr/>
                </a:pPr>
                <a:endParaRPr lang="en-US"/>
              </a:p>
            </p:txBody>
          </p:sp>
          <p:sp>
            <p:nvSpPr>
              <p:cNvPr id="1067" name="Freeform 46">
                <a:extLst>
                  <a:ext uri="{FF2B5EF4-FFF2-40B4-BE49-F238E27FC236}">
                    <a16:creationId xmlns:a16="http://schemas.microsoft.com/office/drawing/2014/main" id="{B634A544-22BE-4456-812D-FF1AE923FEE8}"/>
                  </a:ext>
                </a:extLst>
              </p:cNvPr>
              <p:cNvSpPr>
                <a:spLocks/>
              </p:cNvSpPr>
              <p:nvPr/>
            </p:nvSpPr>
            <p:spPr bwMode="hidden">
              <a:xfrm>
                <a:off x="5280" y="3186"/>
                <a:ext cx="383" cy="96"/>
              </a:xfrm>
              <a:custGeom>
                <a:avLst/>
                <a:gdLst>
                  <a:gd name="T0" fmla="*/ 209 w 382"/>
                  <a:gd name="T1" fmla="*/ 96 h 96"/>
                  <a:gd name="T2" fmla="*/ 143 w 382"/>
                  <a:gd name="T3" fmla="*/ 90 h 96"/>
                  <a:gd name="T4" fmla="*/ 83 w 382"/>
                  <a:gd name="T5" fmla="*/ 66 h 96"/>
                  <a:gd name="T6" fmla="*/ 35 w 382"/>
                  <a:gd name="T7" fmla="*/ 36 h 96"/>
                  <a:gd name="T8" fmla="*/ 6 w 382"/>
                  <a:gd name="T9" fmla="*/ 0 h 96"/>
                  <a:gd name="T10" fmla="*/ 0 w 382"/>
                  <a:gd name="T11" fmla="*/ 6 h 96"/>
                  <a:gd name="T12" fmla="*/ 29 w 382"/>
                  <a:gd name="T13" fmla="*/ 42 h 96"/>
                  <a:gd name="T14" fmla="*/ 77 w 382"/>
                  <a:gd name="T15" fmla="*/ 72 h 96"/>
                  <a:gd name="T16" fmla="*/ 137 w 382"/>
                  <a:gd name="T17" fmla="*/ 90 h 96"/>
                  <a:gd name="T18" fmla="*/ 209 w 382"/>
                  <a:gd name="T19" fmla="*/ 96 h 96"/>
                  <a:gd name="T20" fmla="*/ 263 w 382"/>
                  <a:gd name="T21" fmla="*/ 90 h 96"/>
                  <a:gd name="T22" fmla="*/ 311 w 382"/>
                  <a:gd name="T23" fmla="*/ 84 h 96"/>
                  <a:gd name="T24" fmla="*/ 352 w 382"/>
                  <a:gd name="T25" fmla="*/ 66 h 96"/>
                  <a:gd name="T26" fmla="*/ 382 w 382"/>
                  <a:gd name="T27" fmla="*/ 42 h 96"/>
                  <a:gd name="T28" fmla="*/ 376 w 382"/>
                  <a:gd name="T29" fmla="*/ 42 h 96"/>
                  <a:gd name="T30" fmla="*/ 346 w 382"/>
                  <a:gd name="T31" fmla="*/ 66 h 96"/>
                  <a:gd name="T32" fmla="*/ 305 w 382"/>
                  <a:gd name="T33" fmla="*/ 78 h 96"/>
                  <a:gd name="T34" fmla="*/ 263 w 382"/>
                  <a:gd name="T35" fmla="*/ 90 h 96"/>
                  <a:gd name="T36" fmla="*/ 209 w 382"/>
                  <a:gd name="T37" fmla="*/ 96 h 96"/>
                  <a:gd name="T38" fmla="*/ 209 w 382"/>
                  <a:gd name="T39" fmla="*/ 96 h 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8" name="Freeform 47">
                <a:extLst>
                  <a:ext uri="{FF2B5EF4-FFF2-40B4-BE49-F238E27FC236}">
                    <a16:creationId xmlns:a16="http://schemas.microsoft.com/office/drawing/2014/main" id="{20EFA976-F0B9-4F48-9586-E5A32C0E3BCD}"/>
                  </a:ext>
                </a:extLst>
              </p:cNvPr>
              <p:cNvSpPr>
                <a:spLocks/>
              </p:cNvSpPr>
              <p:nvPr/>
            </p:nvSpPr>
            <p:spPr bwMode="hidden">
              <a:xfrm>
                <a:off x="5315" y="3024"/>
                <a:ext cx="258" cy="54"/>
              </a:xfrm>
              <a:custGeom>
                <a:avLst/>
                <a:gdLst>
                  <a:gd name="T0" fmla="*/ 174 w 258"/>
                  <a:gd name="T1" fmla="*/ 0 h 54"/>
                  <a:gd name="T2" fmla="*/ 216 w 258"/>
                  <a:gd name="T3" fmla="*/ 6 h 54"/>
                  <a:gd name="T4" fmla="*/ 258 w 258"/>
                  <a:gd name="T5" fmla="*/ 12 h 54"/>
                  <a:gd name="T6" fmla="*/ 252 w 258"/>
                  <a:gd name="T7" fmla="*/ 6 h 54"/>
                  <a:gd name="T8" fmla="*/ 216 w 258"/>
                  <a:gd name="T9" fmla="*/ 0 h 54"/>
                  <a:gd name="T10" fmla="*/ 174 w 258"/>
                  <a:gd name="T11" fmla="*/ 0 h 54"/>
                  <a:gd name="T12" fmla="*/ 120 w 258"/>
                  <a:gd name="T13" fmla="*/ 6 h 54"/>
                  <a:gd name="T14" fmla="*/ 78 w 258"/>
                  <a:gd name="T15" fmla="*/ 12 h 54"/>
                  <a:gd name="T16" fmla="*/ 36 w 258"/>
                  <a:gd name="T17" fmla="*/ 30 h 54"/>
                  <a:gd name="T18" fmla="*/ 0 w 258"/>
                  <a:gd name="T19" fmla="*/ 48 h 54"/>
                  <a:gd name="T20" fmla="*/ 6 w 258"/>
                  <a:gd name="T21" fmla="*/ 54 h 54"/>
                  <a:gd name="T22" fmla="*/ 36 w 258"/>
                  <a:gd name="T23" fmla="*/ 36 h 54"/>
                  <a:gd name="T24" fmla="*/ 78 w 258"/>
                  <a:gd name="T25" fmla="*/ 18 h 54"/>
                  <a:gd name="T26" fmla="*/ 120 w 258"/>
                  <a:gd name="T27" fmla="*/ 6 h 54"/>
                  <a:gd name="T28" fmla="*/ 174 w 258"/>
                  <a:gd name="T29" fmla="*/ 0 h 54"/>
                  <a:gd name="T30" fmla="*/ 174 w 258"/>
                  <a:gd name="T31" fmla="*/ 0 h 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9" name="Freeform 48">
                <a:extLst>
                  <a:ext uri="{FF2B5EF4-FFF2-40B4-BE49-F238E27FC236}">
                    <a16:creationId xmlns:a16="http://schemas.microsoft.com/office/drawing/2014/main" id="{80665F1C-974E-46FE-AF82-490CC0317EA1}"/>
                  </a:ext>
                </a:extLst>
              </p:cNvPr>
              <p:cNvSpPr>
                <a:spLocks/>
              </p:cNvSpPr>
              <p:nvPr/>
            </p:nvSpPr>
            <p:spPr bwMode="hidden">
              <a:xfrm>
                <a:off x="5645" y="3066"/>
                <a:ext cx="60" cy="156"/>
              </a:xfrm>
              <a:custGeom>
                <a:avLst/>
                <a:gdLst>
                  <a:gd name="T0" fmla="*/ 54 w 60"/>
                  <a:gd name="T1" fmla="*/ 90 h 156"/>
                  <a:gd name="T2" fmla="*/ 48 w 60"/>
                  <a:gd name="T3" fmla="*/ 126 h 156"/>
                  <a:gd name="T4" fmla="*/ 24 w 60"/>
                  <a:gd name="T5" fmla="*/ 156 h 156"/>
                  <a:gd name="T6" fmla="*/ 30 w 60"/>
                  <a:gd name="T7" fmla="*/ 156 h 156"/>
                  <a:gd name="T8" fmla="*/ 54 w 60"/>
                  <a:gd name="T9" fmla="*/ 126 h 156"/>
                  <a:gd name="T10" fmla="*/ 60 w 60"/>
                  <a:gd name="T11" fmla="*/ 90 h 156"/>
                  <a:gd name="T12" fmla="*/ 54 w 60"/>
                  <a:gd name="T13" fmla="*/ 66 h 156"/>
                  <a:gd name="T14" fmla="*/ 48 w 60"/>
                  <a:gd name="T15" fmla="*/ 42 h 156"/>
                  <a:gd name="T16" fmla="*/ 30 w 60"/>
                  <a:gd name="T17" fmla="*/ 18 h 156"/>
                  <a:gd name="T18" fmla="*/ 6 w 60"/>
                  <a:gd name="T19" fmla="*/ 0 h 156"/>
                  <a:gd name="T20" fmla="*/ 0 w 60"/>
                  <a:gd name="T21" fmla="*/ 6 h 156"/>
                  <a:gd name="T22" fmla="*/ 24 w 60"/>
                  <a:gd name="T23" fmla="*/ 24 h 156"/>
                  <a:gd name="T24" fmla="*/ 42 w 60"/>
                  <a:gd name="T25" fmla="*/ 42 h 156"/>
                  <a:gd name="T26" fmla="*/ 48 w 60"/>
                  <a:gd name="T27" fmla="*/ 66 h 156"/>
                  <a:gd name="T28" fmla="*/ 54 w 60"/>
                  <a:gd name="T29" fmla="*/ 90 h 156"/>
                  <a:gd name="T30" fmla="*/ 54 w 60"/>
                  <a:gd name="T31" fmla="*/ 90 h 1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0" name="Freeform 49">
                <a:extLst>
                  <a:ext uri="{FF2B5EF4-FFF2-40B4-BE49-F238E27FC236}">
                    <a16:creationId xmlns:a16="http://schemas.microsoft.com/office/drawing/2014/main" id="{E7C5BCAF-B58A-4C77-AAF6-03C805D574FA}"/>
                  </a:ext>
                </a:extLst>
              </p:cNvPr>
              <p:cNvSpPr>
                <a:spLocks/>
              </p:cNvSpPr>
              <p:nvPr/>
            </p:nvSpPr>
            <p:spPr bwMode="hidden">
              <a:xfrm>
                <a:off x="5375" y="3246"/>
                <a:ext cx="192" cy="18"/>
              </a:xfrm>
              <a:custGeom>
                <a:avLst/>
                <a:gdLst>
                  <a:gd name="T0" fmla="*/ 114 w 192"/>
                  <a:gd name="T1" fmla="*/ 12 h 18"/>
                  <a:gd name="T2" fmla="*/ 72 w 192"/>
                  <a:gd name="T3" fmla="*/ 6 h 18"/>
                  <a:gd name="T4" fmla="*/ 30 w 192"/>
                  <a:gd name="T5" fmla="*/ 0 h 18"/>
                  <a:gd name="T6" fmla="*/ 0 w 192"/>
                  <a:gd name="T7" fmla="*/ 0 h 18"/>
                  <a:gd name="T8" fmla="*/ 54 w 192"/>
                  <a:gd name="T9" fmla="*/ 12 h 18"/>
                  <a:gd name="T10" fmla="*/ 114 w 192"/>
                  <a:gd name="T11" fmla="*/ 18 h 18"/>
                  <a:gd name="T12" fmla="*/ 156 w 192"/>
                  <a:gd name="T13" fmla="*/ 18 h 18"/>
                  <a:gd name="T14" fmla="*/ 192 w 192"/>
                  <a:gd name="T15" fmla="*/ 12 h 18"/>
                  <a:gd name="T16" fmla="*/ 186 w 192"/>
                  <a:gd name="T17" fmla="*/ 0 h 18"/>
                  <a:gd name="T18" fmla="*/ 150 w 192"/>
                  <a:gd name="T19" fmla="*/ 6 h 18"/>
                  <a:gd name="T20" fmla="*/ 114 w 192"/>
                  <a:gd name="T21" fmla="*/ 12 h 18"/>
                  <a:gd name="T22" fmla="*/ 114 w 192"/>
                  <a:gd name="T23" fmla="*/ 12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1" name="Freeform 50">
                <a:extLst>
                  <a:ext uri="{FF2B5EF4-FFF2-40B4-BE49-F238E27FC236}">
                    <a16:creationId xmlns:a16="http://schemas.microsoft.com/office/drawing/2014/main" id="{64D5C2C7-AAAA-48B3-802C-0498304C2EAD}"/>
                  </a:ext>
                </a:extLst>
              </p:cNvPr>
              <p:cNvSpPr>
                <a:spLocks/>
              </p:cNvSpPr>
              <p:nvPr/>
            </p:nvSpPr>
            <p:spPr bwMode="hidden">
              <a:xfrm>
                <a:off x="5304" y="3042"/>
                <a:ext cx="161" cy="186"/>
              </a:xfrm>
              <a:custGeom>
                <a:avLst/>
                <a:gdLst>
                  <a:gd name="T0" fmla="*/ 11 w 161"/>
                  <a:gd name="T1" fmla="*/ 114 h 186"/>
                  <a:gd name="T2" fmla="*/ 17 w 161"/>
                  <a:gd name="T3" fmla="*/ 96 h 186"/>
                  <a:gd name="T4" fmla="*/ 23 w 161"/>
                  <a:gd name="T5" fmla="*/ 78 h 186"/>
                  <a:gd name="T6" fmla="*/ 53 w 161"/>
                  <a:gd name="T7" fmla="*/ 42 h 186"/>
                  <a:gd name="T8" fmla="*/ 101 w 161"/>
                  <a:gd name="T9" fmla="*/ 18 h 186"/>
                  <a:gd name="T10" fmla="*/ 155 w 161"/>
                  <a:gd name="T11" fmla="*/ 6 h 186"/>
                  <a:gd name="T12" fmla="*/ 161 w 161"/>
                  <a:gd name="T13" fmla="*/ 0 h 186"/>
                  <a:gd name="T14" fmla="*/ 95 w 161"/>
                  <a:gd name="T15" fmla="*/ 12 h 186"/>
                  <a:gd name="T16" fmla="*/ 47 w 161"/>
                  <a:gd name="T17" fmla="*/ 36 h 186"/>
                  <a:gd name="T18" fmla="*/ 11 w 161"/>
                  <a:gd name="T19" fmla="*/ 72 h 186"/>
                  <a:gd name="T20" fmla="*/ 5 w 161"/>
                  <a:gd name="T21" fmla="*/ 90 h 186"/>
                  <a:gd name="T22" fmla="*/ 0 w 161"/>
                  <a:gd name="T23" fmla="*/ 114 h 186"/>
                  <a:gd name="T24" fmla="*/ 11 w 161"/>
                  <a:gd name="T25" fmla="*/ 150 h 186"/>
                  <a:gd name="T26" fmla="*/ 23 w 161"/>
                  <a:gd name="T27" fmla="*/ 168 h 186"/>
                  <a:gd name="T28" fmla="*/ 41 w 161"/>
                  <a:gd name="T29" fmla="*/ 186 h 186"/>
                  <a:gd name="T30" fmla="*/ 65 w 161"/>
                  <a:gd name="T31" fmla="*/ 186 h 186"/>
                  <a:gd name="T32" fmla="*/ 41 w 161"/>
                  <a:gd name="T33" fmla="*/ 168 h 186"/>
                  <a:gd name="T34" fmla="*/ 23 w 161"/>
                  <a:gd name="T35" fmla="*/ 150 h 186"/>
                  <a:gd name="T36" fmla="*/ 17 w 161"/>
                  <a:gd name="T37" fmla="*/ 132 h 186"/>
                  <a:gd name="T38" fmla="*/ 11 w 161"/>
                  <a:gd name="T39" fmla="*/ 114 h 186"/>
                  <a:gd name="T40" fmla="*/ 11 w 161"/>
                  <a:gd name="T41" fmla="*/ 114 h 1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close/>
                  </a:path>
                </a:pathLst>
              </a:cu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2" name="Freeform 51">
                <a:extLst>
                  <a:ext uri="{FF2B5EF4-FFF2-40B4-BE49-F238E27FC236}">
                    <a16:creationId xmlns:a16="http://schemas.microsoft.com/office/drawing/2014/main" id="{C126DE66-EB63-48C9-85B4-F1DD2A5C40B8}"/>
                  </a:ext>
                </a:extLst>
              </p:cNvPr>
              <p:cNvSpPr>
                <a:spLocks/>
              </p:cNvSpPr>
              <p:nvPr/>
            </p:nvSpPr>
            <p:spPr bwMode="hidden">
              <a:xfrm>
                <a:off x="5489" y="3042"/>
                <a:ext cx="186" cy="210"/>
              </a:xfrm>
              <a:custGeom>
                <a:avLst/>
                <a:gdLst>
                  <a:gd name="T0" fmla="*/ 0 w 185"/>
                  <a:gd name="T1" fmla="*/ 6 h 210"/>
                  <a:gd name="T2" fmla="*/ 66 w 185"/>
                  <a:gd name="T3" fmla="*/ 12 h 210"/>
                  <a:gd name="T4" fmla="*/ 119 w 185"/>
                  <a:gd name="T5" fmla="*/ 36 h 210"/>
                  <a:gd name="T6" fmla="*/ 155 w 185"/>
                  <a:gd name="T7" fmla="*/ 72 h 210"/>
                  <a:gd name="T8" fmla="*/ 161 w 185"/>
                  <a:gd name="T9" fmla="*/ 90 h 210"/>
                  <a:gd name="T10" fmla="*/ 167 w 185"/>
                  <a:gd name="T11" fmla="*/ 114 h 210"/>
                  <a:gd name="T12" fmla="*/ 161 w 185"/>
                  <a:gd name="T13" fmla="*/ 138 h 210"/>
                  <a:gd name="T14" fmla="*/ 149 w 185"/>
                  <a:gd name="T15" fmla="*/ 162 h 210"/>
                  <a:gd name="T16" fmla="*/ 119 w 185"/>
                  <a:gd name="T17" fmla="*/ 180 h 210"/>
                  <a:gd name="T18" fmla="*/ 90 w 185"/>
                  <a:gd name="T19" fmla="*/ 198 h 210"/>
                  <a:gd name="T20" fmla="*/ 96 w 185"/>
                  <a:gd name="T21" fmla="*/ 210 h 210"/>
                  <a:gd name="T22" fmla="*/ 131 w 185"/>
                  <a:gd name="T23" fmla="*/ 192 h 210"/>
                  <a:gd name="T24" fmla="*/ 161 w 185"/>
                  <a:gd name="T25" fmla="*/ 168 h 210"/>
                  <a:gd name="T26" fmla="*/ 179 w 185"/>
                  <a:gd name="T27" fmla="*/ 144 h 210"/>
                  <a:gd name="T28" fmla="*/ 185 w 185"/>
                  <a:gd name="T29" fmla="*/ 114 h 210"/>
                  <a:gd name="T30" fmla="*/ 179 w 185"/>
                  <a:gd name="T31" fmla="*/ 90 h 210"/>
                  <a:gd name="T32" fmla="*/ 173 w 185"/>
                  <a:gd name="T33" fmla="*/ 66 h 210"/>
                  <a:gd name="T34" fmla="*/ 155 w 185"/>
                  <a:gd name="T35" fmla="*/ 48 h 210"/>
                  <a:gd name="T36" fmla="*/ 131 w 185"/>
                  <a:gd name="T37" fmla="*/ 30 h 210"/>
                  <a:gd name="T38" fmla="*/ 72 w 185"/>
                  <a:gd name="T39" fmla="*/ 6 h 210"/>
                  <a:gd name="T40" fmla="*/ 0 w 185"/>
                  <a:gd name="T41" fmla="*/ 0 h 210"/>
                  <a:gd name="T42" fmla="*/ 0 w 185"/>
                  <a:gd name="T43" fmla="*/ 6 h 210"/>
                  <a:gd name="T44" fmla="*/ 0 w 185"/>
                  <a:gd name="T45" fmla="*/ 6 h 210"/>
                  <a:gd name="T46" fmla="*/ 0 w 185"/>
                  <a:gd name="T47" fmla="*/ 6 h 21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close/>
                  </a:path>
                </a:pathLst>
              </a:cu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3" name="Freeform 52">
                <a:extLst>
                  <a:ext uri="{FF2B5EF4-FFF2-40B4-BE49-F238E27FC236}">
                    <a16:creationId xmlns:a16="http://schemas.microsoft.com/office/drawing/2014/main" id="{74AB6BE0-8327-4294-BA83-C2F7622BFB83}"/>
                  </a:ext>
                </a:extLst>
              </p:cNvPr>
              <p:cNvSpPr>
                <a:spLocks noEditPoints="1"/>
              </p:cNvSpPr>
              <p:nvPr/>
            </p:nvSpPr>
            <p:spPr bwMode="hidden">
              <a:xfrm>
                <a:off x="5345" y="3058"/>
                <a:ext cx="299" cy="186"/>
              </a:xfrm>
              <a:custGeom>
                <a:avLst/>
                <a:gdLst>
                  <a:gd name="T0" fmla="*/ 150 w 299"/>
                  <a:gd name="T1" fmla="*/ 0 h 186"/>
                  <a:gd name="T2" fmla="*/ 90 w 299"/>
                  <a:gd name="T3" fmla="*/ 6 h 186"/>
                  <a:gd name="T4" fmla="*/ 42 w 299"/>
                  <a:gd name="T5" fmla="*/ 30 h 186"/>
                  <a:gd name="T6" fmla="*/ 12 w 299"/>
                  <a:gd name="T7" fmla="*/ 54 h 186"/>
                  <a:gd name="T8" fmla="*/ 6 w 299"/>
                  <a:gd name="T9" fmla="*/ 72 h 186"/>
                  <a:gd name="T10" fmla="*/ 0 w 299"/>
                  <a:gd name="T11" fmla="*/ 90 h 186"/>
                  <a:gd name="T12" fmla="*/ 6 w 299"/>
                  <a:gd name="T13" fmla="*/ 108 h 186"/>
                  <a:gd name="T14" fmla="*/ 12 w 299"/>
                  <a:gd name="T15" fmla="*/ 126 h 186"/>
                  <a:gd name="T16" fmla="*/ 42 w 299"/>
                  <a:gd name="T17" fmla="*/ 156 h 186"/>
                  <a:gd name="T18" fmla="*/ 90 w 299"/>
                  <a:gd name="T19" fmla="*/ 180 h 186"/>
                  <a:gd name="T20" fmla="*/ 150 w 299"/>
                  <a:gd name="T21" fmla="*/ 186 h 186"/>
                  <a:gd name="T22" fmla="*/ 209 w 299"/>
                  <a:gd name="T23" fmla="*/ 180 h 186"/>
                  <a:gd name="T24" fmla="*/ 257 w 299"/>
                  <a:gd name="T25" fmla="*/ 156 h 186"/>
                  <a:gd name="T26" fmla="*/ 287 w 299"/>
                  <a:gd name="T27" fmla="*/ 126 h 186"/>
                  <a:gd name="T28" fmla="*/ 299 w 299"/>
                  <a:gd name="T29" fmla="*/ 108 h 186"/>
                  <a:gd name="T30" fmla="*/ 299 w 299"/>
                  <a:gd name="T31" fmla="*/ 90 h 186"/>
                  <a:gd name="T32" fmla="*/ 299 w 299"/>
                  <a:gd name="T33" fmla="*/ 72 h 186"/>
                  <a:gd name="T34" fmla="*/ 287 w 299"/>
                  <a:gd name="T35" fmla="*/ 54 h 186"/>
                  <a:gd name="T36" fmla="*/ 257 w 299"/>
                  <a:gd name="T37" fmla="*/ 30 h 186"/>
                  <a:gd name="T38" fmla="*/ 209 w 299"/>
                  <a:gd name="T39" fmla="*/ 6 h 186"/>
                  <a:gd name="T40" fmla="*/ 150 w 299"/>
                  <a:gd name="T41" fmla="*/ 0 h 186"/>
                  <a:gd name="T42" fmla="*/ 150 w 299"/>
                  <a:gd name="T43" fmla="*/ 0 h 186"/>
                  <a:gd name="T44" fmla="*/ 150 w 299"/>
                  <a:gd name="T45" fmla="*/ 180 h 186"/>
                  <a:gd name="T46" fmla="*/ 96 w 299"/>
                  <a:gd name="T47" fmla="*/ 174 h 186"/>
                  <a:gd name="T48" fmla="*/ 48 w 299"/>
                  <a:gd name="T49" fmla="*/ 156 h 186"/>
                  <a:gd name="T50" fmla="*/ 18 w 299"/>
                  <a:gd name="T51" fmla="*/ 126 h 186"/>
                  <a:gd name="T52" fmla="*/ 12 w 299"/>
                  <a:gd name="T53" fmla="*/ 108 h 186"/>
                  <a:gd name="T54" fmla="*/ 6 w 299"/>
                  <a:gd name="T55" fmla="*/ 90 h 186"/>
                  <a:gd name="T56" fmla="*/ 12 w 299"/>
                  <a:gd name="T57" fmla="*/ 72 h 186"/>
                  <a:gd name="T58" fmla="*/ 18 w 299"/>
                  <a:gd name="T59" fmla="*/ 54 h 186"/>
                  <a:gd name="T60" fmla="*/ 48 w 299"/>
                  <a:gd name="T61" fmla="*/ 30 h 186"/>
                  <a:gd name="T62" fmla="*/ 96 w 299"/>
                  <a:gd name="T63" fmla="*/ 12 h 186"/>
                  <a:gd name="T64" fmla="*/ 150 w 299"/>
                  <a:gd name="T65" fmla="*/ 6 h 186"/>
                  <a:gd name="T66" fmla="*/ 203 w 299"/>
                  <a:gd name="T67" fmla="*/ 12 h 186"/>
                  <a:gd name="T68" fmla="*/ 251 w 299"/>
                  <a:gd name="T69" fmla="*/ 30 h 186"/>
                  <a:gd name="T70" fmla="*/ 281 w 299"/>
                  <a:gd name="T71" fmla="*/ 54 h 186"/>
                  <a:gd name="T72" fmla="*/ 293 w 299"/>
                  <a:gd name="T73" fmla="*/ 72 h 186"/>
                  <a:gd name="T74" fmla="*/ 293 w 299"/>
                  <a:gd name="T75" fmla="*/ 90 h 186"/>
                  <a:gd name="T76" fmla="*/ 293 w 299"/>
                  <a:gd name="T77" fmla="*/ 108 h 186"/>
                  <a:gd name="T78" fmla="*/ 281 w 299"/>
                  <a:gd name="T79" fmla="*/ 126 h 186"/>
                  <a:gd name="T80" fmla="*/ 251 w 299"/>
                  <a:gd name="T81" fmla="*/ 156 h 186"/>
                  <a:gd name="T82" fmla="*/ 203 w 299"/>
                  <a:gd name="T83" fmla="*/ 174 h 186"/>
                  <a:gd name="T84" fmla="*/ 150 w 299"/>
                  <a:gd name="T85" fmla="*/ 180 h 186"/>
                  <a:gd name="T86" fmla="*/ 150 w 299"/>
                  <a:gd name="T87" fmla="*/ 180 h 18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close/>
                  </a:path>
                </a:pathLst>
              </a:cu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997" name="Oval 53">
                <a:extLst>
                  <a:ext uri="{FF2B5EF4-FFF2-40B4-BE49-F238E27FC236}">
                    <a16:creationId xmlns:a16="http://schemas.microsoft.com/office/drawing/2014/main" id="{AE2E3E50-FB0C-4676-8357-BBD9E23DA4C8}"/>
                  </a:ext>
                </a:extLst>
              </p:cNvPr>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eaLnBrk="1" hangingPunct="1">
                  <a:defRPr/>
                </a:pPr>
                <a:endParaRPr lang="en-US"/>
              </a:p>
            </p:txBody>
          </p:sp>
          <p:grpSp>
            <p:nvGrpSpPr>
              <p:cNvPr id="1075" name="Group 54">
                <a:extLst>
                  <a:ext uri="{FF2B5EF4-FFF2-40B4-BE49-F238E27FC236}">
                    <a16:creationId xmlns:a16="http://schemas.microsoft.com/office/drawing/2014/main" id="{870D783B-2B62-471B-BB68-2F595247A1CE}"/>
                  </a:ext>
                </a:extLst>
              </p:cNvPr>
              <p:cNvGrpSpPr>
                <a:grpSpLocks/>
              </p:cNvGrpSpPr>
              <p:nvPr userDrawn="1"/>
            </p:nvGrpSpPr>
            <p:grpSpPr bwMode="auto">
              <a:xfrm>
                <a:off x="4546" y="3608"/>
                <a:ext cx="518" cy="319"/>
                <a:chOff x="4546" y="3608"/>
                <a:chExt cx="518" cy="319"/>
              </a:xfrm>
            </p:grpSpPr>
            <p:sp>
              <p:nvSpPr>
                <p:cNvPr id="82999" name="Oval 55">
                  <a:extLst>
                    <a:ext uri="{FF2B5EF4-FFF2-40B4-BE49-F238E27FC236}">
                      <a16:creationId xmlns:a16="http://schemas.microsoft.com/office/drawing/2014/main" id="{3130CA8B-B695-45A5-967B-B9C16E033D10}"/>
                    </a:ext>
                  </a:extLst>
                </p:cNvPr>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lstStyle/>
                <a:p>
                  <a:pPr eaLnBrk="1" hangingPunct="1">
                    <a:defRPr/>
                  </a:pPr>
                  <a:endParaRPr lang="en-US"/>
                </a:p>
              </p:txBody>
            </p:sp>
            <p:sp>
              <p:nvSpPr>
                <p:cNvPr id="83000" name="Oval 56">
                  <a:extLst>
                    <a:ext uri="{FF2B5EF4-FFF2-40B4-BE49-F238E27FC236}">
                      <a16:creationId xmlns:a16="http://schemas.microsoft.com/office/drawing/2014/main" id="{5B7EE3AF-95D2-456B-80D1-86E2EC0825E5}"/>
                    </a:ext>
                  </a:extLst>
                </p:cNvPr>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lstStyle/>
                <a:p>
                  <a:pPr eaLnBrk="1" hangingPunct="1">
                    <a:defRPr/>
                  </a:pPr>
                  <a:endParaRPr lang="en-US"/>
                </a:p>
              </p:txBody>
            </p:sp>
            <p:sp>
              <p:nvSpPr>
                <p:cNvPr id="83001" name="Oval 57">
                  <a:extLst>
                    <a:ext uri="{FF2B5EF4-FFF2-40B4-BE49-F238E27FC236}">
                      <a16:creationId xmlns:a16="http://schemas.microsoft.com/office/drawing/2014/main" id="{12349F18-DC76-4361-936D-086EE02B8D58}"/>
                    </a:ext>
                  </a:extLst>
                </p:cNvPr>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eaLnBrk="1" hangingPunct="1">
                    <a:defRPr/>
                  </a:pPr>
                  <a:endParaRPr lang="en-US"/>
                </a:p>
              </p:txBody>
            </p:sp>
            <p:sp>
              <p:nvSpPr>
                <p:cNvPr id="83002" name="Oval 58">
                  <a:extLst>
                    <a:ext uri="{FF2B5EF4-FFF2-40B4-BE49-F238E27FC236}">
                      <a16:creationId xmlns:a16="http://schemas.microsoft.com/office/drawing/2014/main" id="{73ADB917-302F-4E89-9E97-65719DFE3464}"/>
                    </a:ext>
                  </a:extLst>
                </p:cNvPr>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lstStyle/>
                <a:p>
                  <a:pPr eaLnBrk="1" hangingPunct="1">
                    <a:defRPr/>
                  </a:pPr>
                  <a:endParaRPr lang="en-US"/>
                </a:p>
              </p:txBody>
            </p:sp>
            <p:sp>
              <p:nvSpPr>
                <p:cNvPr id="83003" name="Oval 59">
                  <a:extLst>
                    <a:ext uri="{FF2B5EF4-FFF2-40B4-BE49-F238E27FC236}">
                      <a16:creationId xmlns:a16="http://schemas.microsoft.com/office/drawing/2014/main" id="{823BE775-813D-42A8-B940-92B59AB96D45}"/>
                    </a:ext>
                  </a:extLst>
                </p:cNvPr>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lstStyle/>
                <a:p>
                  <a:pPr eaLnBrk="1" hangingPunct="1">
                    <a:defRPr/>
                  </a:pPr>
                  <a:endParaRPr lang="en-US"/>
                </a:p>
              </p:txBody>
            </p:sp>
            <p:sp>
              <p:nvSpPr>
                <p:cNvPr id="83004" name="Oval 60">
                  <a:extLst>
                    <a:ext uri="{FF2B5EF4-FFF2-40B4-BE49-F238E27FC236}">
                      <a16:creationId xmlns:a16="http://schemas.microsoft.com/office/drawing/2014/main" id="{7D169AFF-F396-4AA4-B57C-3023D690F980}"/>
                    </a:ext>
                  </a:extLst>
                </p:cNvPr>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lstStyle/>
                <a:p>
                  <a:pPr eaLnBrk="1" hangingPunct="1">
                    <a:defRPr/>
                  </a:pPr>
                  <a:endParaRPr lang="en-US"/>
                </a:p>
              </p:txBody>
            </p:sp>
          </p:grpSp>
          <p:grpSp>
            <p:nvGrpSpPr>
              <p:cNvPr id="1076" name="Group 61">
                <a:extLst>
                  <a:ext uri="{FF2B5EF4-FFF2-40B4-BE49-F238E27FC236}">
                    <a16:creationId xmlns:a16="http://schemas.microsoft.com/office/drawing/2014/main" id="{73BFC375-018F-4192-BDF6-355A6534AAF8}"/>
                  </a:ext>
                </a:extLst>
              </p:cNvPr>
              <p:cNvGrpSpPr>
                <a:grpSpLocks/>
              </p:cNvGrpSpPr>
              <p:nvPr userDrawn="1"/>
            </p:nvGrpSpPr>
            <p:grpSpPr bwMode="auto">
              <a:xfrm>
                <a:off x="5381" y="3085"/>
                <a:ext cx="227" cy="132"/>
                <a:chOff x="5381" y="3085"/>
                <a:chExt cx="227" cy="132"/>
              </a:xfrm>
            </p:grpSpPr>
            <p:sp>
              <p:nvSpPr>
                <p:cNvPr id="1077" name="Oval 62">
                  <a:extLst>
                    <a:ext uri="{FF2B5EF4-FFF2-40B4-BE49-F238E27FC236}">
                      <a16:creationId xmlns:a16="http://schemas.microsoft.com/office/drawing/2014/main" id="{058E66CA-E616-46FA-8CC6-924BF6EDC581}"/>
                    </a:ext>
                  </a:extLst>
                </p:cNvPr>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78" name="Oval 63">
                  <a:extLst>
                    <a:ext uri="{FF2B5EF4-FFF2-40B4-BE49-F238E27FC236}">
                      <a16:creationId xmlns:a16="http://schemas.microsoft.com/office/drawing/2014/main" id="{5268A4FE-3F2B-44EE-8BC3-1908115FE37C}"/>
                    </a:ext>
                  </a:extLst>
                </p:cNvPr>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79" name="Oval 64">
                  <a:extLst>
                    <a:ext uri="{FF2B5EF4-FFF2-40B4-BE49-F238E27FC236}">
                      <a16:creationId xmlns:a16="http://schemas.microsoft.com/office/drawing/2014/main" id="{743209EB-67E0-4413-8358-BB66CC5E7948}"/>
                    </a:ext>
                  </a:extLst>
                </p:cNvPr>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80" name="Oval 65">
                  <a:extLst>
                    <a:ext uri="{FF2B5EF4-FFF2-40B4-BE49-F238E27FC236}">
                      <a16:creationId xmlns:a16="http://schemas.microsoft.com/office/drawing/2014/main" id="{C39BAC23-373F-4167-9692-3E766F29839B}"/>
                    </a:ext>
                  </a:extLst>
                </p:cNvPr>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grpSp>
      </p:grpSp>
      <p:sp>
        <p:nvSpPr>
          <p:cNvPr id="83010" name="Rectangle 66">
            <a:extLst>
              <a:ext uri="{FF2B5EF4-FFF2-40B4-BE49-F238E27FC236}">
                <a16:creationId xmlns:a16="http://schemas.microsoft.com/office/drawing/2014/main" id="{B1217187-0761-4DCD-B961-661A95373730}"/>
              </a:ext>
            </a:extLst>
          </p:cNvPr>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83011" name="Rectangle 67">
            <a:extLst>
              <a:ext uri="{FF2B5EF4-FFF2-40B4-BE49-F238E27FC236}">
                <a16:creationId xmlns:a16="http://schemas.microsoft.com/office/drawing/2014/main" id="{D144D589-6E34-4578-A97C-82E1179485F4}"/>
              </a:ext>
            </a:extLst>
          </p:cNvPr>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00000"/>
                  </a:outerShdw>
                </a:effectLst>
              </a:defRPr>
            </a:lvl1pPr>
          </a:lstStyle>
          <a:p>
            <a:pPr>
              <a:defRPr/>
            </a:pPr>
            <a:endParaRPr lang="en-US"/>
          </a:p>
        </p:txBody>
      </p:sp>
      <p:sp>
        <p:nvSpPr>
          <p:cNvPr id="83012" name="Rectangle 68">
            <a:extLst>
              <a:ext uri="{FF2B5EF4-FFF2-40B4-BE49-F238E27FC236}">
                <a16:creationId xmlns:a16="http://schemas.microsoft.com/office/drawing/2014/main" id="{E85B09CF-20AF-4EC4-8390-FF0BEC50B483}"/>
              </a:ext>
            </a:extLst>
          </p:cNvPr>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00000"/>
                  </a:outerShdw>
                </a:effectLst>
              </a:defRPr>
            </a:lvl1pPr>
          </a:lstStyle>
          <a:p>
            <a:pPr>
              <a:defRPr/>
            </a:pPr>
            <a:endParaRPr lang="en-US"/>
          </a:p>
        </p:txBody>
      </p:sp>
      <p:sp>
        <p:nvSpPr>
          <p:cNvPr id="83013" name="Rectangle 69">
            <a:extLst>
              <a:ext uri="{FF2B5EF4-FFF2-40B4-BE49-F238E27FC236}">
                <a16:creationId xmlns:a16="http://schemas.microsoft.com/office/drawing/2014/main" id="{A1D8930C-393A-48DC-85A7-A4209B6DB656}"/>
              </a:ext>
            </a:extLst>
          </p:cNvPr>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smtClean="0">
                <a:effectLst>
                  <a:outerShdw blurRad="38100" dist="38100" dir="2700000" algn="tl">
                    <a:srgbClr val="000000"/>
                  </a:outerShdw>
                </a:effectLst>
              </a:defRPr>
            </a:lvl1pPr>
          </a:lstStyle>
          <a:p>
            <a:pPr>
              <a:defRPr/>
            </a:pPr>
            <a:fld id="{771F950A-93E4-4E9E-9A33-C11330323402}" type="slidenum">
              <a:rPr lang="en-US" altLang="en-US"/>
              <a:pPr>
                <a:defRPr/>
              </a:pPr>
              <a:t>‹#›</a:t>
            </a:fld>
            <a:endParaRPr lang="en-US" altLang="en-US"/>
          </a:p>
        </p:txBody>
      </p:sp>
      <p:sp>
        <p:nvSpPr>
          <p:cNvPr id="83014" name="Rectangle 70">
            <a:extLst>
              <a:ext uri="{FF2B5EF4-FFF2-40B4-BE49-F238E27FC236}">
                <a16:creationId xmlns:a16="http://schemas.microsoft.com/office/drawing/2014/main" id="{9C3CE7B4-9C1C-43BB-AFE6-6A0F517C29C0}"/>
              </a:ext>
            </a:extLst>
          </p:cNvPr>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pitchFamily="34"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pitchFamily="34" charset="0"/>
        </a:defRPr>
      </a:lvl9pPr>
    </p:titleStyle>
    <p:body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Ø"/>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panose="05000000000000000000" pitchFamily="2" charset="2"/>
        <a:buChar char="l"/>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50000"/>
        <a:buFont typeface="Wingdings" panose="05000000000000000000" pitchFamily="2" charset="2"/>
        <a:buChar char="l"/>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7434FE17-5BA0-4934-A94F-9F5706B78421}"/>
              </a:ext>
            </a:extLst>
          </p:cNvPr>
          <p:cNvSpPr>
            <a:spLocks noGrp="1" noChangeArrowheads="1"/>
          </p:cNvSpPr>
          <p:nvPr>
            <p:ph type="ctrTitle"/>
          </p:nvPr>
        </p:nvSpPr>
        <p:spPr>
          <a:xfrm>
            <a:off x="838200" y="457200"/>
            <a:ext cx="7848600" cy="2765425"/>
          </a:xfrm>
        </p:spPr>
        <p:txBody>
          <a:bodyPr/>
          <a:lstStyle/>
          <a:p>
            <a:pPr eaLnBrk="1" hangingPunct="1">
              <a:defRPr/>
            </a:pPr>
            <a:r>
              <a:rPr lang="en-US" dirty="0"/>
              <a:t>Cryptography and Network Security</a:t>
            </a:r>
            <a:br>
              <a:rPr lang="en-US" dirty="0"/>
            </a:br>
            <a:endParaRPr lang="en-AU" dirty="0"/>
          </a:p>
        </p:txBody>
      </p:sp>
      <p:sp>
        <p:nvSpPr>
          <p:cNvPr id="7" name="Rectangle 2">
            <a:extLst>
              <a:ext uri="{FF2B5EF4-FFF2-40B4-BE49-F238E27FC236}">
                <a16:creationId xmlns:a16="http://schemas.microsoft.com/office/drawing/2014/main" id="{9FFD8779-95CF-460D-A1F1-778DAC48FF26}"/>
              </a:ext>
            </a:extLst>
          </p:cNvPr>
          <p:cNvSpPr txBox="1">
            <a:spLocks noChangeArrowheads="1"/>
          </p:cNvSpPr>
          <p:nvPr/>
        </p:nvSpPr>
        <p:spPr bwMode="black">
          <a:xfrm>
            <a:off x="0" y="3714750"/>
            <a:ext cx="9144000" cy="2071688"/>
          </a:xfrm>
          <a:prstGeom prst="rect">
            <a:avLst/>
          </a:prstGeom>
          <a:noFill/>
          <a:ln w="9525">
            <a:noFill/>
            <a:miter lim="800000"/>
            <a:headEnd/>
            <a:tailEnd/>
          </a:ln>
          <a:effectLst/>
        </p:spPr>
        <p:txBody>
          <a:bodyPr anchor="b" anchorCtr="1"/>
          <a:lstStyle/>
          <a:p>
            <a:pPr algn="ctr" eaLnBrk="1" hangingPunct="1">
              <a:defRPr/>
            </a:pPr>
            <a:r>
              <a:rPr lang="en-AU" sz="4000" b="1" kern="0" dirty="0">
                <a:solidFill>
                  <a:schemeClr val="tx2"/>
                </a:solidFill>
                <a:effectLst>
                  <a:outerShdw blurRad="38100" dist="38100" dir="2700000" algn="tl">
                    <a:srgbClr val="000000"/>
                  </a:outerShdw>
                </a:effectLst>
                <a:latin typeface="+mj-lt"/>
                <a:ea typeface="+mj-ea"/>
                <a:cs typeface="+mj-cs"/>
              </a:rPr>
              <a:t>Public Key Cryptography and RSA</a:t>
            </a:r>
            <a:br>
              <a:rPr lang="en-AU" sz="4000" b="1" kern="0" dirty="0">
                <a:solidFill>
                  <a:schemeClr val="tx2"/>
                </a:solidFill>
                <a:effectLst>
                  <a:outerShdw blurRad="38100" dist="38100" dir="2700000" algn="tl">
                    <a:srgbClr val="000000"/>
                  </a:outerShdw>
                </a:effectLst>
                <a:latin typeface="+mj-lt"/>
                <a:ea typeface="+mj-ea"/>
                <a:cs typeface="+mj-cs"/>
              </a:rPr>
            </a:br>
            <a:endParaRPr lang="en-AU" sz="4000" b="1" kern="0" dirty="0">
              <a:solidFill>
                <a:schemeClr val="tx2"/>
              </a:solidFill>
              <a:effectLst>
                <a:outerShdw blurRad="38100" dist="38100" dir="2700000" algn="tl">
                  <a:srgbClr val="000000"/>
                </a:outerShdw>
              </a:effectLst>
              <a:latin typeface="+mj-lt"/>
              <a:ea typeface="+mj-ea"/>
              <a:cs typeface="+mj-cs"/>
            </a:endParaRPr>
          </a:p>
        </p:txBody>
      </p:sp>
      <p:sp>
        <p:nvSpPr>
          <p:cNvPr id="4" name="Slide Number Placeholder 3">
            <a:extLst>
              <a:ext uri="{FF2B5EF4-FFF2-40B4-BE49-F238E27FC236}">
                <a16:creationId xmlns:a16="http://schemas.microsoft.com/office/drawing/2014/main" id="{67174C3A-AE4E-4C2B-B88E-1372C307896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4E45380A-003C-448D-B1EC-12C372452EEA}" type="slidenum">
              <a:rPr lang="en-US" altLang="en-US" smtClean="0"/>
              <a:pPr eaLnBrk="1" hangingPunct="1">
                <a:defRPr/>
              </a:pPr>
              <a:t>1</a:t>
            </a:fld>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2A250ED-DBCE-4C17-9CBD-B5BDF1515FE5}"/>
              </a:ext>
            </a:extLst>
          </p:cNvPr>
          <p:cNvSpPr>
            <a:spLocks noGrp="1" noChangeArrowheads="1"/>
          </p:cNvSpPr>
          <p:nvPr>
            <p:ph type="title"/>
          </p:nvPr>
        </p:nvSpPr>
        <p:spPr/>
        <p:txBody>
          <a:bodyPr/>
          <a:lstStyle/>
          <a:p>
            <a:pPr eaLnBrk="1" hangingPunct="1">
              <a:defRPr/>
            </a:pPr>
            <a:r>
              <a:rPr lang="en-AU"/>
              <a:t>Private-Key Cryptography</a:t>
            </a:r>
          </a:p>
        </p:txBody>
      </p:sp>
      <p:sp>
        <p:nvSpPr>
          <p:cNvPr id="46083" name="Rectangle 3">
            <a:extLst>
              <a:ext uri="{FF2B5EF4-FFF2-40B4-BE49-F238E27FC236}">
                <a16:creationId xmlns:a16="http://schemas.microsoft.com/office/drawing/2014/main" id="{F26F2468-FB4F-428C-ACAB-E4AF4D2D5B4D}"/>
              </a:ext>
            </a:extLst>
          </p:cNvPr>
          <p:cNvSpPr>
            <a:spLocks noGrp="1" noChangeArrowheads="1"/>
          </p:cNvSpPr>
          <p:nvPr>
            <p:ph type="body" idx="1"/>
          </p:nvPr>
        </p:nvSpPr>
        <p:spPr/>
        <p:txBody>
          <a:bodyPr/>
          <a:lstStyle/>
          <a:p>
            <a:pPr eaLnBrk="1" hangingPunct="1">
              <a:lnSpc>
                <a:spcPct val="90000"/>
              </a:lnSpc>
              <a:defRPr/>
            </a:pPr>
            <a:r>
              <a:rPr lang="en-AU"/>
              <a:t>traditional </a:t>
            </a:r>
            <a:r>
              <a:rPr lang="en-AU" b="1"/>
              <a:t>private/secret/single key</a:t>
            </a:r>
            <a:r>
              <a:rPr lang="en-AU"/>
              <a:t> cryptography uses </a:t>
            </a:r>
            <a:r>
              <a:rPr lang="en-AU" b="1"/>
              <a:t>one</a:t>
            </a:r>
            <a:r>
              <a:rPr lang="en-AU"/>
              <a:t> key </a:t>
            </a:r>
          </a:p>
          <a:p>
            <a:pPr eaLnBrk="1" hangingPunct="1">
              <a:lnSpc>
                <a:spcPct val="90000"/>
              </a:lnSpc>
              <a:defRPr/>
            </a:pPr>
            <a:r>
              <a:rPr lang="en-AU"/>
              <a:t>shared by both sender and receiver </a:t>
            </a:r>
          </a:p>
          <a:p>
            <a:pPr eaLnBrk="1" hangingPunct="1">
              <a:lnSpc>
                <a:spcPct val="90000"/>
              </a:lnSpc>
              <a:defRPr/>
            </a:pPr>
            <a:r>
              <a:rPr lang="en-AU"/>
              <a:t>if this key is disclosed communications are compromised </a:t>
            </a:r>
          </a:p>
          <a:p>
            <a:pPr eaLnBrk="1" hangingPunct="1">
              <a:lnSpc>
                <a:spcPct val="90000"/>
              </a:lnSpc>
              <a:defRPr/>
            </a:pPr>
            <a:r>
              <a:rPr lang="en-AU"/>
              <a:t>also is </a:t>
            </a:r>
            <a:r>
              <a:rPr lang="en-AU" b="1"/>
              <a:t>symmetric</a:t>
            </a:r>
            <a:r>
              <a:rPr lang="en-AU"/>
              <a:t>, parties are equal </a:t>
            </a:r>
          </a:p>
          <a:p>
            <a:pPr eaLnBrk="1" hangingPunct="1">
              <a:lnSpc>
                <a:spcPct val="90000"/>
              </a:lnSpc>
              <a:defRPr/>
            </a:pPr>
            <a:r>
              <a:rPr lang="en-AU"/>
              <a:t>hence does not protect sender from receiver forging a message &amp; claiming is sent by sender </a:t>
            </a:r>
          </a:p>
        </p:txBody>
      </p:sp>
      <p:sp>
        <p:nvSpPr>
          <p:cNvPr id="4" name="Slide Number Placeholder 3">
            <a:extLst>
              <a:ext uri="{FF2B5EF4-FFF2-40B4-BE49-F238E27FC236}">
                <a16:creationId xmlns:a16="http://schemas.microsoft.com/office/drawing/2014/main" id="{077857C4-58C7-4597-86E0-7195031B0BF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E549A295-388D-4E3A-BD9D-7DCF4A3EF73F}" type="slidenum">
              <a:rPr lang="en-US" altLang="en-US" smtClean="0"/>
              <a:pPr eaLnBrk="1" hangingPunct="1">
                <a:defRPr/>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9D917DC2-1BE4-4337-BD0B-BF9F13306A23}"/>
              </a:ext>
            </a:extLst>
          </p:cNvPr>
          <p:cNvSpPr>
            <a:spLocks noGrp="1" noChangeArrowheads="1"/>
          </p:cNvSpPr>
          <p:nvPr>
            <p:ph type="title"/>
          </p:nvPr>
        </p:nvSpPr>
        <p:spPr/>
        <p:txBody>
          <a:bodyPr/>
          <a:lstStyle/>
          <a:p>
            <a:pPr eaLnBrk="1" hangingPunct="1">
              <a:defRPr/>
            </a:pPr>
            <a:r>
              <a:rPr lang="en-AU"/>
              <a:t>Public-Key Cryptography</a:t>
            </a:r>
          </a:p>
        </p:txBody>
      </p:sp>
      <p:sp>
        <p:nvSpPr>
          <p:cNvPr id="48131" name="Rectangle 3">
            <a:extLst>
              <a:ext uri="{FF2B5EF4-FFF2-40B4-BE49-F238E27FC236}">
                <a16:creationId xmlns:a16="http://schemas.microsoft.com/office/drawing/2014/main" id="{DD44EC96-DD14-4CD7-9C54-37827D973328}"/>
              </a:ext>
            </a:extLst>
          </p:cNvPr>
          <p:cNvSpPr>
            <a:spLocks noGrp="1" noChangeArrowheads="1"/>
          </p:cNvSpPr>
          <p:nvPr>
            <p:ph type="body" idx="1"/>
          </p:nvPr>
        </p:nvSpPr>
        <p:spPr/>
        <p:txBody>
          <a:bodyPr/>
          <a:lstStyle/>
          <a:p>
            <a:pPr eaLnBrk="1" hangingPunct="1">
              <a:defRPr/>
            </a:pPr>
            <a:r>
              <a:rPr lang="en-AU"/>
              <a:t>probably most significant advance in the 3000 year history of cryptography </a:t>
            </a:r>
          </a:p>
          <a:p>
            <a:pPr eaLnBrk="1" hangingPunct="1">
              <a:defRPr/>
            </a:pPr>
            <a:r>
              <a:rPr lang="en-US"/>
              <a:t>uses </a:t>
            </a:r>
            <a:r>
              <a:rPr lang="en-US" b="1"/>
              <a:t>two</a:t>
            </a:r>
            <a:r>
              <a:rPr lang="en-US"/>
              <a:t> keys – a public &amp; a private key</a:t>
            </a:r>
            <a:endParaRPr lang="en-AU"/>
          </a:p>
          <a:p>
            <a:pPr eaLnBrk="1" hangingPunct="1">
              <a:defRPr/>
            </a:pPr>
            <a:r>
              <a:rPr lang="en-AU" b="1"/>
              <a:t>asymmetric</a:t>
            </a:r>
            <a:r>
              <a:rPr lang="en-AU"/>
              <a:t> since parties are </a:t>
            </a:r>
            <a:r>
              <a:rPr lang="en-AU" b="1"/>
              <a:t>not</a:t>
            </a:r>
            <a:r>
              <a:rPr lang="en-AU"/>
              <a:t> equal </a:t>
            </a:r>
          </a:p>
          <a:p>
            <a:pPr eaLnBrk="1" hangingPunct="1">
              <a:defRPr/>
            </a:pPr>
            <a:r>
              <a:rPr lang="en-AU"/>
              <a:t>uses clever application of number theoretic concepts to function</a:t>
            </a:r>
          </a:p>
          <a:p>
            <a:pPr eaLnBrk="1" hangingPunct="1">
              <a:defRPr/>
            </a:pPr>
            <a:r>
              <a:rPr lang="en-US"/>
              <a:t>complements </a:t>
            </a:r>
            <a:r>
              <a:rPr lang="en-US" b="1"/>
              <a:t>rather than</a:t>
            </a:r>
            <a:r>
              <a:rPr lang="en-US"/>
              <a:t> replaces private key crypto</a:t>
            </a:r>
            <a:endParaRPr lang="en-AU"/>
          </a:p>
        </p:txBody>
      </p:sp>
      <p:sp>
        <p:nvSpPr>
          <p:cNvPr id="4" name="Slide Number Placeholder 3">
            <a:extLst>
              <a:ext uri="{FF2B5EF4-FFF2-40B4-BE49-F238E27FC236}">
                <a16:creationId xmlns:a16="http://schemas.microsoft.com/office/drawing/2014/main" id="{AEEAAA48-F493-4314-997B-A738625B168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960B214D-B656-43F5-9DDE-DD4F104C06D5}" type="slidenum">
              <a:rPr lang="en-US" altLang="en-US" smtClean="0"/>
              <a:pPr eaLnBrk="1" hangingPunct="1">
                <a:defRPr/>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B1342F1F-0156-4271-9ED9-DBE693FA1E20}"/>
              </a:ext>
            </a:extLst>
          </p:cNvPr>
          <p:cNvSpPr>
            <a:spLocks noGrp="1" noChangeArrowheads="1"/>
          </p:cNvSpPr>
          <p:nvPr>
            <p:ph type="title"/>
          </p:nvPr>
        </p:nvSpPr>
        <p:spPr/>
        <p:txBody>
          <a:bodyPr/>
          <a:lstStyle/>
          <a:p>
            <a:pPr eaLnBrk="1" hangingPunct="1">
              <a:defRPr/>
            </a:pPr>
            <a:r>
              <a:rPr lang="en-AU"/>
              <a:t>Why Public-Key Cryptography?</a:t>
            </a:r>
          </a:p>
        </p:txBody>
      </p:sp>
      <p:sp>
        <p:nvSpPr>
          <p:cNvPr id="53251" name="Rectangle 3">
            <a:extLst>
              <a:ext uri="{FF2B5EF4-FFF2-40B4-BE49-F238E27FC236}">
                <a16:creationId xmlns:a16="http://schemas.microsoft.com/office/drawing/2014/main" id="{BB794D31-9A23-4864-8D23-5F8232D0060C}"/>
              </a:ext>
            </a:extLst>
          </p:cNvPr>
          <p:cNvSpPr>
            <a:spLocks noGrp="1" noChangeArrowheads="1"/>
          </p:cNvSpPr>
          <p:nvPr>
            <p:ph type="body" idx="1"/>
          </p:nvPr>
        </p:nvSpPr>
        <p:spPr>
          <a:xfrm>
            <a:off x="457200" y="1752600"/>
            <a:ext cx="8229600" cy="4876800"/>
          </a:xfrm>
        </p:spPr>
        <p:txBody>
          <a:bodyPr/>
          <a:lstStyle/>
          <a:p>
            <a:pPr eaLnBrk="1" hangingPunct="1">
              <a:lnSpc>
                <a:spcPct val="90000"/>
              </a:lnSpc>
              <a:defRPr/>
            </a:pPr>
            <a:r>
              <a:rPr lang="en-US"/>
              <a:t>developed to address two key issues:</a:t>
            </a:r>
          </a:p>
          <a:p>
            <a:pPr lvl="1" eaLnBrk="1" hangingPunct="1">
              <a:lnSpc>
                <a:spcPct val="90000"/>
              </a:lnSpc>
              <a:defRPr/>
            </a:pPr>
            <a:r>
              <a:rPr lang="en-US" b="1"/>
              <a:t>key distribution</a:t>
            </a:r>
            <a:r>
              <a:rPr lang="en-US"/>
              <a:t> – how to have secure communications in general without having to trust a KDC with your key</a:t>
            </a:r>
          </a:p>
          <a:p>
            <a:pPr lvl="1" eaLnBrk="1" hangingPunct="1">
              <a:lnSpc>
                <a:spcPct val="90000"/>
              </a:lnSpc>
              <a:defRPr/>
            </a:pPr>
            <a:r>
              <a:rPr lang="en-US" b="1"/>
              <a:t>digital signatures</a:t>
            </a:r>
            <a:r>
              <a:rPr lang="en-US"/>
              <a:t> – how to verify a message comes intact from the claimed sender</a:t>
            </a:r>
          </a:p>
          <a:p>
            <a:pPr eaLnBrk="1" hangingPunct="1">
              <a:lnSpc>
                <a:spcPct val="90000"/>
              </a:lnSpc>
              <a:defRPr/>
            </a:pPr>
            <a:r>
              <a:rPr lang="en-US"/>
              <a:t>public invention due to Whitfield Diffie &amp; Martin Hellman at Stanford Uni in 1976</a:t>
            </a:r>
          </a:p>
          <a:p>
            <a:pPr lvl="1" eaLnBrk="1" hangingPunct="1">
              <a:lnSpc>
                <a:spcPct val="90000"/>
              </a:lnSpc>
              <a:defRPr/>
            </a:pPr>
            <a:r>
              <a:rPr lang="en-US"/>
              <a:t>known earlier in classified community</a:t>
            </a:r>
          </a:p>
          <a:p>
            <a:pPr lvl="1" eaLnBrk="1" hangingPunct="1">
              <a:lnSpc>
                <a:spcPct val="90000"/>
              </a:lnSpc>
              <a:defRPr/>
            </a:pPr>
            <a:endParaRPr lang="en-AU"/>
          </a:p>
        </p:txBody>
      </p:sp>
      <p:sp>
        <p:nvSpPr>
          <p:cNvPr id="4" name="Slide Number Placeholder 3">
            <a:extLst>
              <a:ext uri="{FF2B5EF4-FFF2-40B4-BE49-F238E27FC236}">
                <a16:creationId xmlns:a16="http://schemas.microsoft.com/office/drawing/2014/main" id="{4A0C1D6B-2CC8-4892-A6F8-E14482C14D8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B0AD93F0-EB83-4AAC-B726-F445F8D1DD6E}" type="slidenum">
              <a:rPr lang="en-US" altLang="en-US" smtClean="0"/>
              <a:pPr eaLnBrk="1" hangingPunct="1">
                <a:defRPr/>
              </a:pPr>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A1D40B55-93EA-4B1D-B742-7D4B58135201}"/>
              </a:ext>
            </a:extLst>
          </p:cNvPr>
          <p:cNvSpPr>
            <a:spLocks noGrp="1" noChangeArrowheads="1"/>
          </p:cNvSpPr>
          <p:nvPr>
            <p:ph type="title"/>
          </p:nvPr>
        </p:nvSpPr>
        <p:spPr/>
        <p:txBody>
          <a:bodyPr/>
          <a:lstStyle/>
          <a:p>
            <a:pPr eaLnBrk="1" hangingPunct="1">
              <a:defRPr/>
            </a:pPr>
            <a:r>
              <a:rPr lang="en-AU"/>
              <a:t>Public-Key Cryptography</a:t>
            </a:r>
          </a:p>
        </p:txBody>
      </p:sp>
      <p:sp>
        <p:nvSpPr>
          <p:cNvPr id="49155" name="Rectangle 3">
            <a:extLst>
              <a:ext uri="{FF2B5EF4-FFF2-40B4-BE49-F238E27FC236}">
                <a16:creationId xmlns:a16="http://schemas.microsoft.com/office/drawing/2014/main" id="{EB1B2688-2BDD-493F-B9FB-C8204F76B39B}"/>
              </a:ext>
            </a:extLst>
          </p:cNvPr>
          <p:cNvSpPr>
            <a:spLocks noGrp="1" noChangeArrowheads="1"/>
          </p:cNvSpPr>
          <p:nvPr>
            <p:ph type="body" idx="1"/>
          </p:nvPr>
        </p:nvSpPr>
        <p:spPr/>
        <p:txBody>
          <a:bodyPr/>
          <a:lstStyle/>
          <a:p>
            <a:pPr eaLnBrk="1" hangingPunct="1">
              <a:lnSpc>
                <a:spcPct val="90000"/>
              </a:lnSpc>
              <a:defRPr/>
            </a:pPr>
            <a:r>
              <a:rPr lang="en-AU" sz="2800" b="1"/>
              <a:t>public-key/two-key/asymmetric</a:t>
            </a:r>
            <a:r>
              <a:rPr lang="en-AU" sz="2800"/>
              <a:t> cryptography involves the use of </a:t>
            </a:r>
            <a:r>
              <a:rPr lang="en-AU" sz="2800" b="1"/>
              <a:t>two</a:t>
            </a:r>
            <a:r>
              <a:rPr lang="en-AU" sz="2800"/>
              <a:t> keys: </a:t>
            </a:r>
          </a:p>
          <a:p>
            <a:pPr lvl="1" eaLnBrk="1" hangingPunct="1">
              <a:lnSpc>
                <a:spcPct val="90000"/>
              </a:lnSpc>
              <a:defRPr/>
            </a:pPr>
            <a:r>
              <a:rPr lang="en-AU" sz="2400"/>
              <a:t>a </a:t>
            </a:r>
            <a:r>
              <a:rPr lang="en-AU" sz="2400" b="1"/>
              <a:t>public-key</a:t>
            </a:r>
            <a:r>
              <a:rPr lang="en-AU" sz="2400"/>
              <a:t>, which may be known by anybody, and can be used to </a:t>
            </a:r>
            <a:r>
              <a:rPr lang="en-AU" sz="2400" b="1"/>
              <a:t>encrypt messages</a:t>
            </a:r>
            <a:r>
              <a:rPr lang="en-AU" sz="2400"/>
              <a:t>, and </a:t>
            </a:r>
            <a:r>
              <a:rPr lang="en-AU" sz="2400" b="1"/>
              <a:t>verify signatures</a:t>
            </a:r>
            <a:r>
              <a:rPr lang="en-AU" sz="2400"/>
              <a:t> </a:t>
            </a:r>
          </a:p>
          <a:p>
            <a:pPr lvl="1" eaLnBrk="1" hangingPunct="1">
              <a:lnSpc>
                <a:spcPct val="90000"/>
              </a:lnSpc>
              <a:defRPr/>
            </a:pPr>
            <a:r>
              <a:rPr lang="en-AU" sz="2400"/>
              <a:t>a </a:t>
            </a:r>
            <a:r>
              <a:rPr lang="en-AU" sz="2400" b="1"/>
              <a:t>private-key</a:t>
            </a:r>
            <a:r>
              <a:rPr lang="en-AU" sz="2400"/>
              <a:t>, known only to the recipient, used to </a:t>
            </a:r>
            <a:r>
              <a:rPr lang="en-AU" sz="2400" b="1"/>
              <a:t>decrypt messages</a:t>
            </a:r>
            <a:r>
              <a:rPr lang="en-AU" sz="2400"/>
              <a:t>, and </a:t>
            </a:r>
            <a:r>
              <a:rPr lang="en-AU" sz="2400" b="1"/>
              <a:t>sign</a:t>
            </a:r>
            <a:r>
              <a:rPr lang="en-AU" sz="2400"/>
              <a:t> (create)</a:t>
            </a:r>
            <a:r>
              <a:rPr lang="en-AU" sz="2400" b="1"/>
              <a:t> signatures</a:t>
            </a:r>
            <a:endParaRPr lang="en-AU" sz="2400"/>
          </a:p>
          <a:p>
            <a:pPr eaLnBrk="1" hangingPunct="1">
              <a:lnSpc>
                <a:spcPct val="90000"/>
              </a:lnSpc>
              <a:defRPr/>
            </a:pPr>
            <a:r>
              <a:rPr lang="en-AU" sz="2800"/>
              <a:t>is </a:t>
            </a:r>
            <a:r>
              <a:rPr lang="en-AU" sz="2800" b="1"/>
              <a:t>asymmetric</a:t>
            </a:r>
            <a:r>
              <a:rPr lang="en-AU" sz="2800"/>
              <a:t> because</a:t>
            </a:r>
          </a:p>
          <a:p>
            <a:pPr lvl="1" eaLnBrk="1" hangingPunct="1">
              <a:lnSpc>
                <a:spcPct val="90000"/>
              </a:lnSpc>
              <a:defRPr/>
            </a:pPr>
            <a:r>
              <a:rPr lang="en-AU" sz="2400"/>
              <a:t>those who encrypt messages or verify signatures </a:t>
            </a:r>
            <a:r>
              <a:rPr lang="en-AU" sz="2400" b="1"/>
              <a:t>cannot</a:t>
            </a:r>
            <a:r>
              <a:rPr lang="en-AU" sz="2400"/>
              <a:t> decrypt messages or create signatures</a:t>
            </a:r>
          </a:p>
          <a:p>
            <a:pPr eaLnBrk="1" hangingPunct="1">
              <a:lnSpc>
                <a:spcPct val="90000"/>
              </a:lnSpc>
              <a:defRPr/>
            </a:pPr>
            <a:endParaRPr lang="en-AU" sz="2800"/>
          </a:p>
        </p:txBody>
      </p:sp>
      <p:sp>
        <p:nvSpPr>
          <p:cNvPr id="4" name="Slide Number Placeholder 3">
            <a:extLst>
              <a:ext uri="{FF2B5EF4-FFF2-40B4-BE49-F238E27FC236}">
                <a16:creationId xmlns:a16="http://schemas.microsoft.com/office/drawing/2014/main" id="{1A2AA767-7EDC-42D8-9D7E-C9631981A08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DF117FD7-8D31-446A-83DD-30DDFC126244}" type="slidenum">
              <a:rPr lang="en-US" altLang="en-US" smtClean="0"/>
              <a:pPr eaLnBrk="1" hangingPunct="1">
                <a:defRPr/>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A8277854-ACD7-434E-8703-E1CFDBCB0BB3}"/>
              </a:ext>
            </a:extLst>
          </p:cNvPr>
          <p:cNvSpPr>
            <a:spLocks noGrp="1" noChangeArrowheads="1"/>
          </p:cNvSpPr>
          <p:nvPr>
            <p:ph type="title"/>
          </p:nvPr>
        </p:nvSpPr>
        <p:spPr/>
        <p:txBody>
          <a:bodyPr/>
          <a:lstStyle/>
          <a:p>
            <a:pPr eaLnBrk="1" hangingPunct="1">
              <a:defRPr/>
            </a:pPr>
            <a:r>
              <a:rPr lang="en-AU"/>
              <a:t>Public-Key Cryptography</a:t>
            </a:r>
          </a:p>
        </p:txBody>
      </p:sp>
      <p:pic>
        <p:nvPicPr>
          <p:cNvPr id="14339" name="Picture 4" descr="Z-PK_Cryptography.pdf                                          00156198  Mnementh                      BEAE7A2F:">
            <a:extLst>
              <a:ext uri="{FF2B5EF4-FFF2-40B4-BE49-F238E27FC236}">
                <a16:creationId xmlns:a16="http://schemas.microsoft.com/office/drawing/2014/main" id="{D96F80F2-A182-44E6-A9B8-9BA7831B83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580" b="53693"/>
          <a:stretch>
            <a:fillRect/>
          </a:stretch>
        </p:blipFill>
        <p:spPr bwMode="auto">
          <a:xfrm>
            <a:off x="762000" y="1884363"/>
            <a:ext cx="7769225" cy="429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4665264E-EDB5-4045-A1B8-3F728B59DA7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5455C351-6C3A-45A9-A50B-0FB5D34BA217}" type="slidenum">
              <a:rPr lang="en-US" altLang="en-US" smtClean="0"/>
              <a:pPr eaLnBrk="1" hangingPunct="1">
                <a:defRPr/>
              </a:pPr>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26526D22-D6F3-4A9F-BE03-53B0DF59E1F2}"/>
              </a:ext>
            </a:extLst>
          </p:cNvPr>
          <p:cNvSpPr>
            <a:spLocks noGrp="1" noChangeArrowheads="1"/>
          </p:cNvSpPr>
          <p:nvPr>
            <p:ph type="title"/>
          </p:nvPr>
        </p:nvSpPr>
        <p:spPr/>
        <p:txBody>
          <a:bodyPr/>
          <a:lstStyle/>
          <a:p>
            <a:pPr eaLnBrk="1" hangingPunct="1">
              <a:defRPr/>
            </a:pPr>
            <a:r>
              <a:rPr lang="en-AU"/>
              <a:t>Public-Key Characteristics</a:t>
            </a:r>
          </a:p>
        </p:txBody>
      </p:sp>
      <p:sp>
        <p:nvSpPr>
          <p:cNvPr id="55299" name="Rectangle 3">
            <a:extLst>
              <a:ext uri="{FF2B5EF4-FFF2-40B4-BE49-F238E27FC236}">
                <a16:creationId xmlns:a16="http://schemas.microsoft.com/office/drawing/2014/main" id="{7ACC4A38-3EDA-4593-A8DC-17828E8E14E8}"/>
              </a:ext>
            </a:extLst>
          </p:cNvPr>
          <p:cNvSpPr>
            <a:spLocks noGrp="1" noChangeArrowheads="1"/>
          </p:cNvSpPr>
          <p:nvPr>
            <p:ph type="body" idx="1"/>
          </p:nvPr>
        </p:nvSpPr>
        <p:spPr/>
        <p:txBody>
          <a:bodyPr/>
          <a:lstStyle/>
          <a:p>
            <a:pPr eaLnBrk="1" hangingPunct="1">
              <a:defRPr/>
            </a:pPr>
            <a:r>
              <a:rPr lang="en-AU" sz="2800"/>
              <a:t>Public-Key algorithms rely on two keys where:</a:t>
            </a:r>
          </a:p>
          <a:p>
            <a:pPr lvl="1" eaLnBrk="1" hangingPunct="1">
              <a:defRPr/>
            </a:pPr>
            <a:r>
              <a:rPr lang="en-AU" sz="2400"/>
              <a:t>it is computationally infeasible to find decryption key knowing only algorithm &amp; encryption key</a:t>
            </a:r>
          </a:p>
          <a:p>
            <a:pPr lvl="1" eaLnBrk="1" hangingPunct="1">
              <a:defRPr/>
            </a:pPr>
            <a:r>
              <a:rPr lang="en-AU" sz="2400"/>
              <a:t>it is computationally easy to en/decrypt messages when the relevant (en/decrypt) key is known</a:t>
            </a:r>
          </a:p>
          <a:p>
            <a:pPr lvl="1" eaLnBrk="1" hangingPunct="1">
              <a:defRPr/>
            </a:pPr>
            <a:r>
              <a:rPr lang="en-AU" sz="2400"/>
              <a:t>either of the two related keys can be used for encryption, with the other used for decryption (for some algorithms)</a:t>
            </a:r>
          </a:p>
          <a:p>
            <a:pPr lvl="1" eaLnBrk="1" hangingPunct="1">
              <a:defRPr/>
            </a:pPr>
            <a:endParaRPr lang="en-AU" sz="2400"/>
          </a:p>
          <a:p>
            <a:pPr lvl="1" eaLnBrk="1" hangingPunct="1">
              <a:defRPr/>
            </a:pPr>
            <a:endParaRPr lang="en-AU" sz="2400"/>
          </a:p>
        </p:txBody>
      </p:sp>
      <p:sp>
        <p:nvSpPr>
          <p:cNvPr id="4" name="Slide Number Placeholder 3">
            <a:extLst>
              <a:ext uri="{FF2B5EF4-FFF2-40B4-BE49-F238E27FC236}">
                <a16:creationId xmlns:a16="http://schemas.microsoft.com/office/drawing/2014/main" id="{58F9536D-33BA-4401-993A-C402CCEE6A8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A6B5807B-347B-4A99-B66C-D0A1F8214E0D}" type="slidenum">
              <a:rPr lang="en-US" altLang="en-US" smtClean="0"/>
              <a:pPr eaLnBrk="1" hangingPunct="1">
                <a:defRPr/>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24B254E-9482-4EF7-A77C-3675C48262F7}"/>
              </a:ext>
            </a:extLst>
          </p:cNvPr>
          <p:cNvSpPr>
            <a:spLocks noGrp="1" noChangeArrowheads="1"/>
          </p:cNvSpPr>
          <p:nvPr>
            <p:ph type="title"/>
          </p:nvPr>
        </p:nvSpPr>
        <p:spPr/>
        <p:txBody>
          <a:bodyPr/>
          <a:lstStyle/>
          <a:p>
            <a:pPr eaLnBrk="1" hangingPunct="1">
              <a:defRPr/>
            </a:pPr>
            <a:r>
              <a:rPr lang="en-AU"/>
              <a:t>Public-Key Cryptosystems</a:t>
            </a:r>
          </a:p>
        </p:txBody>
      </p:sp>
      <p:pic>
        <p:nvPicPr>
          <p:cNvPr id="18435" name="Picture 4" descr="PK_Dual_Model.pdf                                              00156198  Mnementh                      BEAE7A2F:">
            <a:extLst>
              <a:ext uri="{FF2B5EF4-FFF2-40B4-BE49-F238E27FC236}">
                <a16:creationId xmlns:a16="http://schemas.microsoft.com/office/drawing/2014/main" id="{CBF3C1AA-71C6-4173-A750-CB9CDF7D08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3898" b="18529"/>
          <a:stretch>
            <a:fillRect/>
          </a:stretch>
        </p:blipFill>
        <p:spPr bwMode="auto">
          <a:xfrm>
            <a:off x="533400" y="1905000"/>
            <a:ext cx="8043863" cy="420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3B6E4457-D843-4A7A-B7A5-6DFA527ABAF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A1D5EB5F-A5E2-4252-A664-56C4DA719E63}" type="slidenum">
              <a:rPr lang="en-US" altLang="en-US" smtClean="0"/>
              <a:pPr eaLnBrk="1" hangingPunct="1">
                <a:defRPr/>
              </a:pPr>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7D96FB4E-416A-4BD9-95EF-45A5168100AC}"/>
              </a:ext>
            </a:extLst>
          </p:cNvPr>
          <p:cNvSpPr>
            <a:spLocks noGrp="1" noChangeArrowheads="1"/>
          </p:cNvSpPr>
          <p:nvPr>
            <p:ph type="title"/>
          </p:nvPr>
        </p:nvSpPr>
        <p:spPr/>
        <p:txBody>
          <a:bodyPr/>
          <a:lstStyle/>
          <a:p>
            <a:pPr eaLnBrk="1" hangingPunct="1">
              <a:defRPr/>
            </a:pPr>
            <a:r>
              <a:rPr lang="en-AU" dirty="0"/>
              <a:t>Public-Key Applications</a:t>
            </a:r>
          </a:p>
        </p:txBody>
      </p:sp>
      <p:sp>
        <p:nvSpPr>
          <p:cNvPr id="58371" name="Rectangle 3">
            <a:extLst>
              <a:ext uri="{FF2B5EF4-FFF2-40B4-BE49-F238E27FC236}">
                <a16:creationId xmlns:a16="http://schemas.microsoft.com/office/drawing/2014/main" id="{9D9522AE-7A75-455F-AD39-BCE3D46C4519}"/>
              </a:ext>
            </a:extLst>
          </p:cNvPr>
          <p:cNvSpPr>
            <a:spLocks noGrp="1" noChangeArrowheads="1"/>
          </p:cNvSpPr>
          <p:nvPr>
            <p:ph type="body" idx="1"/>
          </p:nvPr>
        </p:nvSpPr>
        <p:spPr/>
        <p:txBody>
          <a:bodyPr/>
          <a:lstStyle/>
          <a:p>
            <a:pPr eaLnBrk="1" hangingPunct="1">
              <a:defRPr/>
            </a:pPr>
            <a:r>
              <a:rPr lang="en-US" dirty="0"/>
              <a:t>can classify uses into 3 categories:</a:t>
            </a:r>
          </a:p>
          <a:p>
            <a:pPr lvl="1" eaLnBrk="1" hangingPunct="1">
              <a:defRPr/>
            </a:pPr>
            <a:r>
              <a:rPr lang="en-US" b="1" dirty="0"/>
              <a:t>encryption/decryption</a:t>
            </a:r>
            <a:r>
              <a:rPr lang="en-US" dirty="0"/>
              <a:t> (provide secrecy)</a:t>
            </a:r>
          </a:p>
          <a:p>
            <a:pPr lvl="1" eaLnBrk="1" hangingPunct="1">
              <a:defRPr/>
            </a:pPr>
            <a:r>
              <a:rPr lang="en-US" b="1" dirty="0"/>
              <a:t>digital signatures</a:t>
            </a:r>
            <a:r>
              <a:rPr lang="en-US" dirty="0"/>
              <a:t> (provide authentication)</a:t>
            </a:r>
          </a:p>
          <a:p>
            <a:pPr lvl="1" eaLnBrk="1" hangingPunct="1">
              <a:defRPr/>
            </a:pPr>
            <a:r>
              <a:rPr lang="en-US" b="1" dirty="0"/>
              <a:t>key exchange</a:t>
            </a:r>
            <a:r>
              <a:rPr lang="en-US" dirty="0"/>
              <a:t> (of session keys)</a:t>
            </a:r>
          </a:p>
          <a:p>
            <a:pPr eaLnBrk="1" hangingPunct="1">
              <a:defRPr/>
            </a:pPr>
            <a:r>
              <a:rPr lang="en-US" dirty="0"/>
              <a:t>some algorithms are suitable for all uses, others are specific to one</a:t>
            </a:r>
            <a:endParaRPr lang="en-AU" dirty="0"/>
          </a:p>
        </p:txBody>
      </p:sp>
      <p:sp>
        <p:nvSpPr>
          <p:cNvPr id="4" name="Slide Number Placeholder 3">
            <a:extLst>
              <a:ext uri="{FF2B5EF4-FFF2-40B4-BE49-F238E27FC236}">
                <a16:creationId xmlns:a16="http://schemas.microsoft.com/office/drawing/2014/main" id="{A3756773-4D53-4D90-A915-2BD275B43A8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084764AF-651E-4941-82E9-D5752B4F9BD6}" type="slidenum">
              <a:rPr lang="en-US" altLang="en-US" smtClean="0"/>
              <a:pPr eaLnBrk="1" hangingPunct="1">
                <a:defRPr/>
              </a:pPr>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8AA2F287-AC8E-41B0-9873-93468F977EDE}"/>
              </a:ext>
            </a:extLst>
          </p:cNvPr>
          <p:cNvSpPr>
            <a:spLocks noGrp="1" noChangeArrowheads="1"/>
          </p:cNvSpPr>
          <p:nvPr>
            <p:ph type="title"/>
          </p:nvPr>
        </p:nvSpPr>
        <p:spPr>
          <a:xfrm>
            <a:off x="152400" y="277813"/>
            <a:ext cx="8839200" cy="1139825"/>
          </a:xfrm>
        </p:spPr>
        <p:txBody>
          <a:bodyPr/>
          <a:lstStyle/>
          <a:p>
            <a:pPr eaLnBrk="1" hangingPunct="1">
              <a:defRPr/>
            </a:pPr>
            <a:r>
              <a:rPr lang="en-AU"/>
              <a:t>Security of Public Key Schemes</a:t>
            </a:r>
          </a:p>
        </p:txBody>
      </p:sp>
      <p:sp>
        <p:nvSpPr>
          <p:cNvPr id="60419" name="Rectangle 3">
            <a:extLst>
              <a:ext uri="{FF2B5EF4-FFF2-40B4-BE49-F238E27FC236}">
                <a16:creationId xmlns:a16="http://schemas.microsoft.com/office/drawing/2014/main" id="{4810058D-F194-48B8-A034-44DD964CADFD}"/>
              </a:ext>
            </a:extLst>
          </p:cNvPr>
          <p:cNvSpPr>
            <a:spLocks noGrp="1" noChangeArrowheads="1"/>
          </p:cNvSpPr>
          <p:nvPr>
            <p:ph type="body" idx="1"/>
          </p:nvPr>
        </p:nvSpPr>
        <p:spPr>
          <a:xfrm>
            <a:off x="468313" y="1412875"/>
            <a:ext cx="8229600" cy="5040313"/>
          </a:xfrm>
        </p:spPr>
        <p:txBody>
          <a:bodyPr/>
          <a:lstStyle/>
          <a:p>
            <a:pPr eaLnBrk="1" hangingPunct="1">
              <a:lnSpc>
                <a:spcPct val="90000"/>
              </a:lnSpc>
              <a:defRPr/>
            </a:pPr>
            <a:r>
              <a:rPr lang="en-AU" sz="2800"/>
              <a:t>like private key schemes brute force </a:t>
            </a:r>
            <a:r>
              <a:rPr lang="en-AU" sz="2800" b="1"/>
              <a:t>exhaustive search</a:t>
            </a:r>
            <a:r>
              <a:rPr lang="en-AU" sz="2800"/>
              <a:t> attack is always theoretically possible </a:t>
            </a:r>
          </a:p>
          <a:p>
            <a:pPr eaLnBrk="1" hangingPunct="1">
              <a:lnSpc>
                <a:spcPct val="90000"/>
              </a:lnSpc>
              <a:defRPr/>
            </a:pPr>
            <a:r>
              <a:rPr lang="en-AU" sz="2800"/>
              <a:t>but keys used are too large (&gt;512bits) </a:t>
            </a:r>
          </a:p>
          <a:p>
            <a:pPr eaLnBrk="1" hangingPunct="1">
              <a:lnSpc>
                <a:spcPct val="90000"/>
              </a:lnSpc>
              <a:defRPr/>
            </a:pPr>
            <a:r>
              <a:rPr lang="en-AU" sz="2800"/>
              <a:t>security relies on a </a:t>
            </a:r>
            <a:r>
              <a:rPr lang="en-AU" sz="2800" b="1"/>
              <a:t>large enough</a:t>
            </a:r>
            <a:r>
              <a:rPr lang="en-AU" sz="2800"/>
              <a:t> difference in difficulty between </a:t>
            </a:r>
            <a:r>
              <a:rPr lang="en-AU" sz="2800" b="1"/>
              <a:t>easy</a:t>
            </a:r>
            <a:r>
              <a:rPr lang="en-AU" sz="2800"/>
              <a:t> (en/decrypt) and </a:t>
            </a:r>
            <a:r>
              <a:rPr lang="en-AU" sz="2800" b="1"/>
              <a:t>hard</a:t>
            </a:r>
            <a:r>
              <a:rPr lang="en-AU" sz="2800"/>
              <a:t> (cryptanalyse) problems</a:t>
            </a:r>
          </a:p>
          <a:p>
            <a:pPr eaLnBrk="1" hangingPunct="1">
              <a:lnSpc>
                <a:spcPct val="90000"/>
              </a:lnSpc>
              <a:defRPr/>
            </a:pPr>
            <a:r>
              <a:rPr lang="en-AU" sz="2800"/>
              <a:t>more generally the </a:t>
            </a:r>
            <a:r>
              <a:rPr lang="en-AU" sz="2800" b="1"/>
              <a:t>hard</a:t>
            </a:r>
            <a:r>
              <a:rPr lang="en-AU" sz="2800"/>
              <a:t> problem is known, but is made hard enough to be impractical to break </a:t>
            </a:r>
          </a:p>
          <a:p>
            <a:pPr eaLnBrk="1" hangingPunct="1">
              <a:lnSpc>
                <a:spcPct val="90000"/>
              </a:lnSpc>
              <a:defRPr/>
            </a:pPr>
            <a:r>
              <a:rPr lang="en-AU" sz="2800"/>
              <a:t>requires the use of </a:t>
            </a:r>
            <a:r>
              <a:rPr lang="en-AU" sz="2800" b="1"/>
              <a:t>very large numbers</a:t>
            </a:r>
          </a:p>
          <a:p>
            <a:pPr eaLnBrk="1" hangingPunct="1">
              <a:lnSpc>
                <a:spcPct val="90000"/>
              </a:lnSpc>
              <a:defRPr/>
            </a:pPr>
            <a:r>
              <a:rPr lang="en-AU" sz="2800"/>
              <a:t>hence is </a:t>
            </a:r>
            <a:r>
              <a:rPr lang="en-AU" sz="2800" b="1"/>
              <a:t>slow</a:t>
            </a:r>
            <a:r>
              <a:rPr lang="en-AU" sz="2800"/>
              <a:t> compared to private key schemes</a:t>
            </a:r>
            <a:r>
              <a:rPr lang="en-AU" sz="2400"/>
              <a:t> </a:t>
            </a:r>
          </a:p>
        </p:txBody>
      </p:sp>
      <p:sp>
        <p:nvSpPr>
          <p:cNvPr id="4" name="Slide Number Placeholder 3">
            <a:extLst>
              <a:ext uri="{FF2B5EF4-FFF2-40B4-BE49-F238E27FC236}">
                <a16:creationId xmlns:a16="http://schemas.microsoft.com/office/drawing/2014/main" id="{34819BD7-31BF-4867-B524-9AFDA65E565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1F305401-06E5-4A49-863B-6FD5A1849FB1}" type="slidenum">
              <a:rPr lang="en-US" altLang="en-US" smtClean="0"/>
              <a:pPr eaLnBrk="1" hangingPunct="1">
                <a:defRPr/>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BB68D80D-D9B7-4366-8E7E-C0AB5CD777E2}"/>
              </a:ext>
            </a:extLst>
          </p:cNvPr>
          <p:cNvSpPr>
            <a:spLocks noGrp="1" noChangeArrowheads="1"/>
          </p:cNvSpPr>
          <p:nvPr>
            <p:ph type="title"/>
          </p:nvPr>
        </p:nvSpPr>
        <p:spPr/>
        <p:txBody>
          <a:bodyPr/>
          <a:lstStyle/>
          <a:p>
            <a:pPr eaLnBrk="1" hangingPunct="1">
              <a:defRPr/>
            </a:pPr>
            <a:r>
              <a:rPr lang="en-US"/>
              <a:t>RSA</a:t>
            </a:r>
            <a:endParaRPr lang="en-AU"/>
          </a:p>
        </p:txBody>
      </p:sp>
      <p:sp>
        <p:nvSpPr>
          <p:cNvPr id="61443" name="Rectangle 3">
            <a:extLst>
              <a:ext uri="{FF2B5EF4-FFF2-40B4-BE49-F238E27FC236}">
                <a16:creationId xmlns:a16="http://schemas.microsoft.com/office/drawing/2014/main" id="{961AFEC7-8609-4BFC-B1A2-7CFFA4F47065}"/>
              </a:ext>
            </a:extLst>
          </p:cNvPr>
          <p:cNvSpPr>
            <a:spLocks noGrp="1" noChangeArrowheads="1"/>
          </p:cNvSpPr>
          <p:nvPr>
            <p:ph type="body" idx="1"/>
          </p:nvPr>
        </p:nvSpPr>
        <p:spPr>
          <a:xfrm>
            <a:off x="457200" y="1676400"/>
            <a:ext cx="8458200" cy="4454525"/>
          </a:xfrm>
        </p:spPr>
        <p:txBody>
          <a:bodyPr/>
          <a:lstStyle/>
          <a:p>
            <a:pPr eaLnBrk="1" hangingPunct="1">
              <a:defRPr/>
            </a:pPr>
            <a:r>
              <a:rPr lang="en-AU" sz="2800"/>
              <a:t>by Rivest, Shamir &amp; Adleman of MIT in 1977 </a:t>
            </a:r>
          </a:p>
          <a:p>
            <a:pPr eaLnBrk="1" hangingPunct="1">
              <a:defRPr/>
            </a:pPr>
            <a:r>
              <a:rPr lang="en-AU" sz="2800"/>
              <a:t>best known &amp; widely used public-key scheme </a:t>
            </a:r>
          </a:p>
          <a:p>
            <a:pPr eaLnBrk="1" hangingPunct="1">
              <a:defRPr/>
            </a:pPr>
            <a:r>
              <a:rPr lang="en-AU" sz="2800"/>
              <a:t>based on exponentiation in a finite (Galois) field over integers modulo a prime </a:t>
            </a:r>
          </a:p>
          <a:p>
            <a:pPr lvl="1" eaLnBrk="1" hangingPunct="1">
              <a:defRPr/>
            </a:pPr>
            <a:r>
              <a:rPr lang="en-AU" sz="2400"/>
              <a:t>nb. exponentiation takes O((log n)</a:t>
            </a:r>
            <a:r>
              <a:rPr lang="en-AU" sz="2400" baseline="30000"/>
              <a:t>3</a:t>
            </a:r>
            <a:r>
              <a:rPr lang="en-AU" sz="2400"/>
              <a:t>) operations (easy) </a:t>
            </a:r>
          </a:p>
          <a:p>
            <a:pPr eaLnBrk="1" hangingPunct="1">
              <a:defRPr/>
            </a:pPr>
            <a:r>
              <a:rPr lang="en-US" sz="2800"/>
              <a:t>uses large integers (eg. 1024 bits)</a:t>
            </a:r>
            <a:endParaRPr lang="en-AU" sz="2800"/>
          </a:p>
          <a:p>
            <a:pPr eaLnBrk="1" hangingPunct="1">
              <a:defRPr/>
            </a:pPr>
            <a:r>
              <a:rPr lang="en-AU" sz="2800"/>
              <a:t>security due to cost of factoring large numbers </a:t>
            </a:r>
          </a:p>
          <a:p>
            <a:pPr lvl="1" eaLnBrk="1" hangingPunct="1">
              <a:defRPr/>
            </a:pPr>
            <a:r>
              <a:rPr lang="en-AU" sz="2400"/>
              <a:t>nb. factorization takes O(e </a:t>
            </a:r>
            <a:r>
              <a:rPr lang="en-AU" sz="2400" baseline="30000"/>
              <a:t>log n log log n</a:t>
            </a:r>
            <a:r>
              <a:rPr lang="en-AU" sz="2400"/>
              <a:t>) operations (hard) </a:t>
            </a:r>
          </a:p>
        </p:txBody>
      </p:sp>
      <p:sp>
        <p:nvSpPr>
          <p:cNvPr id="4" name="Slide Number Placeholder 3">
            <a:extLst>
              <a:ext uri="{FF2B5EF4-FFF2-40B4-BE49-F238E27FC236}">
                <a16:creationId xmlns:a16="http://schemas.microsoft.com/office/drawing/2014/main" id="{88F20C0E-BD43-4B8A-AF43-82915305B0C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00D79353-4E87-4078-8D76-46870AC93FA8}" type="slidenum">
              <a:rPr lang="en-US" altLang="en-US" smtClean="0"/>
              <a:pPr eaLnBrk="1" hangingPunct="1">
                <a:defRPr/>
              </a:pPr>
              <a:t>11</a:t>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50D76468-75B0-4825-BE9B-103F2FEFD167}"/>
              </a:ext>
            </a:extLst>
          </p:cNvPr>
          <p:cNvSpPr>
            <a:spLocks noGrp="1" noChangeArrowheads="1"/>
          </p:cNvSpPr>
          <p:nvPr>
            <p:ph type="title"/>
          </p:nvPr>
        </p:nvSpPr>
        <p:spPr/>
        <p:txBody>
          <a:bodyPr/>
          <a:lstStyle/>
          <a:p>
            <a:pPr eaLnBrk="1" hangingPunct="1">
              <a:defRPr/>
            </a:pPr>
            <a:r>
              <a:rPr lang="en-AU"/>
              <a:t>RSA Key Setup</a:t>
            </a:r>
          </a:p>
        </p:txBody>
      </p:sp>
      <p:sp>
        <p:nvSpPr>
          <p:cNvPr id="63491" name="Rectangle 3">
            <a:extLst>
              <a:ext uri="{FF2B5EF4-FFF2-40B4-BE49-F238E27FC236}">
                <a16:creationId xmlns:a16="http://schemas.microsoft.com/office/drawing/2014/main" id="{F3CE56E9-D6D2-406D-95AA-4AC9D0B6B9B3}"/>
              </a:ext>
            </a:extLst>
          </p:cNvPr>
          <p:cNvSpPr>
            <a:spLocks noGrp="1" noChangeArrowheads="1"/>
          </p:cNvSpPr>
          <p:nvPr>
            <p:ph type="body" idx="1"/>
          </p:nvPr>
        </p:nvSpPr>
        <p:spPr/>
        <p:txBody>
          <a:bodyPr/>
          <a:lstStyle/>
          <a:p>
            <a:pPr eaLnBrk="1" hangingPunct="1">
              <a:lnSpc>
                <a:spcPct val="90000"/>
              </a:lnSpc>
              <a:defRPr/>
            </a:pPr>
            <a:r>
              <a:rPr lang="en-AU" sz="2800"/>
              <a:t>each user generates a public/private key pair by: </a:t>
            </a:r>
          </a:p>
          <a:p>
            <a:pPr eaLnBrk="1" hangingPunct="1">
              <a:lnSpc>
                <a:spcPct val="90000"/>
              </a:lnSpc>
              <a:defRPr/>
            </a:pPr>
            <a:r>
              <a:rPr lang="en-AU" sz="2800"/>
              <a:t>selecting two large primes at random - </a:t>
            </a:r>
            <a:r>
              <a:rPr lang="en-AU" sz="2800">
                <a:latin typeface="Courier New" pitchFamily="49" charset="0"/>
              </a:rPr>
              <a:t>p, q</a:t>
            </a:r>
            <a:r>
              <a:rPr lang="en-AU" sz="2800"/>
              <a:t> </a:t>
            </a:r>
          </a:p>
          <a:p>
            <a:pPr eaLnBrk="1" hangingPunct="1">
              <a:lnSpc>
                <a:spcPct val="90000"/>
              </a:lnSpc>
              <a:defRPr/>
            </a:pPr>
            <a:r>
              <a:rPr lang="en-AU" sz="2800"/>
              <a:t>computing their system modulus </a:t>
            </a:r>
            <a:r>
              <a:rPr lang="en-AU" sz="2800">
                <a:latin typeface="Courier New" pitchFamily="49" charset="0"/>
              </a:rPr>
              <a:t>n=p.q</a:t>
            </a:r>
          </a:p>
          <a:p>
            <a:pPr lvl="1" eaLnBrk="1" hangingPunct="1">
              <a:lnSpc>
                <a:spcPct val="90000"/>
              </a:lnSpc>
              <a:defRPr/>
            </a:pPr>
            <a:r>
              <a:rPr lang="en-AU" sz="2400"/>
              <a:t>note </a:t>
            </a:r>
            <a:r>
              <a:rPr lang="en-AU" sz="2400">
                <a:latin typeface="Courier New" pitchFamily="49" charset="0"/>
              </a:rPr>
              <a:t>ø(n)=(p-1)(q-1)</a:t>
            </a:r>
            <a:r>
              <a:rPr lang="en-AU" sz="2400"/>
              <a:t> </a:t>
            </a:r>
            <a:endParaRPr lang="en-AU" sz="2400">
              <a:latin typeface="Courier New" pitchFamily="49" charset="0"/>
            </a:endParaRPr>
          </a:p>
          <a:p>
            <a:pPr eaLnBrk="1" hangingPunct="1">
              <a:lnSpc>
                <a:spcPct val="90000"/>
              </a:lnSpc>
              <a:defRPr/>
            </a:pPr>
            <a:r>
              <a:rPr lang="en-AU" sz="2800"/>
              <a:t>selecting at random the encryption key </a:t>
            </a:r>
            <a:r>
              <a:rPr lang="en-AU" sz="2800">
                <a:latin typeface="Courier New" pitchFamily="49" charset="0"/>
              </a:rPr>
              <a:t>e</a:t>
            </a:r>
          </a:p>
          <a:p>
            <a:pPr lvl="2" eaLnBrk="1" hangingPunct="1">
              <a:lnSpc>
                <a:spcPct val="90000"/>
              </a:lnSpc>
              <a:defRPr/>
            </a:pPr>
            <a:r>
              <a:rPr lang="en-AU" sz="2000"/>
              <a:t>where 1&lt;</a:t>
            </a:r>
            <a:r>
              <a:rPr lang="en-AU" sz="2000">
                <a:latin typeface="Courier New" pitchFamily="49" charset="0"/>
              </a:rPr>
              <a:t>e&lt;ø(n), gcd(e,ø(n))=1 </a:t>
            </a:r>
          </a:p>
          <a:p>
            <a:pPr eaLnBrk="1" hangingPunct="1">
              <a:lnSpc>
                <a:spcPct val="90000"/>
              </a:lnSpc>
              <a:defRPr/>
            </a:pPr>
            <a:r>
              <a:rPr lang="en-AU" sz="2800"/>
              <a:t>solve following equation to find decryption key </a:t>
            </a:r>
            <a:r>
              <a:rPr lang="en-AU" sz="2800">
                <a:latin typeface="Courier New" pitchFamily="49" charset="0"/>
              </a:rPr>
              <a:t>d</a:t>
            </a:r>
            <a:r>
              <a:rPr lang="en-AU" sz="2800"/>
              <a:t> </a:t>
            </a:r>
          </a:p>
          <a:p>
            <a:pPr lvl="1" eaLnBrk="1" hangingPunct="1">
              <a:lnSpc>
                <a:spcPct val="90000"/>
              </a:lnSpc>
              <a:defRPr/>
            </a:pPr>
            <a:r>
              <a:rPr lang="en-AU" sz="2400">
                <a:latin typeface="Courier New" pitchFamily="49" charset="0"/>
              </a:rPr>
              <a:t>e.d=1 mod ø(n) and 0</a:t>
            </a:r>
            <a:r>
              <a:rPr lang="en-AU" sz="2400">
                <a:latin typeface="Courier New" pitchFamily="49" charset="0"/>
                <a:cs typeface="Courier New" pitchFamily="49" charset="0"/>
              </a:rPr>
              <a:t>≤</a:t>
            </a:r>
            <a:r>
              <a:rPr lang="en-AU" sz="2400">
                <a:latin typeface="Courier New" pitchFamily="49" charset="0"/>
              </a:rPr>
              <a:t>d</a:t>
            </a:r>
            <a:r>
              <a:rPr lang="en-AU" sz="2400">
                <a:latin typeface="Courier New" pitchFamily="49" charset="0"/>
                <a:cs typeface="Courier New" pitchFamily="49" charset="0"/>
              </a:rPr>
              <a:t>≤</a:t>
            </a:r>
            <a:r>
              <a:rPr lang="en-AU" sz="2400">
                <a:latin typeface="Courier New" pitchFamily="49" charset="0"/>
              </a:rPr>
              <a:t>n</a:t>
            </a:r>
            <a:r>
              <a:rPr lang="en-AU" sz="2400"/>
              <a:t> </a:t>
            </a:r>
          </a:p>
          <a:p>
            <a:pPr eaLnBrk="1" hangingPunct="1">
              <a:lnSpc>
                <a:spcPct val="90000"/>
              </a:lnSpc>
              <a:defRPr/>
            </a:pPr>
            <a:r>
              <a:rPr lang="en-AU" sz="2800"/>
              <a:t>publish their public encryption key: PU={e,n} </a:t>
            </a:r>
          </a:p>
          <a:p>
            <a:pPr eaLnBrk="1" hangingPunct="1">
              <a:lnSpc>
                <a:spcPct val="90000"/>
              </a:lnSpc>
              <a:defRPr/>
            </a:pPr>
            <a:r>
              <a:rPr lang="en-AU" sz="2800"/>
              <a:t>keep secret private decryption key: PR={d,n} </a:t>
            </a:r>
          </a:p>
        </p:txBody>
      </p:sp>
      <p:sp>
        <p:nvSpPr>
          <p:cNvPr id="4" name="Slide Number Placeholder 3">
            <a:extLst>
              <a:ext uri="{FF2B5EF4-FFF2-40B4-BE49-F238E27FC236}">
                <a16:creationId xmlns:a16="http://schemas.microsoft.com/office/drawing/2014/main" id="{1BCE82B0-2200-4A70-84BC-6E55C8F204C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7FEB6F36-B5CC-47AD-9102-9934702B77C7}" type="slidenum">
              <a:rPr lang="en-US" altLang="en-US" smtClean="0"/>
              <a:pPr eaLnBrk="1" hangingPunct="1">
                <a:defRPr/>
              </a:pPr>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4A62B9FC-50E8-476D-AAF0-EDADADAFE065}"/>
              </a:ext>
            </a:extLst>
          </p:cNvPr>
          <p:cNvSpPr>
            <a:spLocks noGrp="1" noChangeArrowheads="1"/>
          </p:cNvSpPr>
          <p:nvPr>
            <p:ph type="title"/>
          </p:nvPr>
        </p:nvSpPr>
        <p:spPr/>
        <p:txBody>
          <a:bodyPr/>
          <a:lstStyle/>
          <a:p>
            <a:pPr eaLnBrk="1" hangingPunct="1">
              <a:defRPr/>
            </a:pPr>
            <a:r>
              <a:rPr lang="en-US"/>
              <a:t>RSA Use</a:t>
            </a:r>
            <a:endParaRPr lang="en-AU"/>
          </a:p>
        </p:txBody>
      </p:sp>
      <p:sp>
        <p:nvSpPr>
          <p:cNvPr id="66563" name="Rectangle 3">
            <a:extLst>
              <a:ext uri="{FF2B5EF4-FFF2-40B4-BE49-F238E27FC236}">
                <a16:creationId xmlns:a16="http://schemas.microsoft.com/office/drawing/2014/main" id="{0B0ABCA3-B2BB-4967-88AB-2357C6BB8328}"/>
              </a:ext>
            </a:extLst>
          </p:cNvPr>
          <p:cNvSpPr>
            <a:spLocks noGrp="1" noChangeArrowheads="1"/>
          </p:cNvSpPr>
          <p:nvPr>
            <p:ph type="body" idx="1"/>
          </p:nvPr>
        </p:nvSpPr>
        <p:spPr/>
        <p:txBody>
          <a:bodyPr/>
          <a:lstStyle/>
          <a:p>
            <a:pPr eaLnBrk="1" hangingPunct="1">
              <a:defRPr/>
            </a:pPr>
            <a:r>
              <a:rPr lang="en-AU"/>
              <a:t>to encrypt a message M the sender:</a:t>
            </a:r>
          </a:p>
          <a:p>
            <a:pPr lvl="1" eaLnBrk="1" hangingPunct="1">
              <a:defRPr/>
            </a:pPr>
            <a:r>
              <a:rPr lang="en-AU"/>
              <a:t>obtains </a:t>
            </a:r>
            <a:r>
              <a:rPr lang="en-AU" b="1"/>
              <a:t>public key</a:t>
            </a:r>
            <a:r>
              <a:rPr lang="en-AU"/>
              <a:t> of recipient </a:t>
            </a:r>
            <a:r>
              <a:rPr lang="en-AU">
                <a:latin typeface="Courier New" pitchFamily="49" charset="0"/>
              </a:rPr>
              <a:t>PU={e,n}</a:t>
            </a:r>
            <a:r>
              <a:rPr lang="en-AU"/>
              <a:t> </a:t>
            </a:r>
          </a:p>
          <a:p>
            <a:pPr lvl="1" eaLnBrk="1" hangingPunct="1">
              <a:defRPr/>
            </a:pPr>
            <a:r>
              <a:rPr lang="en-AU"/>
              <a:t>computes: </a:t>
            </a:r>
            <a:r>
              <a:rPr lang="en-AU">
                <a:latin typeface="Courier New" pitchFamily="49" charset="0"/>
              </a:rPr>
              <a:t>C = M</a:t>
            </a:r>
            <a:r>
              <a:rPr lang="en-AU" baseline="30000">
                <a:latin typeface="Courier New" pitchFamily="49" charset="0"/>
              </a:rPr>
              <a:t>e</a:t>
            </a:r>
            <a:r>
              <a:rPr lang="en-AU">
                <a:latin typeface="Courier New" pitchFamily="49" charset="0"/>
              </a:rPr>
              <a:t> mod n</a:t>
            </a:r>
            <a:r>
              <a:rPr lang="en-AU"/>
              <a:t>, where </a:t>
            </a:r>
            <a:r>
              <a:rPr lang="en-AU">
                <a:latin typeface="Courier New" pitchFamily="49" charset="0"/>
              </a:rPr>
              <a:t>0</a:t>
            </a:r>
            <a:r>
              <a:rPr lang="en-AU">
                <a:latin typeface="Courier New" pitchFamily="49" charset="0"/>
                <a:cs typeface="Courier New" pitchFamily="49" charset="0"/>
              </a:rPr>
              <a:t>≤</a:t>
            </a:r>
            <a:r>
              <a:rPr lang="en-AU">
                <a:latin typeface="Courier New" pitchFamily="49" charset="0"/>
              </a:rPr>
              <a:t>M</a:t>
            </a:r>
            <a:r>
              <a:rPr lang="en-AU">
                <a:latin typeface="Courier New" pitchFamily="49" charset="0"/>
                <a:cs typeface="Courier New" pitchFamily="49" charset="0"/>
              </a:rPr>
              <a:t>&lt;</a:t>
            </a:r>
            <a:r>
              <a:rPr lang="en-AU">
                <a:latin typeface="Courier New" pitchFamily="49" charset="0"/>
              </a:rPr>
              <a:t>n</a:t>
            </a:r>
            <a:endParaRPr lang="en-AU"/>
          </a:p>
          <a:p>
            <a:pPr eaLnBrk="1" hangingPunct="1">
              <a:defRPr/>
            </a:pPr>
            <a:r>
              <a:rPr lang="en-AU"/>
              <a:t>to decrypt the ciphertext C the owner:</a:t>
            </a:r>
          </a:p>
          <a:p>
            <a:pPr lvl="1" eaLnBrk="1" hangingPunct="1">
              <a:defRPr/>
            </a:pPr>
            <a:r>
              <a:rPr lang="en-AU"/>
              <a:t>uses their private key </a:t>
            </a:r>
            <a:r>
              <a:rPr lang="en-AU">
                <a:latin typeface="Courier New" pitchFamily="49" charset="0"/>
              </a:rPr>
              <a:t>PR={d,n}</a:t>
            </a:r>
            <a:r>
              <a:rPr lang="en-AU"/>
              <a:t> </a:t>
            </a:r>
          </a:p>
          <a:p>
            <a:pPr lvl="1" eaLnBrk="1" hangingPunct="1">
              <a:defRPr/>
            </a:pPr>
            <a:r>
              <a:rPr lang="en-AU"/>
              <a:t>computes: </a:t>
            </a:r>
            <a:r>
              <a:rPr lang="en-AU">
                <a:latin typeface="Courier New" pitchFamily="49" charset="0"/>
              </a:rPr>
              <a:t>M = C</a:t>
            </a:r>
            <a:r>
              <a:rPr lang="en-AU" baseline="30000">
                <a:latin typeface="Courier New" pitchFamily="49" charset="0"/>
              </a:rPr>
              <a:t>d</a:t>
            </a:r>
            <a:r>
              <a:rPr lang="en-AU">
                <a:latin typeface="Courier New" pitchFamily="49" charset="0"/>
              </a:rPr>
              <a:t> mod n</a:t>
            </a:r>
            <a:r>
              <a:rPr lang="en-AU"/>
              <a:t> </a:t>
            </a:r>
          </a:p>
          <a:p>
            <a:pPr eaLnBrk="1" hangingPunct="1">
              <a:defRPr/>
            </a:pPr>
            <a:r>
              <a:rPr lang="en-US"/>
              <a:t>note that the message M must be smaller than the modulus n (block if needed)</a:t>
            </a:r>
            <a:endParaRPr lang="en-AU"/>
          </a:p>
        </p:txBody>
      </p:sp>
      <p:sp>
        <p:nvSpPr>
          <p:cNvPr id="4" name="Slide Number Placeholder 3">
            <a:extLst>
              <a:ext uri="{FF2B5EF4-FFF2-40B4-BE49-F238E27FC236}">
                <a16:creationId xmlns:a16="http://schemas.microsoft.com/office/drawing/2014/main" id="{57163D82-407F-469B-BE12-9D821B3CB02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7D86D8B1-9891-4D98-91C7-8095F591C7DD}" type="slidenum">
              <a:rPr lang="en-US" altLang="en-US" smtClean="0"/>
              <a:pPr eaLnBrk="1" hangingPunct="1">
                <a:defRPr/>
              </a:pPr>
              <a:t>13</a:t>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1D146B66-CD75-4B25-A89F-98E90BE5AE11}"/>
              </a:ext>
            </a:extLst>
          </p:cNvPr>
          <p:cNvSpPr>
            <a:spLocks noGrp="1" noChangeArrowheads="1"/>
          </p:cNvSpPr>
          <p:nvPr>
            <p:ph type="title"/>
          </p:nvPr>
        </p:nvSpPr>
        <p:spPr/>
        <p:txBody>
          <a:bodyPr/>
          <a:lstStyle/>
          <a:p>
            <a:pPr eaLnBrk="1" hangingPunct="1">
              <a:defRPr/>
            </a:pPr>
            <a:r>
              <a:rPr lang="en-US"/>
              <a:t>Why RSA Works</a:t>
            </a:r>
            <a:endParaRPr lang="en-AU"/>
          </a:p>
        </p:txBody>
      </p:sp>
      <p:sp>
        <p:nvSpPr>
          <p:cNvPr id="67587" name="Rectangle 3">
            <a:extLst>
              <a:ext uri="{FF2B5EF4-FFF2-40B4-BE49-F238E27FC236}">
                <a16:creationId xmlns:a16="http://schemas.microsoft.com/office/drawing/2014/main" id="{BA80CD39-6785-4C25-88ED-B693FECA04A0}"/>
              </a:ext>
            </a:extLst>
          </p:cNvPr>
          <p:cNvSpPr>
            <a:spLocks noGrp="1" noChangeArrowheads="1"/>
          </p:cNvSpPr>
          <p:nvPr>
            <p:ph type="body" idx="1"/>
          </p:nvPr>
        </p:nvSpPr>
        <p:spPr/>
        <p:txBody>
          <a:bodyPr/>
          <a:lstStyle/>
          <a:p>
            <a:pPr eaLnBrk="1" hangingPunct="1">
              <a:lnSpc>
                <a:spcPct val="80000"/>
              </a:lnSpc>
              <a:defRPr/>
            </a:pPr>
            <a:r>
              <a:rPr lang="en-AU" sz="2800"/>
              <a:t>because of Euler's Theorem:</a:t>
            </a:r>
          </a:p>
          <a:p>
            <a:pPr lvl="1" eaLnBrk="1" hangingPunct="1">
              <a:lnSpc>
                <a:spcPct val="80000"/>
              </a:lnSpc>
              <a:defRPr/>
            </a:pPr>
            <a:r>
              <a:rPr lang="en-AU" sz="2400">
                <a:latin typeface="Courier New" pitchFamily="49" charset="0"/>
              </a:rPr>
              <a:t>a</a:t>
            </a:r>
            <a:r>
              <a:rPr lang="en-AU" sz="2400" baseline="30000">
                <a:latin typeface="Courier New" pitchFamily="49" charset="0"/>
              </a:rPr>
              <a:t>ø(n)</a:t>
            </a:r>
            <a:r>
              <a:rPr lang="en-AU" sz="2400">
                <a:latin typeface="Courier New" pitchFamily="49" charset="0"/>
              </a:rPr>
              <a:t>mod n = 1 </a:t>
            </a:r>
            <a:r>
              <a:rPr lang="en-AU" sz="2400"/>
              <a:t>where </a:t>
            </a:r>
            <a:r>
              <a:rPr lang="en-AU" sz="2400">
                <a:latin typeface="Courier New" pitchFamily="49" charset="0"/>
              </a:rPr>
              <a:t>gcd(a,n)=1</a:t>
            </a:r>
            <a:endParaRPr lang="en-AU" sz="2400"/>
          </a:p>
          <a:p>
            <a:pPr eaLnBrk="1" hangingPunct="1">
              <a:lnSpc>
                <a:spcPct val="80000"/>
              </a:lnSpc>
              <a:defRPr/>
            </a:pPr>
            <a:r>
              <a:rPr lang="en-AU" sz="2800"/>
              <a:t>in RSA have:</a:t>
            </a:r>
          </a:p>
          <a:p>
            <a:pPr lvl="1" eaLnBrk="1" hangingPunct="1">
              <a:lnSpc>
                <a:spcPct val="80000"/>
              </a:lnSpc>
              <a:defRPr/>
            </a:pPr>
            <a:r>
              <a:rPr lang="en-AU" sz="2400">
                <a:latin typeface="Courier New" pitchFamily="49" charset="0"/>
              </a:rPr>
              <a:t>n=p.q</a:t>
            </a:r>
          </a:p>
          <a:p>
            <a:pPr lvl="1" eaLnBrk="1" hangingPunct="1">
              <a:lnSpc>
                <a:spcPct val="80000"/>
              </a:lnSpc>
              <a:defRPr/>
            </a:pPr>
            <a:r>
              <a:rPr lang="en-AU" sz="2400">
                <a:latin typeface="Courier New" pitchFamily="49" charset="0"/>
              </a:rPr>
              <a:t>ø(n)=(p-1)(q-1)</a:t>
            </a:r>
            <a:r>
              <a:rPr lang="en-AU" sz="2400"/>
              <a:t> </a:t>
            </a:r>
          </a:p>
          <a:p>
            <a:pPr lvl="1" eaLnBrk="1" hangingPunct="1">
              <a:lnSpc>
                <a:spcPct val="80000"/>
              </a:lnSpc>
              <a:defRPr/>
            </a:pPr>
            <a:r>
              <a:rPr lang="en-AU" sz="2400"/>
              <a:t>carefully chose </a:t>
            </a:r>
            <a:r>
              <a:rPr lang="en-AU" sz="2400">
                <a:latin typeface="Courier New" pitchFamily="49" charset="0"/>
              </a:rPr>
              <a:t>e</a:t>
            </a:r>
            <a:r>
              <a:rPr lang="en-AU" sz="2400"/>
              <a:t> &amp; </a:t>
            </a:r>
            <a:r>
              <a:rPr lang="en-AU" sz="2400">
                <a:latin typeface="Courier New" pitchFamily="49" charset="0"/>
              </a:rPr>
              <a:t>d</a:t>
            </a:r>
            <a:r>
              <a:rPr lang="en-AU" sz="2400"/>
              <a:t> to be inverses </a:t>
            </a:r>
            <a:r>
              <a:rPr lang="en-AU" sz="2400">
                <a:latin typeface="Courier New" pitchFamily="49" charset="0"/>
              </a:rPr>
              <a:t>mod ø(n)</a:t>
            </a:r>
            <a:r>
              <a:rPr lang="en-AU" sz="2400"/>
              <a:t> </a:t>
            </a:r>
          </a:p>
          <a:p>
            <a:pPr lvl="1" eaLnBrk="1" hangingPunct="1">
              <a:lnSpc>
                <a:spcPct val="80000"/>
              </a:lnSpc>
              <a:defRPr/>
            </a:pPr>
            <a:r>
              <a:rPr lang="en-AU" sz="2400"/>
              <a:t>hence </a:t>
            </a:r>
            <a:r>
              <a:rPr lang="en-AU" sz="2400">
                <a:latin typeface="Courier New" pitchFamily="49" charset="0"/>
              </a:rPr>
              <a:t>e.d=1+k.ø(n)</a:t>
            </a:r>
            <a:r>
              <a:rPr lang="en-AU" sz="2400"/>
              <a:t> for some </a:t>
            </a:r>
            <a:r>
              <a:rPr lang="en-AU" sz="2400">
                <a:latin typeface="Courier New" pitchFamily="49" charset="0"/>
              </a:rPr>
              <a:t>k</a:t>
            </a:r>
            <a:endParaRPr lang="en-AU" sz="2400"/>
          </a:p>
          <a:p>
            <a:pPr eaLnBrk="1" hangingPunct="1">
              <a:lnSpc>
                <a:spcPct val="80000"/>
              </a:lnSpc>
              <a:defRPr/>
            </a:pPr>
            <a:r>
              <a:rPr lang="en-AU" sz="2800"/>
              <a:t>hence :</a:t>
            </a:r>
            <a:br>
              <a:rPr lang="en-AU" sz="2800"/>
            </a:br>
            <a:r>
              <a:rPr lang="en-AU" sz="2800"/>
              <a:t>	</a:t>
            </a:r>
            <a:r>
              <a:rPr lang="en-AU" sz="2800">
                <a:latin typeface="Courier New" pitchFamily="49" charset="0"/>
              </a:rPr>
              <a:t>C</a:t>
            </a:r>
            <a:r>
              <a:rPr lang="en-AU" sz="2800" baseline="30000">
                <a:latin typeface="Courier New" pitchFamily="49" charset="0"/>
              </a:rPr>
              <a:t>d</a:t>
            </a:r>
            <a:r>
              <a:rPr lang="en-AU" sz="2800">
                <a:latin typeface="Courier New" pitchFamily="49" charset="0"/>
              </a:rPr>
              <a:t> = M</a:t>
            </a:r>
            <a:r>
              <a:rPr lang="en-AU" sz="2800" baseline="30000">
                <a:latin typeface="Courier New" pitchFamily="49" charset="0"/>
              </a:rPr>
              <a:t>e.d </a:t>
            </a:r>
            <a:r>
              <a:rPr lang="en-AU" sz="2800">
                <a:latin typeface="Courier New" pitchFamily="49" charset="0"/>
              </a:rPr>
              <a:t>= M</a:t>
            </a:r>
            <a:r>
              <a:rPr lang="en-AU" sz="2800" baseline="30000">
                <a:latin typeface="Courier New" pitchFamily="49" charset="0"/>
              </a:rPr>
              <a:t>1+k.ø(n)</a:t>
            </a:r>
            <a:r>
              <a:rPr lang="en-AU" sz="2800">
                <a:latin typeface="Courier New" pitchFamily="49" charset="0"/>
              </a:rPr>
              <a:t> = M</a:t>
            </a:r>
            <a:r>
              <a:rPr lang="en-AU" sz="2800" baseline="30000">
                <a:latin typeface="Courier New" pitchFamily="49" charset="0"/>
              </a:rPr>
              <a:t>1</a:t>
            </a:r>
            <a:r>
              <a:rPr lang="en-AU" sz="2800">
                <a:latin typeface="Courier New" pitchFamily="49" charset="0"/>
              </a:rPr>
              <a:t>.(M</a:t>
            </a:r>
            <a:r>
              <a:rPr lang="en-AU" sz="2800" baseline="30000">
                <a:latin typeface="Courier New" pitchFamily="49" charset="0"/>
              </a:rPr>
              <a:t>ø(n)</a:t>
            </a:r>
            <a:r>
              <a:rPr lang="en-AU" sz="2800">
                <a:latin typeface="Courier New" pitchFamily="49" charset="0"/>
              </a:rPr>
              <a:t>)</a:t>
            </a:r>
            <a:r>
              <a:rPr lang="en-AU" sz="2800" baseline="30000">
                <a:latin typeface="Courier New" pitchFamily="49" charset="0"/>
              </a:rPr>
              <a:t>k</a:t>
            </a:r>
            <a:r>
              <a:rPr lang="en-AU" sz="2800">
                <a:latin typeface="Courier New" pitchFamily="49" charset="0"/>
              </a:rPr>
              <a:t> </a:t>
            </a:r>
          </a:p>
          <a:p>
            <a:pPr eaLnBrk="1" hangingPunct="1">
              <a:lnSpc>
                <a:spcPct val="80000"/>
              </a:lnSpc>
              <a:buFont typeface="Wingdings" panose="05000000000000000000" pitchFamily="2" charset="2"/>
              <a:buNone/>
              <a:defRPr/>
            </a:pPr>
            <a:r>
              <a:rPr lang="en-AU" sz="2800">
                <a:latin typeface="Courier New" pitchFamily="49" charset="0"/>
              </a:rPr>
              <a:t>		  = M</a:t>
            </a:r>
            <a:r>
              <a:rPr lang="en-AU" sz="2800" baseline="30000">
                <a:latin typeface="Courier New" pitchFamily="49" charset="0"/>
              </a:rPr>
              <a:t>1</a:t>
            </a:r>
            <a:r>
              <a:rPr lang="en-AU" sz="2800">
                <a:latin typeface="Courier New" pitchFamily="49" charset="0"/>
              </a:rPr>
              <a:t>.(1)</a:t>
            </a:r>
            <a:r>
              <a:rPr lang="en-AU" sz="2800" baseline="30000">
                <a:latin typeface="Courier New" pitchFamily="49" charset="0"/>
              </a:rPr>
              <a:t>k</a:t>
            </a:r>
            <a:r>
              <a:rPr lang="en-AU" sz="2800">
                <a:latin typeface="Courier New" pitchFamily="49" charset="0"/>
              </a:rPr>
              <a:t> = M</a:t>
            </a:r>
            <a:r>
              <a:rPr lang="en-AU" sz="2800" baseline="30000">
                <a:latin typeface="Courier New" pitchFamily="49" charset="0"/>
              </a:rPr>
              <a:t>1</a:t>
            </a:r>
            <a:r>
              <a:rPr lang="en-AU" sz="2800">
                <a:latin typeface="Courier New" pitchFamily="49" charset="0"/>
              </a:rPr>
              <a:t> = M mod n</a:t>
            </a:r>
            <a:r>
              <a:rPr lang="en-AU" sz="2800"/>
              <a:t> </a:t>
            </a:r>
          </a:p>
        </p:txBody>
      </p:sp>
      <p:sp>
        <p:nvSpPr>
          <p:cNvPr id="4" name="Slide Number Placeholder 3">
            <a:extLst>
              <a:ext uri="{FF2B5EF4-FFF2-40B4-BE49-F238E27FC236}">
                <a16:creationId xmlns:a16="http://schemas.microsoft.com/office/drawing/2014/main" id="{B14D0118-C4D0-4CE1-9AEC-A1F9BC67118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E21FC518-1B1F-4695-A72D-289518485017}" type="slidenum">
              <a:rPr lang="en-US" altLang="en-US" smtClean="0"/>
              <a:pPr eaLnBrk="1" hangingPunct="1">
                <a:defRPr/>
              </a:pPr>
              <a:t>14</a:t>
            </a:fld>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B6D6EA5A-C6AF-4E98-AA4C-B287512FCBB9}"/>
              </a:ext>
            </a:extLst>
          </p:cNvPr>
          <p:cNvSpPr>
            <a:spLocks noGrp="1" noChangeArrowheads="1"/>
          </p:cNvSpPr>
          <p:nvPr>
            <p:ph type="title"/>
          </p:nvPr>
        </p:nvSpPr>
        <p:spPr/>
        <p:txBody>
          <a:bodyPr/>
          <a:lstStyle/>
          <a:p>
            <a:pPr eaLnBrk="1" hangingPunct="1">
              <a:defRPr/>
            </a:pPr>
            <a:r>
              <a:rPr lang="en-AU"/>
              <a:t>RSA Example - Key Setup</a:t>
            </a:r>
          </a:p>
        </p:txBody>
      </p:sp>
      <p:sp>
        <p:nvSpPr>
          <p:cNvPr id="69635" name="Rectangle 3">
            <a:extLst>
              <a:ext uri="{FF2B5EF4-FFF2-40B4-BE49-F238E27FC236}">
                <a16:creationId xmlns:a16="http://schemas.microsoft.com/office/drawing/2014/main" id="{5451EC56-4254-4981-B360-76EDF5092CC3}"/>
              </a:ext>
            </a:extLst>
          </p:cNvPr>
          <p:cNvSpPr>
            <a:spLocks noGrp="1" noChangeArrowheads="1"/>
          </p:cNvSpPr>
          <p:nvPr>
            <p:ph type="body" idx="1"/>
          </p:nvPr>
        </p:nvSpPr>
        <p:spPr/>
        <p:txBody>
          <a:bodyPr/>
          <a:lstStyle/>
          <a:p>
            <a:pPr marL="609600" indent="-609600" eaLnBrk="1" hangingPunct="1">
              <a:lnSpc>
                <a:spcPct val="90000"/>
              </a:lnSpc>
              <a:buFontTx/>
              <a:buAutoNum type="arabicPeriod"/>
              <a:defRPr/>
            </a:pPr>
            <a:r>
              <a:rPr lang="en-AU" sz="2800"/>
              <a:t>Select primes: </a:t>
            </a:r>
            <a:r>
              <a:rPr lang="en-AU" sz="2800" i="1">
                <a:latin typeface="Courier New" pitchFamily="49" charset="0"/>
              </a:rPr>
              <a:t>p</a:t>
            </a:r>
            <a:r>
              <a:rPr lang="en-AU" sz="2800">
                <a:latin typeface="Courier New" pitchFamily="49" charset="0"/>
              </a:rPr>
              <a:t>=17 &amp; </a:t>
            </a:r>
            <a:r>
              <a:rPr lang="en-AU" sz="2800" i="1">
                <a:latin typeface="Courier New" pitchFamily="49" charset="0"/>
              </a:rPr>
              <a:t>q</a:t>
            </a:r>
            <a:r>
              <a:rPr lang="en-AU" sz="2800">
                <a:latin typeface="Courier New" pitchFamily="49" charset="0"/>
              </a:rPr>
              <a:t>=11</a:t>
            </a:r>
            <a:endParaRPr lang="en-AU" sz="2800"/>
          </a:p>
          <a:p>
            <a:pPr marL="609600" indent="-609600" eaLnBrk="1" hangingPunct="1">
              <a:lnSpc>
                <a:spcPct val="90000"/>
              </a:lnSpc>
              <a:buFontTx/>
              <a:buAutoNum type="arabicPeriod"/>
              <a:defRPr/>
            </a:pPr>
            <a:r>
              <a:rPr lang="en-AU" sz="2800"/>
              <a:t>Compute</a:t>
            </a:r>
            <a:r>
              <a:rPr lang="en-AU" sz="2800">
                <a:latin typeface="Courier New" pitchFamily="49" charset="0"/>
              </a:rPr>
              <a:t> </a:t>
            </a:r>
            <a:r>
              <a:rPr lang="en-AU" sz="2800" i="1">
                <a:latin typeface="Courier New" pitchFamily="49" charset="0"/>
              </a:rPr>
              <a:t>n </a:t>
            </a:r>
            <a:r>
              <a:rPr lang="en-AU" sz="2800">
                <a:latin typeface="Courier New" pitchFamily="49" charset="0"/>
              </a:rPr>
              <a:t>= </a:t>
            </a:r>
            <a:r>
              <a:rPr lang="en-AU" sz="2800" i="1">
                <a:latin typeface="Courier New" pitchFamily="49" charset="0"/>
              </a:rPr>
              <a:t>pq </a:t>
            </a:r>
            <a:r>
              <a:rPr lang="en-AU" sz="2800">
                <a:latin typeface="Courier New" pitchFamily="49" charset="0"/>
              </a:rPr>
              <a:t>=17</a:t>
            </a:r>
            <a:r>
              <a:rPr lang="en-US" sz="2800">
                <a:latin typeface="Courier New" pitchFamily="49" charset="0"/>
                <a:cs typeface="Arial" pitchFamily="34" charset="0"/>
              </a:rPr>
              <a:t> x </a:t>
            </a:r>
            <a:r>
              <a:rPr lang="en-AU" sz="2800">
                <a:latin typeface="Courier New" pitchFamily="49" charset="0"/>
              </a:rPr>
              <a:t>11=187</a:t>
            </a:r>
          </a:p>
          <a:p>
            <a:pPr marL="609600" indent="-609600" eaLnBrk="1" hangingPunct="1">
              <a:lnSpc>
                <a:spcPct val="90000"/>
              </a:lnSpc>
              <a:buFontTx/>
              <a:buAutoNum type="arabicPeriod"/>
              <a:defRPr/>
            </a:pPr>
            <a:r>
              <a:rPr lang="en-AU" sz="2800"/>
              <a:t>Compute</a:t>
            </a:r>
            <a:r>
              <a:rPr lang="en-AU" sz="2800">
                <a:latin typeface="Courier New" pitchFamily="49" charset="0"/>
              </a:rPr>
              <a:t> ø(</a:t>
            </a:r>
            <a:r>
              <a:rPr lang="en-AU" sz="2800" i="1">
                <a:latin typeface="Courier New" pitchFamily="49" charset="0"/>
              </a:rPr>
              <a:t>n</a:t>
            </a:r>
            <a:r>
              <a:rPr lang="en-AU" sz="2800">
                <a:latin typeface="Courier New" pitchFamily="49" charset="0"/>
              </a:rPr>
              <a:t>)=(</a:t>
            </a:r>
            <a:r>
              <a:rPr lang="en-AU" sz="2800" i="1">
                <a:latin typeface="Courier New" pitchFamily="49" charset="0"/>
              </a:rPr>
              <a:t>p–</a:t>
            </a:r>
            <a:r>
              <a:rPr lang="en-AU" sz="2800">
                <a:latin typeface="Courier New" pitchFamily="49" charset="0"/>
              </a:rPr>
              <a:t>1)(</a:t>
            </a:r>
            <a:r>
              <a:rPr lang="en-AU" sz="2800" i="1">
                <a:latin typeface="Courier New" pitchFamily="49" charset="0"/>
              </a:rPr>
              <a:t>q-</a:t>
            </a:r>
            <a:r>
              <a:rPr lang="en-AU" sz="2800">
                <a:latin typeface="Courier New" pitchFamily="49" charset="0"/>
              </a:rPr>
              <a:t>1)=16</a:t>
            </a:r>
            <a:r>
              <a:rPr lang="en-US" sz="2800">
                <a:latin typeface="Courier New" pitchFamily="49" charset="0"/>
                <a:cs typeface="Arial" pitchFamily="34" charset="0"/>
              </a:rPr>
              <a:t> x </a:t>
            </a:r>
            <a:r>
              <a:rPr lang="en-AU" sz="2800">
                <a:latin typeface="Courier New" pitchFamily="49" charset="0"/>
              </a:rPr>
              <a:t>10=160</a:t>
            </a:r>
          </a:p>
          <a:p>
            <a:pPr marL="609600" indent="-609600" eaLnBrk="1" hangingPunct="1">
              <a:lnSpc>
                <a:spcPct val="90000"/>
              </a:lnSpc>
              <a:buFontTx/>
              <a:buAutoNum type="arabicPeriod"/>
              <a:defRPr/>
            </a:pPr>
            <a:r>
              <a:rPr lang="en-AU" sz="2800"/>
              <a:t>Select </a:t>
            </a:r>
            <a:r>
              <a:rPr lang="en-AU" sz="2800">
                <a:latin typeface="Courier New" pitchFamily="49" charset="0"/>
              </a:rPr>
              <a:t>e</a:t>
            </a:r>
            <a:r>
              <a:rPr lang="en-AU" sz="2800"/>
              <a:t>:</a:t>
            </a:r>
            <a:r>
              <a:rPr lang="en-AU" sz="2800" i="1"/>
              <a:t> </a:t>
            </a:r>
            <a:r>
              <a:rPr lang="en-AU" sz="2800">
                <a:latin typeface="Courier New" pitchFamily="49" charset="0"/>
              </a:rPr>
              <a:t>gcd(e,160)=1; </a:t>
            </a:r>
            <a:r>
              <a:rPr lang="en-AU" sz="2800"/>
              <a:t>choose </a:t>
            </a:r>
            <a:r>
              <a:rPr lang="en-AU" sz="2800" i="1">
                <a:latin typeface="Courier New" pitchFamily="49" charset="0"/>
              </a:rPr>
              <a:t>e</a:t>
            </a:r>
            <a:r>
              <a:rPr lang="en-AU" sz="2800">
                <a:latin typeface="Courier New" pitchFamily="49" charset="0"/>
              </a:rPr>
              <a:t>=7</a:t>
            </a:r>
            <a:endParaRPr lang="en-AU" sz="2800"/>
          </a:p>
          <a:p>
            <a:pPr marL="609600" indent="-609600" eaLnBrk="1" hangingPunct="1">
              <a:lnSpc>
                <a:spcPct val="90000"/>
              </a:lnSpc>
              <a:buFontTx/>
              <a:buAutoNum type="arabicPeriod"/>
              <a:defRPr/>
            </a:pPr>
            <a:r>
              <a:rPr lang="en-AU" sz="2800"/>
              <a:t>Determine </a:t>
            </a:r>
            <a:r>
              <a:rPr lang="en-AU" sz="2800">
                <a:latin typeface="Courier New" pitchFamily="49" charset="0"/>
              </a:rPr>
              <a:t>d</a:t>
            </a:r>
            <a:r>
              <a:rPr lang="en-AU" sz="2800"/>
              <a:t>:</a:t>
            </a:r>
            <a:r>
              <a:rPr lang="en-AU" sz="2800" i="1"/>
              <a:t> </a:t>
            </a:r>
            <a:r>
              <a:rPr lang="en-AU" sz="2800" i="1">
                <a:latin typeface="Courier New" pitchFamily="49" charset="0"/>
              </a:rPr>
              <a:t>de=</a:t>
            </a:r>
            <a:r>
              <a:rPr lang="en-AU" sz="2800">
                <a:latin typeface="Courier New" pitchFamily="49" charset="0"/>
              </a:rPr>
              <a:t>1 mod 160</a:t>
            </a:r>
            <a:r>
              <a:rPr lang="en-AU" sz="2800"/>
              <a:t> and </a:t>
            </a:r>
            <a:r>
              <a:rPr lang="en-AU" sz="2800" i="1">
                <a:latin typeface="Courier New" pitchFamily="49" charset="0"/>
              </a:rPr>
              <a:t>d </a:t>
            </a:r>
            <a:r>
              <a:rPr lang="en-AU" sz="2800">
                <a:latin typeface="Courier New" pitchFamily="49" charset="0"/>
              </a:rPr>
              <a:t>&lt; 160</a:t>
            </a:r>
            <a:r>
              <a:rPr lang="en-AU" sz="2800"/>
              <a:t> Value is </a:t>
            </a:r>
            <a:r>
              <a:rPr lang="en-AU" sz="2800">
                <a:latin typeface="Courier New" pitchFamily="49" charset="0"/>
              </a:rPr>
              <a:t>d=23</a:t>
            </a:r>
            <a:r>
              <a:rPr lang="en-AU" sz="2800"/>
              <a:t> since </a:t>
            </a:r>
            <a:r>
              <a:rPr lang="en-AU" sz="2800">
                <a:latin typeface="Courier New" pitchFamily="49" charset="0"/>
              </a:rPr>
              <a:t>23</a:t>
            </a:r>
            <a:r>
              <a:rPr lang="en-US" sz="2800">
                <a:latin typeface="Courier New" pitchFamily="49" charset="0"/>
                <a:cs typeface="Arial" pitchFamily="34" charset="0"/>
              </a:rPr>
              <a:t>x</a:t>
            </a:r>
            <a:r>
              <a:rPr lang="en-AU" sz="2800">
                <a:latin typeface="Courier New" pitchFamily="49" charset="0"/>
              </a:rPr>
              <a:t>7=161= 10</a:t>
            </a:r>
            <a:r>
              <a:rPr lang="en-US" sz="2800">
                <a:latin typeface="Courier New" pitchFamily="49" charset="0"/>
                <a:cs typeface="Arial" pitchFamily="34" charset="0"/>
              </a:rPr>
              <a:t>x</a:t>
            </a:r>
            <a:r>
              <a:rPr lang="en-AU" sz="2800">
                <a:latin typeface="Courier New" pitchFamily="49" charset="0"/>
              </a:rPr>
              <a:t>160+1</a:t>
            </a:r>
          </a:p>
          <a:p>
            <a:pPr marL="609600" indent="-609600" eaLnBrk="1" hangingPunct="1">
              <a:lnSpc>
                <a:spcPct val="90000"/>
              </a:lnSpc>
              <a:buFontTx/>
              <a:buAutoNum type="arabicPeriod"/>
              <a:defRPr/>
            </a:pPr>
            <a:r>
              <a:rPr lang="en-US" sz="2800"/>
              <a:t>Publish public key </a:t>
            </a:r>
            <a:r>
              <a:rPr lang="en-US" sz="2800">
                <a:latin typeface="Courier New" pitchFamily="49" charset="0"/>
              </a:rPr>
              <a:t>PU={7,187}</a:t>
            </a:r>
          </a:p>
          <a:p>
            <a:pPr marL="609600" indent="-609600" eaLnBrk="1" hangingPunct="1">
              <a:lnSpc>
                <a:spcPct val="90000"/>
              </a:lnSpc>
              <a:buFontTx/>
              <a:buAutoNum type="arabicPeriod"/>
              <a:defRPr/>
            </a:pPr>
            <a:r>
              <a:rPr lang="en-US" sz="2800"/>
              <a:t>Keep secret private key </a:t>
            </a:r>
            <a:r>
              <a:rPr lang="en-US" sz="2800">
                <a:latin typeface="Courier New" pitchFamily="49" charset="0"/>
              </a:rPr>
              <a:t>PR={23,</a:t>
            </a:r>
            <a:r>
              <a:rPr lang="en-AU" sz="2800">
                <a:latin typeface="Courier New" pitchFamily="49" charset="0"/>
              </a:rPr>
              <a:t>187}</a:t>
            </a:r>
          </a:p>
          <a:p>
            <a:pPr marL="609600" indent="-609600" eaLnBrk="1" hangingPunct="1">
              <a:lnSpc>
                <a:spcPct val="90000"/>
              </a:lnSpc>
              <a:defRPr/>
            </a:pPr>
            <a:endParaRPr lang="en-AU" sz="2800"/>
          </a:p>
        </p:txBody>
      </p:sp>
      <p:sp>
        <p:nvSpPr>
          <p:cNvPr id="4" name="Slide Number Placeholder 3">
            <a:extLst>
              <a:ext uri="{FF2B5EF4-FFF2-40B4-BE49-F238E27FC236}">
                <a16:creationId xmlns:a16="http://schemas.microsoft.com/office/drawing/2014/main" id="{B8950A6C-E486-42C1-94E2-0E860AEC5C8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48982AD6-9BAC-4C6D-AA77-38BF93CD163D}" type="slidenum">
              <a:rPr lang="en-US" altLang="en-US" smtClean="0"/>
              <a:pPr eaLnBrk="1" hangingPunct="1">
                <a:defRPr/>
              </a:pPr>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10FCEA4F-B8B7-4BDC-8901-E6C46310E1B9}"/>
              </a:ext>
            </a:extLst>
          </p:cNvPr>
          <p:cNvSpPr>
            <a:spLocks noGrp="1" noChangeArrowheads="1"/>
          </p:cNvSpPr>
          <p:nvPr>
            <p:ph type="title"/>
          </p:nvPr>
        </p:nvSpPr>
        <p:spPr/>
        <p:txBody>
          <a:bodyPr/>
          <a:lstStyle/>
          <a:p>
            <a:pPr eaLnBrk="1" hangingPunct="1">
              <a:defRPr/>
            </a:pPr>
            <a:r>
              <a:rPr lang="en-AU"/>
              <a:t>RSA Example - En/Decryption</a:t>
            </a:r>
          </a:p>
        </p:txBody>
      </p:sp>
      <p:sp>
        <p:nvSpPr>
          <p:cNvPr id="71683" name="Rectangle 3">
            <a:extLst>
              <a:ext uri="{FF2B5EF4-FFF2-40B4-BE49-F238E27FC236}">
                <a16:creationId xmlns:a16="http://schemas.microsoft.com/office/drawing/2014/main" id="{2AEFB2C8-F98A-4279-AE13-802C52DE351B}"/>
              </a:ext>
            </a:extLst>
          </p:cNvPr>
          <p:cNvSpPr>
            <a:spLocks noGrp="1" noChangeArrowheads="1"/>
          </p:cNvSpPr>
          <p:nvPr>
            <p:ph type="body" idx="1"/>
          </p:nvPr>
        </p:nvSpPr>
        <p:spPr/>
        <p:txBody>
          <a:bodyPr/>
          <a:lstStyle/>
          <a:p>
            <a:pPr eaLnBrk="1" hangingPunct="1">
              <a:defRPr/>
            </a:pPr>
            <a:r>
              <a:rPr lang="en-AU"/>
              <a:t>sample RSA encryption/decryption is: </a:t>
            </a:r>
          </a:p>
          <a:p>
            <a:pPr eaLnBrk="1" hangingPunct="1">
              <a:defRPr/>
            </a:pPr>
            <a:r>
              <a:rPr lang="en-AU"/>
              <a:t>given message </a:t>
            </a:r>
            <a:r>
              <a:rPr lang="en-AU">
                <a:latin typeface="Courier New" pitchFamily="49" charset="0"/>
              </a:rPr>
              <a:t>M = 88</a:t>
            </a:r>
            <a:r>
              <a:rPr lang="en-AU"/>
              <a:t> (nb. </a:t>
            </a:r>
            <a:r>
              <a:rPr lang="en-AU">
                <a:latin typeface="Courier New" pitchFamily="49" charset="0"/>
              </a:rPr>
              <a:t>88&lt;187</a:t>
            </a:r>
            <a:r>
              <a:rPr lang="en-AU"/>
              <a:t>)</a:t>
            </a:r>
          </a:p>
          <a:p>
            <a:pPr eaLnBrk="1" hangingPunct="1">
              <a:defRPr/>
            </a:pPr>
            <a:r>
              <a:rPr lang="en-AU"/>
              <a:t>encryption:</a:t>
            </a:r>
          </a:p>
          <a:p>
            <a:pPr lvl="1" eaLnBrk="1" hangingPunct="1">
              <a:buFont typeface="Wingdings" panose="05000000000000000000" pitchFamily="2" charset="2"/>
              <a:buNone/>
              <a:defRPr/>
            </a:pPr>
            <a:r>
              <a:rPr lang="en-AU">
                <a:latin typeface="Courier New" pitchFamily="49" charset="0"/>
              </a:rPr>
              <a:t>C = 88</a:t>
            </a:r>
            <a:r>
              <a:rPr lang="en-AU" baseline="30000">
                <a:latin typeface="Courier New" pitchFamily="49" charset="0"/>
              </a:rPr>
              <a:t>7</a:t>
            </a:r>
            <a:r>
              <a:rPr lang="en-AU">
                <a:latin typeface="Courier New" pitchFamily="49" charset="0"/>
              </a:rPr>
              <a:t> mod 187 = 11</a:t>
            </a:r>
            <a:r>
              <a:rPr lang="en-AU"/>
              <a:t> </a:t>
            </a:r>
          </a:p>
          <a:p>
            <a:pPr eaLnBrk="1" hangingPunct="1">
              <a:defRPr/>
            </a:pPr>
            <a:r>
              <a:rPr lang="en-AU"/>
              <a:t>decryption:</a:t>
            </a:r>
          </a:p>
          <a:p>
            <a:pPr lvl="1" eaLnBrk="1" hangingPunct="1">
              <a:buFont typeface="Wingdings" panose="05000000000000000000" pitchFamily="2" charset="2"/>
              <a:buNone/>
              <a:defRPr/>
            </a:pPr>
            <a:r>
              <a:rPr lang="en-AU">
                <a:latin typeface="Courier New" pitchFamily="49" charset="0"/>
              </a:rPr>
              <a:t>M = 11</a:t>
            </a:r>
            <a:r>
              <a:rPr lang="en-AU" baseline="30000">
                <a:latin typeface="Courier New" pitchFamily="49" charset="0"/>
              </a:rPr>
              <a:t>23</a:t>
            </a:r>
            <a:r>
              <a:rPr lang="en-AU">
                <a:latin typeface="Courier New" pitchFamily="49" charset="0"/>
              </a:rPr>
              <a:t> mod 187 = 88</a:t>
            </a:r>
            <a:r>
              <a:rPr lang="en-AU"/>
              <a:t> </a:t>
            </a:r>
          </a:p>
        </p:txBody>
      </p:sp>
      <p:sp>
        <p:nvSpPr>
          <p:cNvPr id="4" name="Slide Number Placeholder 3">
            <a:extLst>
              <a:ext uri="{FF2B5EF4-FFF2-40B4-BE49-F238E27FC236}">
                <a16:creationId xmlns:a16="http://schemas.microsoft.com/office/drawing/2014/main" id="{2926440F-16B4-4032-BF62-41477BBD389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11C4488B-7D4C-4FF3-A342-C3A7C0416694}" type="slidenum">
              <a:rPr lang="en-US" altLang="en-US" smtClean="0"/>
              <a:pPr eaLnBrk="1" hangingPunct="1">
                <a:defRPr/>
              </a:pPr>
              <a:t>16</a:t>
            </a:fld>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BBC48262-2250-4A87-BE70-95D6FE704C7F}"/>
              </a:ext>
            </a:extLst>
          </p:cNvPr>
          <p:cNvSpPr>
            <a:spLocks noGrp="1" noChangeArrowheads="1"/>
          </p:cNvSpPr>
          <p:nvPr>
            <p:ph type="title"/>
          </p:nvPr>
        </p:nvSpPr>
        <p:spPr/>
        <p:txBody>
          <a:bodyPr/>
          <a:lstStyle/>
          <a:p>
            <a:pPr eaLnBrk="1" hangingPunct="1">
              <a:defRPr/>
            </a:pPr>
            <a:r>
              <a:rPr lang="en-AU"/>
              <a:t>Exponentiation</a:t>
            </a:r>
          </a:p>
        </p:txBody>
      </p:sp>
      <p:sp>
        <p:nvSpPr>
          <p:cNvPr id="73731" name="Rectangle 3">
            <a:extLst>
              <a:ext uri="{FF2B5EF4-FFF2-40B4-BE49-F238E27FC236}">
                <a16:creationId xmlns:a16="http://schemas.microsoft.com/office/drawing/2014/main" id="{71F86771-EE2D-4FF8-AD9F-0D8E48E64E23}"/>
              </a:ext>
            </a:extLst>
          </p:cNvPr>
          <p:cNvSpPr>
            <a:spLocks noGrp="1" noChangeArrowheads="1"/>
          </p:cNvSpPr>
          <p:nvPr>
            <p:ph type="body" idx="1"/>
          </p:nvPr>
        </p:nvSpPr>
        <p:spPr/>
        <p:txBody>
          <a:bodyPr/>
          <a:lstStyle/>
          <a:p>
            <a:pPr eaLnBrk="1" hangingPunct="1">
              <a:defRPr/>
            </a:pPr>
            <a:r>
              <a:rPr lang="en-AU" sz="2800"/>
              <a:t>can use the Square and Multiply Algorithm</a:t>
            </a:r>
          </a:p>
          <a:p>
            <a:pPr eaLnBrk="1" hangingPunct="1">
              <a:defRPr/>
            </a:pPr>
            <a:r>
              <a:rPr lang="en-AU" sz="2800"/>
              <a:t>a fast, efficient algorithm for exponentiation </a:t>
            </a:r>
          </a:p>
          <a:p>
            <a:pPr eaLnBrk="1" hangingPunct="1">
              <a:defRPr/>
            </a:pPr>
            <a:r>
              <a:rPr lang="en-AU" sz="2800"/>
              <a:t>concept is based on repeatedly squaring base </a:t>
            </a:r>
          </a:p>
          <a:p>
            <a:pPr eaLnBrk="1" hangingPunct="1">
              <a:defRPr/>
            </a:pPr>
            <a:r>
              <a:rPr lang="en-AU" sz="2800"/>
              <a:t>and multiplying in the ones that are needed to compute the result </a:t>
            </a:r>
          </a:p>
          <a:p>
            <a:pPr eaLnBrk="1" hangingPunct="1">
              <a:defRPr/>
            </a:pPr>
            <a:r>
              <a:rPr lang="en-AU" sz="2800"/>
              <a:t>look at binary representation of exponent </a:t>
            </a:r>
          </a:p>
          <a:p>
            <a:pPr eaLnBrk="1" hangingPunct="1">
              <a:defRPr/>
            </a:pPr>
            <a:r>
              <a:rPr lang="en-AU" sz="2800"/>
              <a:t>only takes O(log</a:t>
            </a:r>
            <a:r>
              <a:rPr lang="en-AU" sz="2800" baseline="-25000"/>
              <a:t>2</a:t>
            </a:r>
            <a:r>
              <a:rPr lang="en-AU" sz="2800"/>
              <a:t> n) multiples for number n </a:t>
            </a:r>
          </a:p>
          <a:p>
            <a:pPr lvl="1" eaLnBrk="1" hangingPunct="1">
              <a:defRPr/>
            </a:pPr>
            <a:r>
              <a:rPr lang="en-AU" sz="2400"/>
              <a:t>eg. </a:t>
            </a:r>
            <a:r>
              <a:rPr lang="en-AU" sz="2400">
                <a:latin typeface="Courier New" pitchFamily="49" charset="0"/>
              </a:rPr>
              <a:t>7</a:t>
            </a:r>
            <a:r>
              <a:rPr lang="en-AU" sz="2400" baseline="30000">
                <a:latin typeface="Courier New" pitchFamily="49" charset="0"/>
              </a:rPr>
              <a:t>5</a:t>
            </a:r>
            <a:r>
              <a:rPr lang="en-AU" sz="2400">
                <a:latin typeface="Courier New" pitchFamily="49" charset="0"/>
              </a:rPr>
              <a:t> = 7</a:t>
            </a:r>
            <a:r>
              <a:rPr lang="en-AU" sz="2400" baseline="30000">
                <a:latin typeface="Courier New" pitchFamily="49" charset="0"/>
              </a:rPr>
              <a:t>4</a:t>
            </a:r>
            <a:r>
              <a:rPr lang="en-AU" sz="2400">
                <a:latin typeface="Courier New" pitchFamily="49" charset="0"/>
              </a:rPr>
              <a:t>.7</a:t>
            </a:r>
            <a:r>
              <a:rPr lang="en-AU" sz="2400" baseline="30000">
                <a:latin typeface="Courier New" pitchFamily="49" charset="0"/>
              </a:rPr>
              <a:t>1</a:t>
            </a:r>
            <a:r>
              <a:rPr lang="en-AU" sz="2400">
                <a:latin typeface="Courier New" pitchFamily="49" charset="0"/>
              </a:rPr>
              <a:t> = 3.7 = 10 mod 11</a:t>
            </a:r>
          </a:p>
          <a:p>
            <a:pPr lvl="1" eaLnBrk="1" hangingPunct="1">
              <a:defRPr/>
            </a:pPr>
            <a:r>
              <a:rPr lang="en-AU" sz="2400"/>
              <a:t>eg. </a:t>
            </a:r>
            <a:r>
              <a:rPr lang="en-AU" sz="2400">
                <a:latin typeface="Courier New" pitchFamily="49" charset="0"/>
              </a:rPr>
              <a:t>3</a:t>
            </a:r>
            <a:r>
              <a:rPr lang="en-AU" sz="2400" baseline="30000">
                <a:latin typeface="Courier New" pitchFamily="49" charset="0"/>
              </a:rPr>
              <a:t>129</a:t>
            </a:r>
            <a:r>
              <a:rPr lang="en-AU" sz="2400">
                <a:latin typeface="Courier New" pitchFamily="49" charset="0"/>
              </a:rPr>
              <a:t> = 3</a:t>
            </a:r>
            <a:r>
              <a:rPr lang="en-AU" sz="2400" baseline="30000">
                <a:latin typeface="Courier New" pitchFamily="49" charset="0"/>
              </a:rPr>
              <a:t>128</a:t>
            </a:r>
            <a:r>
              <a:rPr lang="en-AU" sz="2400">
                <a:latin typeface="Courier New" pitchFamily="49" charset="0"/>
              </a:rPr>
              <a:t>.3</a:t>
            </a:r>
            <a:r>
              <a:rPr lang="en-AU" sz="2400" baseline="30000">
                <a:latin typeface="Courier New" pitchFamily="49" charset="0"/>
              </a:rPr>
              <a:t>1</a:t>
            </a:r>
            <a:r>
              <a:rPr lang="en-AU" sz="2400">
                <a:latin typeface="Courier New" pitchFamily="49" charset="0"/>
              </a:rPr>
              <a:t> = 5.3 = 4 mod 11</a:t>
            </a:r>
          </a:p>
        </p:txBody>
      </p:sp>
      <p:sp>
        <p:nvSpPr>
          <p:cNvPr id="4" name="Slide Number Placeholder 3">
            <a:extLst>
              <a:ext uri="{FF2B5EF4-FFF2-40B4-BE49-F238E27FC236}">
                <a16:creationId xmlns:a16="http://schemas.microsoft.com/office/drawing/2014/main" id="{174684B4-78E9-4BAB-8ADF-67A864F7119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5E564F35-166D-4B35-B60A-3FD226E9FAD3}" type="slidenum">
              <a:rPr lang="en-US" altLang="en-US" smtClean="0"/>
              <a:pPr eaLnBrk="1" hangingPunct="1">
                <a:defRPr/>
              </a:pPr>
              <a:t>17</a:t>
            </a:fld>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AAF3214B-3DBB-4D7E-8F21-4C5F0702270E}"/>
              </a:ext>
            </a:extLst>
          </p:cNvPr>
          <p:cNvSpPr>
            <a:spLocks noGrp="1" noChangeArrowheads="1"/>
          </p:cNvSpPr>
          <p:nvPr>
            <p:ph type="title"/>
          </p:nvPr>
        </p:nvSpPr>
        <p:spPr/>
        <p:txBody>
          <a:bodyPr/>
          <a:lstStyle/>
          <a:p>
            <a:pPr eaLnBrk="1" hangingPunct="1">
              <a:defRPr/>
            </a:pPr>
            <a:r>
              <a:rPr lang="en-AU"/>
              <a:t>Exponentiation</a:t>
            </a:r>
          </a:p>
        </p:txBody>
      </p:sp>
      <p:sp>
        <p:nvSpPr>
          <p:cNvPr id="74756" name="Rectangle 4">
            <a:extLst>
              <a:ext uri="{FF2B5EF4-FFF2-40B4-BE49-F238E27FC236}">
                <a16:creationId xmlns:a16="http://schemas.microsoft.com/office/drawing/2014/main" id="{B6FF820D-819A-454D-A71C-1532BEAA9FDA}"/>
              </a:ext>
            </a:extLst>
          </p:cNvPr>
          <p:cNvSpPr>
            <a:spLocks noGrp="1" noChangeArrowheads="1"/>
          </p:cNvSpPr>
          <p:nvPr>
            <p:ph type="body" idx="1"/>
          </p:nvPr>
        </p:nvSpPr>
        <p:spPr/>
        <p:txBody>
          <a:bodyPr/>
          <a:lstStyle/>
          <a:p>
            <a:pPr eaLnBrk="1" hangingPunct="1">
              <a:lnSpc>
                <a:spcPct val="90000"/>
              </a:lnSpc>
              <a:buFont typeface="Wingdings" panose="05000000000000000000" pitchFamily="2" charset="2"/>
              <a:buNone/>
              <a:defRPr/>
            </a:pPr>
            <a:r>
              <a:rPr lang="en-US">
                <a:latin typeface="Courier" charset="0"/>
              </a:rPr>
              <a:t>c = 0; f = 1</a:t>
            </a:r>
          </a:p>
          <a:p>
            <a:pPr eaLnBrk="1" hangingPunct="1">
              <a:lnSpc>
                <a:spcPct val="90000"/>
              </a:lnSpc>
              <a:buFont typeface="Wingdings" panose="05000000000000000000" pitchFamily="2" charset="2"/>
              <a:buNone/>
              <a:defRPr/>
            </a:pPr>
            <a:r>
              <a:rPr lang="en-US">
                <a:latin typeface="Courier" charset="0"/>
              </a:rPr>
              <a:t>for i = k downto 0 </a:t>
            </a:r>
          </a:p>
          <a:p>
            <a:pPr eaLnBrk="1" hangingPunct="1">
              <a:lnSpc>
                <a:spcPct val="90000"/>
              </a:lnSpc>
              <a:buFont typeface="Wingdings" panose="05000000000000000000" pitchFamily="2" charset="2"/>
              <a:buNone/>
              <a:defRPr/>
            </a:pPr>
            <a:r>
              <a:rPr lang="en-US">
                <a:latin typeface="Courier" charset="0"/>
              </a:rPr>
              <a:t>    do c = 2 x c</a:t>
            </a:r>
          </a:p>
          <a:p>
            <a:pPr eaLnBrk="1" hangingPunct="1">
              <a:lnSpc>
                <a:spcPct val="90000"/>
              </a:lnSpc>
              <a:buFont typeface="Wingdings" panose="05000000000000000000" pitchFamily="2" charset="2"/>
              <a:buNone/>
              <a:defRPr/>
            </a:pPr>
            <a:r>
              <a:rPr lang="en-US">
                <a:latin typeface="Courier" charset="0"/>
              </a:rPr>
              <a:t>       f = (f x f) mod n</a:t>
            </a:r>
          </a:p>
          <a:p>
            <a:pPr eaLnBrk="1" hangingPunct="1">
              <a:lnSpc>
                <a:spcPct val="90000"/>
              </a:lnSpc>
              <a:buFont typeface="Wingdings" panose="05000000000000000000" pitchFamily="2" charset="2"/>
              <a:buNone/>
              <a:defRPr/>
            </a:pPr>
            <a:r>
              <a:rPr lang="en-US">
                <a:latin typeface="Courier" charset="0"/>
              </a:rPr>
              <a:t>    if b</a:t>
            </a:r>
            <a:r>
              <a:rPr lang="en-US" baseline="-25000">
                <a:latin typeface="Courier" charset="0"/>
              </a:rPr>
              <a:t>i</a:t>
            </a:r>
            <a:r>
              <a:rPr lang="en-US">
                <a:latin typeface="Courier" charset="0"/>
              </a:rPr>
              <a:t> == 1</a:t>
            </a:r>
            <a:r>
              <a:rPr lang="en-US">
                <a:latin typeface="Helvetica" charset="0"/>
              </a:rPr>
              <a:t> </a:t>
            </a:r>
            <a:r>
              <a:rPr lang="en-US">
                <a:latin typeface="Courier" charset="0"/>
              </a:rPr>
              <a:t>then </a:t>
            </a:r>
          </a:p>
          <a:p>
            <a:pPr eaLnBrk="1" hangingPunct="1">
              <a:lnSpc>
                <a:spcPct val="90000"/>
              </a:lnSpc>
              <a:buFont typeface="Wingdings" panose="05000000000000000000" pitchFamily="2" charset="2"/>
              <a:buNone/>
              <a:defRPr/>
            </a:pPr>
            <a:r>
              <a:rPr lang="en-US">
                <a:latin typeface="Courier" charset="0"/>
              </a:rPr>
              <a:t>       c = c + 1</a:t>
            </a:r>
            <a:endParaRPr lang="en-US">
              <a:latin typeface="Helvetica" charset="0"/>
            </a:endParaRPr>
          </a:p>
          <a:p>
            <a:pPr eaLnBrk="1" hangingPunct="1">
              <a:lnSpc>
                <a:spcPct val="90000"/>
              </a:lnSpc>
              <a:buFont typeface="Wingdings" panose="05000000000000000000" pitchFamily="2" charset="2"/>
              <a:buNone/>
              <a:defRPr/>
            </a:pPr>
            <a:r>
              <a:rPr lang="en-US">
                <a:latin typeface="Helvetica" charset="0"/>
              </a:rPr>
              <a:t>               </a:t>
            </a:r>
            <a:r>
              <a:rPr lang="en-US">
                <a:latin typeface="Courier" charset="0"/>
              </a:rPr>
              <a:t>f = (f x a) mod n </a:t>
            </a:r>
          </a:p>
          <a:p>
            <a:pPr eaLnBrk="1" hangingPunct="1">
              <a:lnSpc>
                <a:spcPct val="90000"/>
              </a:lnSpc>
              <a:buFont typeface="Wingdings" panose="05000000000000000000" pitchFamily="2" charset="2"/>
              <a:buNone/>
              <a:defRPr/>
            </a:pPr>
            <a:r>
              <a:rPr lang="en-US">
                <a:latin typeface="Helvetica" charset="0"/>
              </a:rPr>
              <a:t> </a:t>
            </a:r>
            <a:r>
              <a:rPr lang="en-US">
                <a:latin typeface="Courier" charset="0"/>
              </a:rPr>
              <a:t>return f</a:t>
            </a:r>
            <a:r>
              <a:rPr lang="en-US">
                <a:latin typeface="Helvetica" charset="0"/>
              </a:rPr>
              <a:t> </a:t>
            </a:r>
          </a:p>
        </p:txBody>
      </p:sp>
      <p:sp>
        <p:nvSpPr>
          <p:cNvPr id="4" name="Slide Number Placeholder 3">
            <a:extLst>
              <a:ext uri="{FF2B5EF4-FFF2-40B4-BE49-F238E27FC236}">
                <a16:creationId xmlns:a16="http://schemas.microsoft.com/office/drawing/2014/main" id="{163FA67F-1FC9-43C6-9D2F-BD07CA9B708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032ABD0E-0977-487A-8C16-6005C21D0A7D}" type="slidenum">
              <a:rPr lang="en-US" altLang="en-US" smtClean="0"/>
              <a:pPr eaLnBrk="1" hangingPunct="1">
                <a:defRPr/>
              </a:pPr>
              <a:t>18</a:t>
            </a:fld>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1E0F7307-914A-4356-A99D-F68D44160F66}"/>
              </a:ext>
            </a:extLst>
          </p:cNvPr>
          <p:cNvSpPr>
            <a:spLocks noGrp="1" noChangeArrowheads="1"/>
          </p:cNvSpPr>
          <p:nvPr>
            <p:ph type="title"/>
          </p:nvPr>
        </p:nvSpPr>
        <p:spPr/>
        <p:txBody>
          <a:bodyPr/>
          <a:lstStyle/>
          <a:p>
            <a:pPr eaLnBrk="1" hangingPunct="1">
              <a:defRPr/>
            </a:pPr>
            <a:r>
              <a:rPr lang="en-US"/>
              <a:t>Efficient Encryption</a:t>
            </a:r>
            <a:endParaRPr lang="en-AU"/>
          </a:p>
        </p:txBody>
      </p:sp>
      <p:sp>
        <p:nvSpPr>
          <p:cNvPr id="93187" name="Rectangle 3">
            <a:extLst>
              <a:ext uri="{FF2B5EF4-FFF2-40B4-BE49-F238E27FC236}">
                <a16:creationId xmlns:a16="http://schemas.microsoft.com/office/drawing/2014/main" id="{7181273C-8FAA-45A4-96F0-6F4F5BD0EA14}"/>
              </a:ext>
            </a:extLst>
          </p:cNvPr>
          <p:cNvSpPr>
            <a:spLocks noGrp="1" noChangeArrowheads="1"/>
          </p:cNvSpPr>
          <p:nvPr>
            <p:ph type="body" idx="1"/>
          </p:nvPr>
        </p:nvSpPr>
        <p:spPr/>
        <p:txBody>
          <a:bodyPr/>
          <a:lstStyle/>
          <a:p>
            <a:pPr eaLnBrk="1" hangingPunct="1">
              <a:lnSpc>
                <a:spcPct val="90000"/>
              </a:lnSpc>
              <a:defRPr/>
            </a:pPr>
            <a:r>
              <a:rPr lang="en-US"/>
              <a:t>encryption uses exponentiation to power e</a:t>
            </a:r>
          </a:p>
          <a:p>
            <a:pPr eaLnBrk="1" hangingPunct="1">
              <a:lnSpc>
                <a:spcPct val="90000"/>
              </a:lnSpc>
              <a:defRPr/>
            </a:pPr>
            <a:r>
              <a:rPr lang="en-US"/>
              <a:t>hence if e small, this will be faster</a:t>
            </a:r>
          </a:p>
          <a:p>
            <a:pPr lvl="1" eaLnBrk="1" hangingPunct="1">
              <a:lnSpc>
                <a:spcPct val="90000"/>
              </a:lnSpc>
              <a:defRPr/>
            </a:pPr>
            <a:r>
              <a:rPr lang="en-US"/>
              <a:t>often choose e=65537 (2</a:t>
            </a:r>
            <a:r>
              <a:rPr lang="en-US" baseline="30000"/>
              <a:t>16</a:t>
            </a:r>
            <a:r>
              <a:rPr lang="en-US"/>
              <a:t>-1)</a:t>
            </a:r>
          </a:p>
          <a:p>
            <a:pPr lvl="1" eaLnBrk="1" hangingPunct="1">
              <a:lnSpc>
                <a:spcPct val="90000"/>
              </a:lnSpc>
              <a:defRPr/>
            </a:pPr>
            <a:r>
              <a:rPr lang="en-US"/>
              <a:t>also see choices of e=3 or e=17</a:t>
            </a:r>
          </a:p>
          <a:p>
            <a:pPr eaLnBrk="1" hangingPunct="1">
              <a:lnSpc>
                <a:spcPct val="90000"/>
              </a:lnSpc>
              <a:defRPr/>
            </a:pPr>
            <a:r>
              <a:rPr lang="en-US"/>
              <a:t>but if e too small (eg e=3) can attack</a:t>
            </a:r>
          </a:p>
          <a:p>
            <a:pPr lvl="1" eaLnBrk="1" hangingPunct="1">
              <a:lnSpc>
                <a:spcPct val="90000"/>
              </a:lnSpc>
              <a:defRPr/>
            </a:pPr>
            <a:r>
              <a:rPr lang="en-US"/>
              <a:t>using Chinese remainder theorem &amp; 3 messages with different modulii</a:t>
            </a:r>
          </a:p>
          <a:p>
            <a:pPr eaLnBrk="1" hangingPunct="1">
              <a:lnSpc>
                <a:spcPct val="90000"/>
              </a:lnSpc>
              <a:defRPr/>
            </a:pPr>
            <a:r>
              <a:rPr lang="en-US"/>
              <a:t>if e fixed must ensure </a:t>
            </a:r>
            <a:r>
              <a:rPr lang="en-AU">
                <a:latin typeface="Courier New" pitchFamily="49" charset="0"/>
              </a:rPr>
              <a:t>gcd(e,ø(n))=1</a:t>
            </a:r>
          </a:p>
          <a:p>
            <a:pPr lvl="1" eaLnBrk="1" hangingPunct="1">
              <a:lnSpc>
                <a:spcPct val="90000"/>
              </a:lnSpc>
              <a:defRPr/>
            </a:pPr>
            <a:r>
              <a:rPr lang="en-US"/>
              <a:t>ie reject any p or q not relatively prime to e</a:t>
            </a:r>
            <a:endParaRPr lang="en-US">
              <a:latin typeface="Courier New" pitchFamily="49" charset="0"/>
            </a:endParaRPr>
          </a:p>
        </p:txBody>
      </p:sp>
      <p:sp>
        <p:nvSpPr>
          <p:cNvPr id="4" name="Slide Number Placeholder 3">
            <a:extLst>
              <a:ext uri="{FF2B5EF4-FFF2-40B4-BE49-F238E27FC236}">
                <a16:creationId xmlns:a16="http://schemas.microsoft.com/office/drawing/2014/main" id="{7C4AD29A-DA2B-4606-986F-23219B067BD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D168FE41-6B05-42C9-8FDA-64B8CA23AB10}" type="slidenum">
              <a:rPr lang="en-US" altLang="en-US" smtClean="0"/>
              <a:pPr eaLnBrk="1" hangingPunct="1">
                <a:defRPr/>
              </a:pPr>
              <a:t>19</a:t>
            </a:fld>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1FE86F8E-E117-4219-8C44-900120F7AABA}"/>
              </a:ext>
            </a:extLst>
          </p:cNvPr>
          <p:cNvSpPr>
            <a:spLocks noGrp="1" noChangeArrowheads="1"/>
          </p:cNvSpPr>
          <p:nvPr>
            <p:ph type="title"/>
          </p:nvPr>
        </p:nvSpPr>
        <p:spPr/>
        <p:txBody>
          <a:bodyPr/>
          <a:lstStyle/>
          <a:p>
            <a:pPr eaLnBrk="1" hangingPunct="1">
              <a:defRPr/>
            </a:pPr>
            <a:r>
              <a:rPr lang="en-US"/>
              <a:t>Efficient Decryption</a:t>
            </a:r>
            <a:endParaRPr lang="en-AU"/>
          </a:p>
        </p:txBody>
      </p:sp>
      <p:sp>
        <p:nvSpPr>
          <p:cNvPr id="95235" name="Rectangle 3">
            <a:extLst>
              <a:ext uri="{FF2B5EF4-FFF2-40B4-BE49-F238E27FC236}">
                <a16:creationId xmlns:a16="http://schemas.microsoft.com/office/drawing/2014/main" id="{3F0FE796-A3AE-4959-9A57-1DD74B0A2EC2}"/>
              </a:ext>
            </a:extLst>
          </p:cNvPr>
          <p:cNvSpPr>
            <a:spLocks noGrp="1" noChangeArrowheads="1"/>
          </p:cNvSpPr>
          <p:nvPr>
            <p:ph type="body" idx="1"/>
          </p:nvPr>
        </p:nvSpPr>
        <p:spPr/>
        <p:txBody>
          <a:bodyPr/>
          <a:lstStyle/>
          <a:p>
            <a:pPr eaLnBrk="1" hangingPunct="1">
              <a:lnSpc>
                <a:spcPct val="90000"/>
              </a:lnSpc>
              <a:defRPr/>
            </a:pPr>
            <a:r>
              <a:rPr lang="en-US"/>
              <a:t>decryption uses exponentiation to power d</a:t>
            </a:r>
          </a:p>
          <a:p>
            <a:pPr lvl="1" eaLnBrk="1" hangingPunct="1">
              <a:lnSpc>
                <a:spcPct val="90000"/>
              </a:lnSpc>
              <a:defRPr/>
            </a:pPr>
            <a:r>
              <a:rPr lang="en-US"/>
              <a:t>this is likely large, insecure if not</a:t>
            </a:r>
          </a:p>
          <a:p>
            <a:pPr eaLnBrk="1" hangingPunct="1">
              <a:lnSpc>
                <a:spcPct val="90000"/>
              </a:lnSpc>
              <a:defRPr/>
            </a:pPr>
            <a:r>
              <a:rPr lang="en-US"/>
              <a:t>can use the Chinese Remainder Theorem (CRT) to compute mod p &amp; q separately. then combine to get desired answer</a:t>
            </a:r>
          </a:p>
          <a:p>
            <a:pPr lvl="1" eaLnBrk="1" hangingPunct="1">
              <a:lnSpc>
                <a:spcPct val="90000"/>
              </a:lnSpc>
              <a:defRPr/>
            </a:pPr>
            <a:r>
              <a:rPr lang="en-US"/>
              <a:t>approx 4 times faster than doing directly</a:t>
            </a:r>
          </a:p>
          <a:p>
            <a:pPr eaLnBrk="1" hangingPunct="1">
              <a:lnSpc>
                <a:spcPct val="90000"/>
              </a:lnSpc>
              <a:defRPr/>
            </a:pPr>
            <a:r>
              <a:rPr lang="en-US"/>
              <a:t>only owner of private key who knows values of p &amp; q can use this technique </a:t>
            </a:r>
          </a:p>
          <a:p>
            <a:pPr eaLnBrk="1" hangingPunct="1">
              <a:lnSpc>
                <a:spcPct val="90000"/>
              </a:lnSpc>
              <a:defRPr/>
            </a:pPr>
            <a:endParaRPr lang="en-US">
              <a:latin typeface="Courier New" pitchFamily="49" charset="0"/>
            </a:endParaRPr>
          </a:p>
        </p:txBody>
      </p:sp>
      <p:sp>
        <p:nvSpPr>
          <p:cNvPr id="4" name="Slide Number Placeholder 3">
            <a:extLst>
              <a:ext uri="{FF2B5EF4-FFF2-40B4-BE49-F238E27FC236}">
                <a16:creationId xmlns:a16="http://schemas.microsoft.com/office/drawing/2014/main" id="{B661BBF3-2931-48A1-8BEA-DE4068082A9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757E245C-20E3-4D81-9CF3-81C7133B102F}" type="slidenum">
              <a:rPr lang="en-US" altLang="en-US" smtClean="0"/>
              <a:pPr eaLnBrk="1" hangingPunct="1">
                <a:defRPr/>
              </a:pPr>
              <a:t>20</a:t>
            </a:fld>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AC33EE0E-5FD2-4165-B92F-7683C65C3317}"/>
              </a:ext>
            </a:extLst>
          </p:cNvPr>
          <p:cNvSpPr>
            <a:spLocks noGrp="1" noChangeArrowheads="1"/>
          </p:cNvSpPr>
          <p:nvPr>
            <p:ph type="title"/>
          </p:nvPr>
        </p:nvSpPr>
        <p:spPr/>
        <p:txBody>
          <a:bodyPr/>
          <a:lstStyle/>
          <a:p>
            <a:pPr eaLnBrk="1" hangingPunct="1">
              <a:defRPr/>
            </a:pPr>
            <a:r>
              <a:rPr lang="en-US"/>
              <a:t>RSA Key Generation</a:t>
            </a:r>
            <a:endParaRPr lang="en-AU"/>
          </a:p>
        </p:txBody>
      </p:sp>
      <p:sp>
        <p:nvSpPr>
          <p:cNvPr id="75779" name="Rectangle 3">
            <a:extLst>
              <a:ext uri="{FF2B5EF4-FFF2-40B4-BE49-F238E27FC236}">
                <a16:creationId xmlns:a16="http://schemas.microsoft.com/office/drawing/2014/main" id="{3F4B9D4E-3382-4740-BCA2-E4D366868D13}"/>
              </a:ext>
            </a:extLst>
          </p:cNvPr>
          <p:cNvSpPr>
            <a:spLocks noGrp="1" noChangeArrowheads="1"/>
          </p:cNvSpPr>
          <p:nvPr>
            <p:ph type="body" idx="1"/>
          </p:nvPr>
        </p:nvSpPr>
        <p:spPr/>
        <p:txBody>
          <a:bodyPr/>
          <a:lstStyle/>
          <a:p>
            <a:pPr eaLnBrk="1" hangingPunct="1">
              <a:lnSpc>
                <a:spcPct val="90000"/>
              </a:lnSpc>
              <a:defRPr/>
            </a:pPr>
            <a:r>
              <a:rPr lang="en-US"/>
              <a:t>users of RSA must:</a:t>
            </a:r>
          </a:p>
          <a:p>
            <a:pPr lvl="1" eaLnBrk="1" hangingPunct="1">
              <a:lnSpc>
                <a:spcPct val="90000"/>
              </a:lnSpc>
              <a:defRPr/>
            </a:pPr>
            <a:r>
              <a:rPr lang="en-US"/>
              <a:t>determine two primes </a:t>
            </a:r>
            <a:r>
              <a:rPr lang="en-AU"/>
              <a:t>at random - </a:t>
            </a:r>
            <a:r>
              <a:rPr lang="en-AU">
                <a:latin typeface="Courier New" pitchFamily="49" charset="0"/>
              </a:rPr>
              <a:t>p, q</a:t>
            </a:r>
            <a:r>
              <a:rPr lang="en-AU"/>
              <a:t> </a:t>
            </a:r>
          </a:p>
          <a:p>
            <a:pPr lvl="1" eaLnBrk="1" hangingPunct="1">
              <a:lnSpc>
                <a:spcPct val="90000"/>
              </a:lnSpc>
              <a:defRPr/>
            </a:pPr>
            <a:r>
              <a:rPr lang="en-US"/>
              <a:t>select either </a:t>
            </a:r>
            <a:r>
              <a:rPr lang="en-US">
                <a:latin typeface="Courier New" pitchFamily="49" charset="0"/>
              </a:rPr>
              <a:t>e</a:t>
            </a:r>
            <a:r>
              <a:rPr lang="en-US"/>
              <a:t> or </a:t>
            </a:r>
            <a:r>
              <a:rPr lang="en-US">
                <a:latin typeface="Courier New" pitchFamily="49" charset="0"/>
              </a:rPr>
              <a:t>d</a:t>
            </a:r>
            <a:r>
              <a:rPr lang="en-US"/>
              <a:t> and compute the other</a:t>
            </a:r>
          </a:p>
          <a:p>
            <a:pPr eaLnBrk="1" hangingPunct="1">
              <a:lnSpc>
                <a:spcPct val="90000"/>
              </a:lnSpc>
              <a:defRPr/>
            </a:pPr>
            <a:r>
              <a:rPr lang="en-US"/>
              <a:t>primes </a:t>
            </a:r>
            <a:r>
              <a:rPr lang="en-AU">
                <a:latin typeface="Courier New" pitchFamily="49" charset="0"/>
              </a:rPr>
              <a:t>p,q</a:t>
            </a:r>
            <a:r>
              <a:rPr lang="en-AU"/>
              <a:t> </a:t>
            </a:r>
            <a:r>
              <a:rPr lang="en-US"/>
              <a:t>must not be easily derived from modulus </a:t>
            </a:r>
            <a:r>
              <a:rPr lang="en-AU">
                <a:latin typeface="Courier New" pitchFamily="49" charset="0"/>
              </a:rPr>
              <a:t>n=p.q</a:t>
            </a:r>
          </a:p>
          <a:p>
            <a:pPr lvl="1" eaLnBrk="1" hangingPunct="1">
              <a:lnSpc>
                <a:spcPct val="90000"/>
              </a:lnSpc>
              <a:defRPr/>
            </a:pPr>
            <a:r>
              <a:rPr lang="en-US"/>
              <a:t>means must be sufficiently large</a:t>
            </a:r>
          </a:p>
          <a:p>
            <a:pPr lvl="1" eaLnBrk="1" hangingPunct="1">
              <a:lnSpc>
                <a:spcPct val="90000"/>
              </a:lnSpc>
              <a:defRPr/>
            </a:pPr>
            <a:r>
              <a:rPr lang="en-US"/>
              <a:t>typically guess and use probabilistic test</a:t>
            </a:r>
          </a:p>
          <a:p>
            <a:pPr eaLnBrk="1" hangingPunct="1">
              <a:lnSpc>
                <a:spcPct val="90000"/>
              </a:lnSpc>
              <a:defRPr/>
            </a:pPr>
            <a:r>
              <a:rPr lang="en-US"/>
              <a:t>exponents </a:t>
            </a:r>
            <a:r>
              <a:rPr lang="en-US">
                <a:latin typeface="Courier New" pitchFamily="49" charset="0"/>
              </a:rPr>
              <a:t>e</a:t>
            </a:r>
            <a:r>
              <a:rPr lang="en-US"/>
              <a:t>, </a:t>
            </a:r>
            <a:r>
              <a:rPr lang="en-US">
                <a:latin typeface="Courier New" pitchFamily="49" charset="0"/>
              </a:rPr>
              <a:t>d</a:t>
            </a:r>
            <a:r>
              <a:rPr lang="en-US"/>
              <a:t>  are inverses, so use Inverse algorithm to compute the other</a:t>
            </a:r>
            <a:endParaRPr lang="en-AU"/>
          </a:p>
        </p:txBody>
      </p:sp>
      <p:sp>
        <p:nvSpPr>
          <p:cNvPr id="4" name="Slide Number Placeholder 3">
            <a:extLst>
              <a:ext uri="{FF2B5EF4-FFF2-40B4-BE49-F238E27FC236}">
                <a16:creationId xmlns:a16="http://schemas.microsoft.com/office/drawing/2014/main" id="{F3478362-20CC-4C18-A736-3F0E3FBF024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556852C3-A81F-49C3-B4FB-6750AC0578F1}" type="slidenum">
              <a:rPr lang="en-US" altLang="en-US" smtClean="0"/>
              <a:pPr eaLnBrk="1" hangingPunct="1">
                <a:defRPr/>
              </a:pPr>
              <a:t>21</a:t>
            </a:fld>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51C800D8-4182-4C0E-89FA-B805DB715C57}"/>
              </a:ext>
            </a:extLst>
          </p:cNvPr>
          <p:cNvSpPr>
            <a:spLocks noGrp="1" noChangeArrowheads="1"/>
          </p:cNvSpPr>
          <p:nvPr>
            <p:ph type="title"/>
          </p:nvPr>
        </p:nvSpPr>
        <p:spPr/>
        <p:txBody>
          <a:bodyPr/>
          <a:lstStyle/>
          <a:p>
            <a:pPr eaLnBrk="1" hangingPunct="1">
              <a:defRPr/>
            </a:pPr>
            <a:r>
              <a:rPr lang="en-AU"/>
              <a:t>RSA Security</a:t>
            </a:r>
          </a:p>
        </p:txBody>
      </p:sp>
      <p:sp>
        <p:nvSpPr>
          <p:cNvPr id="77827" name="Rectangle 3">
            <a:extLst>
              <a:ext uri="{FF2B5EF4-FFF2-40B4-BE49-F238E27FC236}">
                <a16:creationId xmlns:a16="http://schemas.microsoft.com/office/drawing/2014/main" id="{C6FACF13-D4A3-4C74-89A6-F8BE914AC539}"/>
              </a:ext>
            </a:extLst>
          </p:cNvPr>
          <p:cNvSpPr>
            <a:spLocks noGrp="1" noChangeArrowheads="1"/>
          </p:cNvSpPr>
          <p:nvPr>
            <p:ph type="body" idx="1"/>
          </p:nvPr>
        </p:nvSpPr>
        <p:spPr/>
        <p:txBody>
          <a:bodyPr/>
          <a:lstStyle/>
          <a:p>
            <a:pPr eaLnBrk="1" hangingPunct="1">
              <a:defRPr/>
            </a:pPr>
            <a:r>
              <a:rPr lang="en-US"/>
              <a:t>possible approaches to attacking RSA are:</a:t>
            </a:r>
          </a:p>
          <a:p>
            <a:pPr lvl="1" eaLnBrk="1" hangingPunct="1">
              <a:defRPr/>
            </a:pPr>
            <a:r>
              <a:rPr lang="en-US"/>
              <a:t>brute force key search (infeasible given size of numbers)</a:t>
            </a:r>
            <a:endParaRPr lang="en-AU"/>
          </a:p>
          <a:p>
            <a:pPr lvl="1" eaLnBrk="1" hangingPunct="1">
              <a:defRPr/>
            </a:pPr>
            <a:r>
              <a:rPr lang="en-AU"/>
              <a:t>mathematical attacks (based on difficulty of computing ø(n), by factoring modulus n)</a:t>
            </a:r>
          </a:p>
          <a:p>
            <a:pPr lvl="1" eaLnBrk="1" hangingPunct="1">
              <a:defRPr/>
            </a:pPr>
            <a:r>
              <a:rPr lang="en-US"/>
              <a:t>timing attacks (on running of decryption)</a:t>
            </a:r>
          </a:p>
          <a:p>
            <a:pPr lvl="1" eaLnBrk="1" hangingPunct="1">
              <a:defRPr/>
            </a:pPr>
            <a:r>
              <a:rPr lang="en-US"/>
              <a:t>chosen ciphertext attacks (given properties of RSA)</a:t>
            </a:r>
            <a:endParaRPr lang="en-AU"/>
          </a:p>
        </p:txBody>
      </p:sp>
      <p:sp>
        <p:nvSpPr>
          <p:cNvPr id="4" name="Slide Number Placeholder 3">
            <a:extLst>
              <a:ext uri="{FF2B5EF4-FFF2-40B4-BE49-F238E27FC236}">
                <a16:creationId xmlns:a16="http://schemas.microsoft.com/office/drawing/2014/main" id="{2CA4401E-9B3B-4CB0-BB9C-D00226C53AA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62ED05CA-481C-4CC1-9955-6CD250708F0F}" type="slidenum">
              <a:rPr lang="en-US" altLang="en-US" smtClean="0"/>
              <a:pPr eaLnBrk="1" hangingPunct="1">
                <a:defRPr/>
              </a:pPr>
              <a:t>22</a:t>
            </a:fld>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40610D5D-B27F-4A4E-BB6D-13F05E0B7334}"/>
              </a:ext>
            </a:extLst>
          </p:cNvPr>
          <p:cNvSpPr>
            <a:spLocks noGrp="1" noChangeArrowheads="1"/>
          </p:cNvSpPr>
          <p:nvPr>
            <p:ph type="title"/>
          </p:nvPr>
        </p:nvSpPr>
        <p:spPr/>
        <p:txBody>
          <a:bodyPr/>
          <a:lstStyle/>
          <a:p>
            <a:pPr eaLnBrk="1" hangingPunct="1">
              <a:defRPr/>
            </a:pPr>
            <a:r>
              <a:rPr lang="en-AU"/>
              <a:t>Factoring Problem</a:t>
            </a:r>
          </a:p>
        </p:txBody>
      </p:sp>
      <p:sp>
        <p:nvSpPr>
          <p:cNvPr id="78851" name="Rectangle 3">
            <a:extLst>
              <a:ext uri="{FF2B5EF4-FFF2-40B4-BE49-F238E27FC236}">
                <a16:creationId xmlns:a16="http://schemas.microsoft.com/office/drawing/2014/main" id="{933E541A-6F64-4FBC-82D8-725BAF769297}"/>
              </a:ext>
            </a:extLst>
          </p:cNvPr>
          <p:cNvSpPr>
            <a:spLocks noGrp="1" noChangeArrowheads="1"/>
          </p:cNvSpPr>
          <p:nvPr>
            <p:ph type="body" idx="1"/>
          </p:nvPr>
        </p:nvSpPr>
        <p:spPr/>
        <p:txBody>
          <a:bodyPr/>
          <a:lstStyle/>
          <a:p>
            <a:pPr eaLnBrk="1" hangingPunct="1">
              <a:lnSpc>
                <a:spcPct val="90000"/>
              </a:lnSpc>
              <a:defRPr/>
            </a:pPr>
            <a:r>
              <a:rPr lang="en-US" sz="2800"/>
              <a:t>mathematical approach takes 3 forms:</a:t>
            </a:r>
          </a:p>
          <a:p>
            <a:pPr lvl="1" eaLnBrk="1" hangingPunct="1">
              <a:lnSpc>
                <a:spcPct val="90000"/>
              </a:lnSpc>
              <a:defRPr/>
            </a:pPr>
            <a:r>
              <a:rPr lang="en-US" sz="2400"/>
              <a:t>factor </a:t>
            </a:r>
            <a:r>
              <a:rPr lang="en-AU" sz="2400">
                <a:latin typeface="Courier New" pitchFamily="49" charset="0"/>
              </a:rPr>
              <a:t>n=p.q</a:t>
            </a:r>
            <a:r>
              <a:rPr lang="en-AU" sz="2400"/>
              <a:t>, hence compute </a:t>
            </a:r>
            <a:r>
              <a:rPr lang="en-AU" sz="2400">
                <a:latin typeface="Courier New" pitchFamily="49" charset="0"/>
              </a:rPr>
              <a:t>ø(n)</a:t>
            </a:r>
            <a:r>
              <a:rPr lang="en-AU" sz="2400"/>
              <a:t> and then d</a:t>
            </a:r>
          </a:p>
          <a:p>
            <a:pPr lvl="1" eaLnBrk="1" hangingPunct="1">
              <a:lnSpc>
                <a:spcPct val="90000"/>
              </a:lnSpc>
              <a:defRPr/>
            </a:pPr>
            <a:r>
              <a:rPr lang="en-US" sz="2400"/>
              <a:t>determine </a:t>
            </a:r>
            <a:r>
              <a:rPr lang="en-AU" sz="2400">
                <a:latin typeface="Courier New" pitchFamily="49" charset="0"/>
              </a:rPr>
              <a:t>ø(n)</a:t>
            </a:r>
            <a:r>
              <a:rPr lang="en-US" sz="2400"/>
              <a:t> directly and </a:t>
            </a:r>
            <a:r>
              <a:rPr lang="en-AU" sz="2400"/>
              <a:t>compute </a:t>
            </a:r>
            <a:r>
              <a:rPr lang="en-US" sz="2400"/>
              <a:t>d</a:t>
            </a:r>
          </a:p>
          <a:p>
            <a:pPr lvl="1" eaLnBrk="1" hangingPunct="1">
              <a:lnSpc>
                <a:spcPct val="90000"/>
              </a:lnSpc>
              <a:defRPr/>
            </a:pPr>
            <a:r>
              <a:rPr lang="en-US" sz="2400"/>
              <a:t>find d directly</a:t>
            </a:r>
          </a:p>
          <a:p>
            <a:pPr eaLnBrk="1" hangingPunct="1">
              <a:lnSpc>
                <a:spcPct val="90000"/>
              </a:lnSpc>
              <a:defRPr/>
            </a:pPr>
            <a:r>
              <a:rPr lang="en-US" sz="2800"/>
              <a:t>currently believe all equivalent to factoring</a:t>
            </a:r>
          </a:p>
          <a:p>
            <a:pPr lvl="1" eaLnBrk="1" hangingPunct="1">
              <a:lnSpc>
                <a:spcPct val="90000"/>
              </a:lnSpc>
              <a:defRPr/>
            </a:pPr>
            <a:r>
              <a:rPr lang="en-AU" sz="2400"/>
              <a:t>have seen slow improvements over the years </a:t>
            </a:r>
          </a:p>
          <a:p>
            <a:pPr lvl="2" eaLnBrk="1" hangingPunct="1">
              <a:lnSpc>
                <a:spcPct val="90000"/>
              </a:lnSpc>
              <a:defRPr/>
            </a:pPr>
            <a:r>
              <a:rPr lang="en-AU" sz="2000"/>
              <a:t>as of May-05 best is 200 decimal digits (663) bit with LS </a:t>
            </a:r>
          </a:p>
          <a:p>
            <a:pPr lvl="1" eaLnBrk="1" hangingPunct="1">
              <a:lnSpc>
                <a:spcPct val="90000"/>
              </a:lnSpc>
              <a:defRPr/>
            </a:pPr>
            <a:r>
              <a:rPr lang="en-AU" sz="2400"/>
              <a:t>biggest improvement comes from improved algorithm</a:t>
            </a:r>
          </a:p>
          <a:p>
            <a:pPr lvl="2" eaLnBrk="1" hangingPunct="1">
              <a:lnSpc>
                <a:spcPct val="90000"/>
              </a:lnSpc>
              <a:defRPr/>
            </a:pPr>
            <a:r>
              <a:rPr lang="en-US" sz="2000"/>
              <a:t>cf QS to GHFS to LS</a:t>
            </a:r>
            <a:endParaRPr lang="en-AU" sz="2000"/>
          </a:p>
          <a:p>
            <a:pPr lvl="1" eaLnBrk="1" hangingPunct="1">
              <a:lnSpc>
                <a:spcPct val="90000"/>
              </a:lnSpc>
              <a:defRPr/>
            </a:pPr>
            <a:r>
              <a:rPr lang="en-AU" sz="2400"/>
              <a:t>currently assume 1024-2048 bit RSA is secure</a:t>
            </a:r>
          </a:p>
          <a:p>
            <a:pPr lvl="2" eaLnBrk="1" hangingPunct="1">
              <a:lnSpc>
                <a:spcPct val="90000"/>
              </a:lnSpc>
              <a:defRPr/>
            </a:pPr>
            <a:r>
              <a:rPr lang="en-US" sz="2000"/>
              <a:t>ensure p, q of similar size and matching other constraints</a:t>
            </a:r>
            <a:endParaRPr lang="en-AU" sz="2000"/>
          </a:p>
        </p:txBody>
      </p:sp>
      <p:sp>
        <p:nvSpPr>
          <p:cNvPr id="4" name="Slide Number Placeholder 3">
            <a:extLst>
              <a:ext uri="{FF2B5EF4-FFF2-40B4-BE49-F238E27FC236}">
                <a16:creationId xmlns:a16="http://schemas.microsoft.com/office/drawing/2014/main" id="{6693887F-3CAD-4418-A75D-2FC25C68339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3B65D3CE-EE00-4AF3-AAF7-0386E5D8523F}" type="slidenum">
              <a:rPr lang="en-US" altLang="en-US" smtClean="0"/>
              <a:pPr eaLnBrk="1" hangingPunct="1">
                <a:defRPr/>
              </a:pPr>
              <a:t>23</a:t>
            </a:fld>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3117F81-CA47-49E4-B8B8-DD9B7907CFCF}"/>
              </a:ext>
            </a:extLst>
          </p:cNvPr>
          <p:cNvSpPr>
            <a:spLocks noGrp="1" noChangeArrowheads="1"/>
          </p:cNvSpPr>
          <p:nvPr>
            <p:ph type="title"/>
          </p:nvPr>
        </p:nvSpPr>
        <p:spPr/>
        <p:txBody>
          <a:bodyPr/>
          <a:lstStyle/>
          <a:p>
            <a:pPr eaLnBrk="1" hangingPunct="1">
              <a:defRPr/>
            </a:pPr>
            <a:r>
              <a:rPr lang="en-US"/>
              <a:t>Timing Attacks</a:t>
            </a:r>
            <a:endParaRPr lang="en-AU"/>
          </a:p>
        </p:txBody>
      </p:sp>
      <p:sp>
        <p:nvSpPr>
          <p:cNvPr id="80899" name="Rectangle 3">
            <a:extLst>
              <a:ext uri="{FF2B5EF4-FFF2-40B4-BE49-F238E27FC236}">
                <a16:creationId xmlns:a16="http://schemas.microsoft.com/office/drawing/2014/main" id="{8F93D936-C153-45B2-9CEE-B187CF9A7E47}"/>
              </a:ext>
            </a:extLst>
          </p:cNvPr>
          <p:cNvSpPr>
            <a:spLocks noGrp="1" noChangeArrowheads="1"/>
          </p:cNvSpPr>
          <p:nvPr>
            <p:ph type="body" idx="1"/>
          </p:nvPr>
        </p:nvSpPr>
        <p:spPr/>
        <p:txBody>
          <a:bodyPr/>
          <a:lstStyle/>
          <a:p>
            <a:pPr eaLnBrk="1" hangingPunct="1">
              <a:lnSpc>
                <a:spcPct val="90000"/>
              </a:lnSpc>
              <a:defRPr/>
            </a:pPr>
            <a:r>
              <a:rPr lang="en-US" sz="2800"/>
              <a:t>developed by Paul Kocher in mid-1990’s</a:t>
            </a:r>
            <a:endParaRPr lang="en-AU" sz="2800"/>
          </a:p>
          <a:p>
            <a:pPr eaLnBrk="1" hangingPunct="1">
              <a:lnSpc>
                <a:spcPct val="90000"/>
              </a:lnSpc>
              <a:defRPr/>
            </a:pPr>
            <a:r>
              <a:rPr lang="en-AU" sz="2800"/>
              <a:t>exploit timing variations in operations</a:t>
            </a:r>
          </a:p>
          <a:p>
            <a:pPr lvl="1" eaLnBrk="1" hangingPunct="1">
              <a:lnSpc>
                <a:spcPct val="90000"/>
              </a:lnSpc>
              <a:defRPr/>
            </a:pPr>
            <a:r>
              <a:rPr lang="en-AU" sz="2400"/>
              <a:t>eg. multiplying by small vs large number </a:t>
            </a:r>
          </a:p>
          <a:p>
            <a:pPr lvl="1" eaLnBrk="1" hangingPunct="1">
              <a:lnSpc>
                <a:spcPct val="90000"/>
              </a:lnSpc>
              <a:defRPr/>
            </a:pPr>
            <a:r>
              <a:rPr lang="en-AU" sz="2400"/>
              <a:t>or IF's varying which instructions executed</a:t>
            </a:r>
          </a:p>
          <a:p>
            <a:pPr eaLnBrk="1" hangingPunct="1">
              <a:lnSpc>
                <a:spcPct val="90000"/>
              </a:lnSpc>
              <a:defRPr/>
            </a:pPr>
            <a:r>
              <a:rPr lang="en-AU" sz="2800"/>
              <a:t>infer operand size based on time taken </a:t>
            </a:r>
          </a:p>
          <a:p>
            <a:pPr eaLnBrk="1" hangingPunct="1">
              <a:lnSpc>
                <a:spcPct val="90000"/>
              </a:lnSpc>
              <a:defRPr/>
            </a:pPr>
            <a:r>
              <a:rPr lang="en-US" sz="2800"/>
              <a:t>RSA exploits time taken in exponentiation</a:t>
            </a:r>
          </a:p>
          <a:p>
            <a:pPr eaLnBrk="1" hangingPunct="1">
              <a:lnSpc>
                <a:spcPct val="90000"/>
              </a:lnSpc>
              <a:defRPr/>
            </a:pPr>
            <a:r>
              <a:rPr lang="en-US" sz="2800"/>
              <a:t>countermeasures</a:t>
            </a:r>
          </a:p>
          <a:p>
            <a:pPr lvl="1" eaLnBrk="1" hangingPunct="1">
              <a:lnSpc>
                <a:spcPct val="90000"/>
              </a:lnSpc>
              <a:defRPr/>
            </a:pPr>
            <a:r>
              <a:rPr lang="en-US" sz="2400"/>
              <a:t>use constant exponentiation time</a:t>
            </a:r>
          </a:p>
          <a:p>
            <a:pPr lvl="1" eaLnBrk="1" hangingPunct="1">
              <a:lnSpc>
                <a:spcPct val="90000"/>
              </a:lnSpc>
              <a:defRPr/>
            </a:pPr>
            <a:r>
              <a:rPr lang="en-US" sz="2400"/>
              <a:t>add random delays</a:t>
            </a:r>
          </a:p>
          <a:p>
            <a:pPr lvl="1" eaLnBrk="1" hangingPunct="1">
              <a:lnSpc>
                <a:spcPct val="90000"/>
              </a:lnSpc>
              <a:defRPr/>
            </a:pPr>
            <a:r>
              <a:rPr lang="en-US" sz="2400"/>
              <a:t>blind values used in calculations</a:t>
            </a:r>
          </a:p>
          <a:p>
            <a:pPr eaLnBrk="1" hangingPunct="1">
              <a:lnSpc>
                <a:spcPct val="90000"/>
              </a:lnSpc>
              <a:defRPr/>
            </a:pPr>
            <a:endParaRPr lang="en-AU" sz="2800"/>
          </a:p>
        </p:txBody>
      </p:sp>
      <p:sp>
        <p:nvSpPr>
          <p:cNvPr id="4" name="Slide Number Placeholder 3">
            <a:extLst>
              <a:ext uri="{FF2B5EF4-FFF2-40B4-BE49-F238E27FC236}">
                <a16:creationId xmlns:a16="http://schemas.microsoft.com/office/drawing/2014/main" id="{E376BDB1-2FF8-434E-A010-9E978FB4A1D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3D81C29D-32E5-4298-81BC-C87F15AE13BF}" type="slidenum">
              <a:rPr lang="en-US" altLang="en-US" smtClean="0"/>
              <a:pPr eaLnBrk="1" hangingPunct="1">
                <a:defRPr/>
              </a:pPr>
              <a:t>24</a:t>
            </a:fld>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7D95CE3E-EA16-4FAB-AEC1-7010F0546DF6}"/>
              </a:ext>
            </a:extLst>
          </p:cNvPr>
          <p:cNvSpPr>
            <a:spLocks noGrp="1" noChangeArrowheads="1"/>
          </p:cNvSpPr>
          <p:nvPr>
            <p:ph type="title"/>
          </p:nvPr>
        </p:nvSpPr>
        <p:spPr/>
        <p:txBody>
          <a:bodyPr/>
          <a:lstStyle/>
          <a:p>
            <a:pPr eaLnBrk="1" hangingPunct="1">
              <a:defRPr/>
            </a:pPr>
            <a:r>
              <a:rPr lang="en-US"/>
              <a:t>Chosen Ciphertext Attacks</a:t>
            </a:r>
            <a:endParaRPr lang="en-AU"/>
          </a:p>
        </p:txBody>
      </p:sp>
      <p:sp>
        <p:nvSpPr>
          <p:cNvPr id="97283" name="Rectangle 3">
            <a:extLst>
              <a:ext uri="{FF2B5EF4-FFF2-40B4-BE49-F238E27FC236}">
                <a16:creationId xmlns:a16="http://schemas.microsoft.com/office/drawing/2014/main" id="{64E2A86C-4CF7-4B92-8493-BF2C3ED03BC0}"/>
              </a:ext>
            </a:extLst>
          </p:cNvPr>
          <p:cNvSpPr>
            <a:spLocks noGrp="1" noChangeArrowheads="1"/>
          </p:cNvSpPr>
          <p:nvPr>
            <p:ph type="body" idx="1"/>
          </p:nvPr>
        </p:nvSpPr>
        <p:spPr>
          <a:xfrm>
            <a:off x="457200" y="1676400"/>
            <a:ext cx="8229600" cy="4724400"/>
          </a:xfrm>
        </p:spPr>
        <p:txBody>
          <a:bodyPr/>
          <a:lstStyle/>
          <a:p>
            <a:pPr>
              <a:lnSpc>
                <a:spcPct val="90000"/>
              </a:lnSpc>
              <a:spcBef>
                <a:spcPct val="0"/>
              </a:spcBef>
              <a:buClr>
                <a:schemeClr val="bg1"/>
              </a:buClr>
              <a:buFontTx/>
              <a:buChar char="•"/>
              <a:defRPr/>
            </a:pPr>
            <a:r>
              <a:rPr lang="en-US">
                <a:latin typeface="Times-Roman" charset="0"/>
              </a:rPr>
              <a:t>RSA is vulnerable to a Chosen Ciphertext Attack (CCA)</a:t>
            </a:r>
          </a:p>
          <a:p>
            <a:pPr>
              <a:lnSpc>
                <a:spcPct val="90000"/>
              </a:lnSpc>
              <a:spcBef>
                <a:spcPct val="0"/>
              </a:spcBef>
              <a:buClr>
                <a:schemeClr val="bg1"/>
              </a:buClr>
              <a:buFontTx/>
              <a:buChar char="•"/>
              <a:defRPr/>
            </a:pPr>
            <a:r>
              <a:rPr lang="en-US">
                <a:latin typeface="Times-Roman" charset="0"/>
              </a:rPr>
              <a:t>attackers chooses ciphertexts &amp; gets decrypted plaintext back</a:t>
            </a:r>
          </a:p>
          <a:p>
            <a:pPr>
              <a:lnSpc>
                <a:spcPct val="90000"/>
              </a:lnSpc>
              <a:spcBef>
                <a:spcPct val="0"/>
              </a:spcBef>
              <a:buClr>
                <a:schemeClr val="bg1"/>
              </a:buClr>
              <a:buFontTx/>
              <a:buChar char="•"/>
              <a:defRPr/>
            </a:pPr>
            <a:r>
              <a:rPr lang="en-US">
                <a:latin typeface="Times-Roman" charset="0"/>
              </a:rPr>
              <a:t>choose ciphertext to exploit properties of RSA to provide info to help cryptanalysis</a:t>
            </a:r>
          </a:p>
          <a:p>
            <a:pPr>
              <a:lnSpc>
                <a:spcPct val="90000"/>
              </a:lnSpc>
              <a:spcBef>
                <a:spcPct val="0"/>
              </a:spcBef>
              <a:buClr>
                <a:schemeClr val="bg1"/>
              </a:buClr>
              <a:buFontTx/>
              <a:buChar char="•"/>
              <a:defRPr/>
            </a:pPr>
            <a:r>
              <a:rPr lang="en-US">
                <a:latin typeface="Times-Roman" charset="0"/>
              </a:rPr>
              <a:t>can counter with random pad of plaintext</a:t>
            </a:r>
          </a:p>
          <a:p>
            <a:pPr>
              <a:lnSpc>
                <a:spcPct val="90000"/>
              </a:lnSpc>
              <a:spcBef>
                <a:spcPct val="0"/>
              </a:spcBef>
              <a:buClr>
                <a:schemeClr val="bg1"/>
              </a:buClr>
              <a:buFontTx/>
              <a:buChar char="•"/>
              <a:defRPr/>
            </a:pPr>
            <a:r>
              <a:rPr lang="en-US">
                <a:latin typeface="Times-Roman" charset="0"/>
              </a:rPr>
              <a:t>or use Optimal Asymmetric Encryption Padding (OASP)</a:t>
            </a:r>
          </a:p>
          <a:p>
            <a:pPr>
              <a:lnSpc>
                <a:spcPct val="90000"/>
              </a:lnSpc>
              <a:spcBef>
                <a:spcPct val="0"/>
              </a:spcBef>
              <a:buClr>
                <a:schemeClr val="bg1"/>
              </a:buClr>
              <a:buFontTx/>
              <a:buChar char="•"/>
              <a:defRPr/>
            </a:pPr>
            <a:endParaRPr lang="en-AU">
              <a:latin typeface="Times-Roman" charset="0"/>
            </a:endParaRPr>
          </a:p>
        </p:txBody>
      </p:sp>
      <p:sp>
        <p:nvSpPr>
          <p:cNvPr id="4" name="Slide Number Placeholder 3">
            <a:extLst>
              <a:ext uri="{FF2B5EF4-FFF2-40B4-BE49-F238E27FC236}">
                <a16:creationId xmlns:a16="http://schemas.microsoft.com/office/drawing/2014/main" id="{38906B60-CEE0-4E55-B70D-2D35B9095C0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AAF3232F-72A4-47B7-836B-13E7255D367C}" type="slidenum">
              <a:rPr lang="en-US" altLang="en-US" smtClean="0"/>
              <a:pPr eaLnBrk="1" hangingPunct="1">
                <a:defRPr/>
              </a:pPr>
              <a:t>25</a:t>
            </a:fld>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CCB54E5E-E6D1-4576-89E2-3454BD8B8FC1}"/>
              </a:ext>
            </a:extLst>
          </p:cNvPr>
          <p:cNvSpPr>
            <a:spLocks noGrp="1" noChangeArrowheads="1"/>
          </p:cNvSpPr>
          <p:nvPr>
            <p:ph type="title"/>
          </p:nvPr>
        </p:nvSpPr>
        <p:spPr/>
        <p:txBody>
          <a:bodyPr/>
          <a:lstStyle/>
          <a:p>
            <a:pPr eaLnBrk="1" hangingPunct="1">
              <a:defRPr/>
            </a:pPr>
            <a:r>
              <a:rPr lang="en-US"/>
              <a:t>Summary</a:t>
            </a:r>
            <a:endParaRPr lang="en-AU"/>
          </a:p>
        </p:txBody>
      </p:sp>
      <p:sp>
        <p:nvSpPr>
          <p:cNvPr id="45059" name="Rectangle 3">
            <a:extLst>
              <a:ext uri="{FF2B5EF4-FFF2-40B4-BE49-F238E27FC236}">
                <a16:creationId xmlns:a16="http://schemas.microsoft.com/office/drawing/2014/main" id="{B47337BD-F06C-44A5-8CCE-040E06DFACD1}"/>
              </a:ext>
            </a:extLst>
          </p:cNvPr>
          <p:cNvSpPr>
            <a:spLocks noGrp="1" noChangeArrowheads="1"/>
          </p:cNvSpPr>
          <p:nvPr>
            <p:ph type="body" idx="1"/>
          </p:nvPr>
        </p:nvSpPr>
        <p:spPr/>
        <p:txBody>
          <a:bodyPr/>
          <a:lstStyle/>
          <a:p>
            <a:pPr eaLnBrk="1" hangingPunct="1">
              <a:defRPr/>
            </a:pPr>
            <a:r>
              <a:rPr lang="en-US"/>
              <a:t>have considered:</a:t>
            </a:r>
          </a:p>
          <a:p>
            <a:pPr lvl="1" eaLnBrk="1" hangingPunct="1">
              <a:defRPr/>
            </a:pPr>
            <a:r>
              <a:rPr lang="en-US"/>
              <a:t>principles of public-key cryptography</a:t>
            </a:r>
          </a:p>
          <a:p>
            <a:pPr lvl="1" eaLnBrk="1" hangingPunct="1">
              <a:defRPr/>
            </a:pPr>
            <a:r>
              <a:rPr lang="en-US"/>
              <a:t>RSA algorithm, implementation, security</a:t>
            </a:r>
          </a:p>
          <a:p>
            <a:pPr lvl="1" eaLnBrk="1" hangingPunct="1">
              <a:defRPr/>
            </a:pPr>
            <a:endParaRPr lang="en-US"/>
          </a:p>
          <a:p>
            <a:pPr lvl="1" eaLnBrk="1" hangingPunct="1">
              <a:defRPr/>
            </a:pPr>
            <a:endParaRPr lang="en-AU"/>
          </a:p>
        </p:txBody>
      </p:sp>
      <p:sp>
        <p:nvSpPr>
          <p:cNvPr id="4" name="Slide Number Placeholder 3">
            <a:extLst>
              <a:ext uri="{FF2B5EF4-FFF2-40B4-BE49-F238E27FC236}">
                <a16:creationId xmlns:a16="http://schemas.microsoft.com/office/drawing/2014/main" id="{7607BEC0-42BC-4EB3-9A0D-2BB654B40EF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379BA58C-2CB4-416A-84A9-E3FF7E3219AD}" type="slidenum">
              <a:rPr lang="en-US" altLang="en-US" smtClean="0"/>
              <a:pPr eaLnBrk="1" hangingPunct="1">
                <a:defRPr/>
              </a:pPr>
              <a:t>26</a:t>
            </a:fld>
            <a:endParaRPr lang="en-US" altLang="en-US"/>
          </a:p>
        </p:txBody>
      </p:sp>
    </p:spTree>
  </p:cSld>
  <p:clrMapOvr>
    <a:masterClrMapping/>
  </p:clrMapOvr>
</p:sld>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3DF40221A5A747B9428815DED67DED" ma:contentTypeVersion="10" ma:contentTypeDescription="Create a new document." ma:contentTypeScope="" ma:versionID="d0f0a0ed34c5972daecef95a5985b95e">
  <xsd:schema xmlns:xsd="http://www.w3.org/2001/XMLSchema" xmlns:xs="http://www.w3.org/2001/XMLSchema" xmlns:p="http://schemas.microsoft.com/office/2006/metadata/properties" xmlns:ns2="81b1b38b-1728-467a-aa8a-c19a9cfce538" xmlns:ns3="514333d6-4808-4746-a875-3c8d1b8a0326" targetNamespace="http://schemas.microsoft.com/office/2006/metadata/properties" ma:root="true" ma:fieldsID="2bb5ddbc2cd01d83382089ed07f9918a" ns2:_="" ns3:_="">
    <xsd:import namespace="81b1b38b-1728-467a-aa8a-c19a9cfce538"/>
    <xsd:import namespace="514333d6-4808-4746-a875-3c8d1b8a032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b1b38b-1728-467a-aa8a-c19a9cfce5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998298d-0a5b-46c5-8f32-181cac62bf5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14333d6-4808-4746-a875-3c8d1b8a032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6d13f901-ec8c-4016-8814-34551a297e3b}" ma:internalName="TaxCatchAll" ma:showField="CatchAllData" ma:web="514333d6-4808-4746-a875-3c8d1b8a03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1b1b38b-1728-467a-aa8a-c19a9cfce538">
      <Terms xmlns="http://schemas.microsoft.com/office/infopath/2007/PartnerControls"/>
    </lcf76f155ced4ddcb4097134ff3c332f>
    <TaxCatchAll xmlns="514333d6-4808-4746-a875-3c8d1b8a0326" xsi:nil="true"/>
  </documentManagement>
</p:properties>
</file>

<file path=customXml/itemProps1.xml><?xml version="1.0" encoding="utf-8"?>
<ds:datastoreItem xmlns:ds="http://schemas.openxmlformats.org/officeDocument/2006/customXml" ds:itemID="{972AA3F6-895A-4240-B0DE-D6A1DC060D3D}"/>
</file>

<file path=customXml/itemProps2.xml><?xml version="1.0" encoding="utf-8"?>
<ds:datastoreItem xmlns:ds="http://schemas.openxmlformats.org/officeDocument/2006/customXml" ds:itemID="{FEB7048D-049D-4065-9E52-5652C24DD8E0}"/>
</file>

<file path=customXml/itemProps3.xml><?xml version="1.0" encoding="utf-8"?>
<ds:datastoreItem xmlns:ds="http://schemas.openxmlformats.org/officeDocument/2006/customXml" ds:itemID="{0D22FF78-0BCA-479E-935F-423B795B8FD9}"/>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0</TotalTime>
  <Words>3867</Words>
  <Application>Microsoft Office PowerPoint</Application>
  <PresentationFormat>On-screen Show (4:3)</PresentationFormat>
  <Paragraphs>277</Paragraphs>
  <Slides>26</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Courier</vt:lpstr>
      <vt:lpstr>Courier New</vt:lpstr>
      <vt:lpstr>Helvetica</vt:lpstr>
      <vt:lpstr>Times-Roman</vt:lpstr>
      <vt:lpstr>Wingdings</vt:lpstr>
      <vt:lpstr>ch01</vt:lpstr>
      <vt:lpstr>Cryptography and Network Security </vt:lpstr>
      <vt:lpstr>Private-Key Cryptography</vt:lpstr>
      <vt:lpstr>Public-Key Cryptography</vt:lpstr>
      <vt:lpstr>Why Public-Key Cryptography?</vt:lpstr>
      <vt:lpstr>Public-Key Cryptography</vt:lpstr>
      <vt:lpstr>Public-Key Cryptography</vt:lpstr>
      <vt:lpstr>Public-Key Characteristics</vt:lpstr>
      <vt:lpstr>Public-Key Cryptosystems</vt:lpstr>
      <vt:lpstr>Public-Key Applications</vt:lpstr>
      <vt:lpstr>Security of Public Key Schemes</vt:lpstr>
      <vt:lpstr>RSA</vt:lpstr>
      <vt:lpstr>RSA Key Setup</vt:lpstr>
      <vt:lpstr>RSA Use</vt:lpstr>
      <vt:lpstr>Why RSA Works</vt:lpstr>
      <vt:lpstr>RSA Example - Key Setup</vt:lpstr>
      <vt:lpstr>RSA Example - En/Decryption</vt:lpstr>
      <vt:lpstr>Exponentiation</vt:lpstr>
      <vt:lpstr>Exponentiation</vt:lpstr>
      <vt:lpstr>Efficient Encryption</vt:lpstr>
      <vt:lpstr>Efficient Decryption</vt:lpstr>
      <vt:lpstr>RSA Key Generation</vt:lpstr>
      <vt:lpstr>RSA Security</vt:lpstr>
      <vt:lpstr>Factoring Problem</vt:lpstr>
      <vt:lpstr>Timing Attacks</vt:lpstr>
      <vt:lpstr>Chosen Ciphertext Attacks</vt:lpstr>
      <vt:lpstr>Summary</vt:lpstr>
    </vt:vector>
  </TitlesOfParts>
  <Manager/>
  <Company>School of IT&amp;EE,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and Network Security 4/e</dc:title>
  <dc:subject>Lecture Overheads</dc:subject>
  <dc:creator>Dr Lawrie Brown</dc:creator>
  <cp:keywords/>
  <dc:description/>
  <cp:lastModifiedBy>MONTRI SUPATTATHAM</cp:lastModifiedBy>
  <cp:revision>25</cp:revision>
  <dcterms:created xsi:type="dcterms:W3CDTF">2002-03-28T02:06:54Z</dcterms:created>
  <dcterms:modified xsi:type="dcterms:W3CDTF">2022-03-01T02:24:24Z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0x0101009E3DF40221A5A747B9428815DED67DED</vt:lpwstr>
  </property>
</Properties>
</file>