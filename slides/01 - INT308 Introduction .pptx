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57" r:id="rId2"/>
    <p:sldId id="392" r:id="rId3"/>
    <p:sldId id="496" r:id="rId4"/>
    <p:sldId id="505" r:id="rId5"/>
    <p:sldId id="497" r:id="rId6"/>
    <p:sldId id="498" r:id="rId7"/>
    <p:sldId id="503" r:id="rId8"/>
    <p:sldId id="500" r:id="rId9"/>
    <p:sldId id="395" r:id="rId10"/>
    <p:sldId id="461" r:id="rId11"/>
    <p:sldId id="401" r:id="rId12"/>
    <p:sldId id="405" r:id="rId13"/>
    <p:sldId id="416" r:id="rId14"/>
    <p:sldId id="466" r:id="rId15"/>
    <p:sldId id="423" r:id="rId16"/>
    <p:sldId id="424" r:id="rId17"/>
    <p:sldId id="439" r:id="rId18"/>
    <p:sldId id="506" r:id="rId19"/>
    <p:sldId id="440" r:id="rId20"/>
    <p:sldId id="441" r:id="rId21"/>
    <p:sldId id="445" r:id="rId22"/>
    <p:sldId id="448" r:id="rId23"/>
    <p:sldId id="450" r:id="rId24"/>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kern="1200">
        <a:solidFill>
          <a:schemeClr val="tx1"/>
        </a:solidFill>
        <a:latin typeface="Times New Roman" panose="02020603050405020304" pitchFamily="18" charset="0"/>
        <a:ea typeface="+mn-ea"/>
        <a:cs typeface="+mn-cs"/>
      </a:defRPr>
    </a:lvl5pPr>
    <a:lvl6pPr marL="2286000" algn="l" defTabSz="914400" rtl="0" eaLnBrk="1" latinLnBrk="0" hangingPunct="1">
      <a:defRPr sz="2800" kern="1200">
        <a:solidFill>
          <a:schemeClr val="tx1"/>
        </a:solidFill>
        <a:latin typeface="Times New Roman" panose="02020603050405020304" pitchFamily="18" charset="0"/>
        <a:ea typeface="+mn-ea"/>
        <a:cs typeface="+mn-cs"/>
      </a:defRPr>
    </a:lvl6pPr>
    <a:lvl7pPr marL="2743200" algn="l" defTabSz="914400" rtl="0" eaLnBrk="1" latinLnBrk="0" hangingPunct="1">
      <a:defRPr sz="2800" kern="1200">
        <a:solidFill>
          <a:schemeClr val="tx1"/>
        </a:solidFill>
        <a:latin typeface="Times New Roman" panose="02020603050405020304" pitchFamily="18" charset="0"/>
        <a:ea typeface="+mn-ea"/>
        <a:cs typeface="+mn-cs"/>
      </a:defRPr>
    </a:lvl7pPr>
    <a:lvl8pPr marL="3200400" algn="l" defTabSz="914400" rtl="0" eaLnBrk="1" latinLnBrk="0" hangingPunct="1">
      <a:defRPr sz="2800" kern="1200">
        <a:solidFill>
          <a:schemeClr val="tx1"/>
        </a:solidFill>
        <a:latin typeface="Times New Roman" panose="02020603050405020304" pitchFamily="18" charset="0"/>
        <a:ea typeface="+mn-ea"/>
        <a:cs typeface="+mn-cs"/>
      </a:defRPr>
    </a:lvl8pPr>
    <a:lvl9pPr marL="3657600" algn="l" defTabSz="914400" rtl="0" eaLnBrk="1" latinLnBrk="0" hangingPunct="1">
      <a:defRPr sz="28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F"/>
    <a:srgbClr val="E9E9FF"/>
    <a:srgbClr val="C5C5FF"/>
    <a:srgbClr val="A3A3FF"/>
    <a:srgbClr val="AFFFAF"/>
    <a:srgbClr val="CDFFCD"/>
    <a:srgbClr val="00008C"/>
    <a:srgbClr val="0000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6" autoAdjust="0"/>
    <p:restoredTop sz="94660" autoAdjust="0"/>
  </p:normalViewPr>
  <p:slideViewPr>
    <p:cSldViewPr snapToGrid="0" snapToObjects="1">
      <p:cViewPr varScale="1">
        <p:scale>
          <a:sx n="102" d="100"/>
          <a:sy n="102" d="100"/>
        </p:scale>
        <p:origin x="867" y="54"/>
      </p:cViewPr>
      <p:guideLst>
        <p:guide orient="horz" pos="2160"/>
        <p:guide pos="2880"/>
      </p:guideLst>
    </p:cSldViewPr>
  </p:slideViewPr>
  <p:outlineViewPr>
    <p:cViewPr>
      <p:scale>
        <a:sx n="33" d="100"/>
        <a:sy n="33" d="100"/>
      </p:scale>
      <p:origin x="0" y="4650"/>
    </p:cViewPr>
    <p:sldLst>
      <p:sld r:id="rId1" collapse="1"/>
      <p:sld r:id="rId2" collapse="1"/>
    </p:sldLst>
  </p:outlineViewPr>
  <p:notesTextViewPr>
    <p:cViewPr>
      <p:scale>
        <a:sx n="100" d="100"/>
        <a:sy n="100" d="100"/>
      </p:scale>
      <p:origin x="0" y="0"/>
    </p:cViewPr>
  </p:notesTextViewPr>
  <p:sorterViewPr>
    <p:cViewPr>
      <p:scale>
        <a:sx n="100" d="100"/>
        <a:sy n="100" d="100"/>
      </p:scale>
      <p:origin x="0" y="34848"/>
    </p:cViewPr>
  </p:sorterViewPr>
  <p:notesViewPr>
    <p:cSldViewPr snapToGrid="0" snapToObjects="1">
      <p:cViewPr varScale="1">
        <p:scale>
          <a:sx n="77" d="100"/>
          <a:sy n="77" d="100"/>
        </p:scale>
        <p:origin x="2796" y="2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E516D80-B7D8-4EF1-BDF7-7B8743157A3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52227" name="Rectangle 3">
            <a:extLst>
              <a:ext uri="{FF2B5EF4-FFF2-40B4-BE49-F238E27FC236}">
                <a16:creationId xmlns:a16="http://schemas.microsoft.com/office/drawing/2014/main" id="{00CF5A9F-32C9-408E-A5DD-96DA7AB0084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52228" name="Rectangle 4">
            <a:extLst>
              <a:ext uri="{FF2B5EF4-FFF2-40B4-BE49-F238E27FC236}">
                <a16:creationId xmlns:a16="http://schemas.microsoft.com/office/drawing/2014/main" id="{C7410FAB-9B37-4D41-8FCC-730E0B18DE6A}"/>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52229" name="Rectangle 5">
            <a:extLst>
              <a:ext uri="{FF2B5EF4-FFF2-40B4-BE49-F238E27FC236}">
                <a16:creationId xmlns:a16="http://schemas.microsoft.com/office/drawing/2014/main" id="{67C14272-F2B4-4EE2-B2DA-C1C81B5594B1}"/>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AB3DFAE-9D29-45DF-AE99-9EB192E2D59A}"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A02B2CA-3C38-492D-8F30-73BD6325B1F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14339" name="Rectangle 3">
            <a:extLst>
              <a:ext uri="{FF2B5EF4-FFF2-40B4-BE49-F238E27FC236}">
                <a16:creationId xmlns:a16="http://schemas.microsoft.com/office/drawing/2014/main" id="{0747CA7D-30D6-4CED-9F09-3098D25BE885}"/>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3076" name="Rectangle 4">
            <a:extLst>
              <a:ext uri="{FF2B5EF4-FFF2-40B4-BE49-F238E27FC236}">
                <a16:creationId xmlns:a16="http://schemas.microsoft.com/office/drawing/2014/main" id="{EA7B0BD9-2317-4AC0-9600-8F3B18523D4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1F6E9C23-25CA-43B9-916D-148EC26D2138}"/>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a:extLst>
              <a:ext uri="{FF2B5EF4-FFF2-40B4-BE49-F238E27FC236}">
                <a16:creationId xmlns:a16="http://schemas.microsoft.com/office/drawing/2014/main" id="{1AFB474D-46D5-4AE6-8C66-32A49D1AFA2C}"/>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14343" name="Rectangle 7">
            <a:extLst>
              <a:ext uri="{FF2B5EF4-FFF2-40B4-BE49-F238E27FC236}">
                <a16:creationId xmlns:a16="http://schemas.microsoft.com/office/drawing/2014/main" id="{7E06CA32-AE10-41E7-BC3D-C007584BADC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F0619A0-3EF3-4C23-9571-49882F5D57F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Threats:</a:t>
            </a:r>
            <a:r>
              <a:rPr lang="en-US" b="0" i="0" dirty="0">
                <a:solidFill>
                  <a:srgbClr val="374151"/>
                </a:solidFill>
                <a:effectLst/>
                <a:latin typeface="Söhne"/>
              </a:rPr>
              <a:t> Cybersecurity addresses a variety of threats, including malware (viruses, worms, ransomware), phishing attacks, hacking, social engineering, and more. Understanding these threats is crucial to implementing effective security measures.</a:t>
            </a:r>
          </a:p>
          <a:p>
            <a:pPr algn="l">
              <a:buFont typeface="+mj-lt"/>
              <a:buAutoNum type="arabicPeriod"/>
            </a:pPr>
            <a:r>
              <a:rPr lang="en-US" b="1" i="0" dirty="0">
                <a:solidFill>
                  <a:srgbClr val="374151"/>
                </a:solidFill>
                <a:effectLst/>
                <a:latin typeface="Söhne"/>
              </a:rPr>
              <a:t>Vulnerabilities:</a:t>
            </a:r>
            <a:r>
              <a:rPr lang="en-US" b="0" i="0" dirty="0">
                <a:solidFill>
                  <a:srgbClr val="374151"/>
                </a:solidFill>
                <a:effectLst/>
                <a:latin typeface="Söhne"/>
              </a:rPr>
              <a:t> Weaknesses in systems or software that could be exploited by attackers are known as vulnerabilities. Cybersecurity aims to identify and patch or mitigate these vulnerabilities to reduce the risk of exploitation.</a:t>
            </a:r>
          </a:p>
          <a:p>
            <a:pPr algn="l">
              <a:buFont typeface="+mj-lt"/>
              <a:buAutoNum type="arabicPeriod"/>
            </a:pPr>
            <a:r>
              <a:rPr lang="en-US" b="1" i="0" dirty="0">
                <a:solidFill>
                  <a:srgbClr val="374151"/>
                </a:solidFill>
                <a:effectLst/>
                <a:latin typeface="Söhne"/>
              </a:rPr>
              <a:t>Risk Management:</a:t>
            </a:r>
            <a:r>
              <a:rPr lang="en-US" b="0" i="0" dirty="0">
                <a:solidFill>
                  <a:srgbClr val="374151"/>
                </a:solidFill>
                <a:effectLst/>
                <a:latin typeface="Söhne"/>
              </a:rPr>
              <a:t> Assessing and managing risks is a fundamental aspect of cybersecurity. Organizations need to understand their potential exposure to cyber threats and implement strategies to mitigate and manage those risks effectively.</a:t>
            </a:r>
          </a:p>
          <a:p>
            <a:pPr algn="l">
              <a:buFont typeface="+mj-lt"/>
              <a:buAutoNum type="arabicPeriod"/>
            </a:pPr>
            <a:r>
              <a:rPr lang="en-US" b="1" i="0" dirty="0">
                <a:solidFill>
                  <a:srgbClr val="374151"/>
                </a:solidFill>
                <a:effectLst/>
                <a:latin typeface="Söhne"/>
              </a:rPr>
              <a:t>Access Control:</a:t>
            </a:r>
            <a:r>
              <a:rPr lang="en-US" b="0" i="0" dirty="0">
                <a:solidFill>
                  <a:srgbClr val="374151"/>
                </a:solidFill>
                <a:effectLst/>
                <a:latin typeface="Söhne"/>
              </a:rPr>
              <a:t> Controlling and managing user access to systems and data is crucial. This involves the use of authentication mechanisms (such as passwords or biometrics) and authorization protocols to ensure that only authorized individuals have appropriate access.</a:t>
            </a:r>
          </a:p>
          <a:p>
            <a:pPr algn="l">
              <a:buFont typeface="+mj-lt"/>
              <a:buAutoNum type="arabicPeriod"/>
            </a:pPr>
            <a:r>
              <a:rPr lang="en-US" b="1" i="0" dirty="0">
                <a:solidFill>
                  <a:srgbClr val="374151"/>
                </a:solidFill>
                <a:effectLst/>
                <a:latin typeface="Söhne"/>
              </a:rPr>
              <a:t>Encryption:</a:t>
            </a:r>
            <a:r>
              <a:rPr lang="en-US" b="0" i="0" dirty="0">
                <a:solidFill>
                  <a:srgbClr val="374151"/>
                </a:solidFill>
                <a:effectLst/>
                <a:latin typeface="Söhne"/>
              </a:rPr>
              <a:t> The process of converting information into a secure code to protect it from unauthorized access is known as encryption. It's used to secure data both in transit (during communication) and at rest (when stored).</a:t>
            </a:r>
          </a:p>
          <a:p>
            <a:pPr algn="l">
              <a:buFont typeface="+mj-lt"/>
              <a:buAutoNum type="arabicPeriod"/>
            </a:pPr>
            <a:r>
              <a:rPr lang="en-US" b="1" i="0" dirty="0">
                <a:solidFill>
                  <a:srgbClr val="374151"/>
                </a:solidFill>
                <a:effectLst/>
                <a:latin typeface="Söhne"/>
              </a:rPr>
              <a:t>Firewalls and Intrusion Detection/Prevention Systems:</a:t>
            </a:r>
            <a:r>
              <a:rPr lang="en-US" b="0" i="0" dirty="0">
                <a:solidFill>
                  <a:srgbClr val="374151"/>
                </a:solidFill>
                <a:effectLst/>
                <a:latin typeface="Söhne"/>
              </a:rPr>
              <a:t> These are security mechanisms that monitor and control incoming and outgoing network traffic. Firewalls act as a barrier between a secure internal network and untrusted external networks, while intrusion detection/prevention systems help identify and respond to potential security incidents.</a:t>
            </a:r>
          </a:p>
          <a:p>
            <a:pPr algn="l">
              <a:buFont typeface="+mj-lt"/>
              <a:buAutoNum type="arabicPeriod"/>
            </a:pPr>
            <a:r>
              <a:rPr lang="en-US" b="1" i="0" dirty="0">
                <a:solidFill>
                  <a:srgbClr val="374151"/>
                </a:solidFill>
                <a:effectLst/>
                <a:latin typeface="Söhne"/>
              </a:rPr>
              <a:t>Incident Response and Forensics:</a:t>
            </a:r>
            <a:r>
              <a:rPr lang="en-US" b="0" i="0" dirty="0">
                <a:solidFill>
                  <a:srgbClr val="374151"/>
                </a:solidFill>
                <a:effectLst/>
                <a:latin typeface="Söhne"/>
              </a:rPr>
              <a:t> Having a well-defined incident response plan is critical for organizations. This involves processes to detect, respond to, and recover from security incidents. Forensic analysis is often used to investigate and understand the nature of security breaches.</a:t>
            </a:r>
          </a:p>
          <a:p>
            <a:pPr algn="l">
              <a:buFont typeface="+mj-lt"/>
              <a:buAutoNum type="arabicPeriod"/>
            </a:pPr>
            <a:r>
              <a:rPr lang="en-US" b="1" i="0" dirty="0">
                <a:solidFill>
                  <a:srgbClr val="374151"/>
                </a:solidFill>
                <a:effectLst/>
                <a:latin typeface="Söhne"/>
              </a:rPr>
              <a:t>Security Awareness Training:</a:t>
            </a:r>
            <a:r>
              <a:rPr lang="en-US" b="0" i="0" dirty="0">
                <a:solidFill>
                  <a:srgbClr val="374151"/>
                </a:solidFill>
                <a:effectLst/>
                <a:latin typeface="Söhne"/>
              </a:rPr>
              <a:t> Educating users about cybersecurity best practices helps reduce the human factor in security incidents. This includes recognizing phishing attempts, using strong passwords, and understanding social engineering tactics.</a:t>
            </a:r>
          </a:p>
          <a:p>
            <a:pPr algn="l">
              <a:buFont typeface="+mj-lt"/>
              <a:buAutoNum type="arabicPeriod"/>
            </a:pPr>
            <a:r>
              <a:rPr lang="en-US" b="1" i="0" dirty="0">
                <a:solidFill>
                  <a:srgbClr val="374151"/>
                </a:solidFill>
                <a:effectLst/>
                <a:latin typeface="Söhne"/>
              </a:rPr>
              <a:t>Regulatory Compliance:</a:t>
            </a:r>
            <a:r>
              <a:rPr lang="en-US" b="0" i="0" dirty="0">
                <a:solidFill>
                  <a:srgbClr val="374151"/>
                </a:solidFill>
                <a:effectLst/>
                <a:latin typeface="Söhne"/>
              </a:rPr>
              <a:t> Many industries and regions have specific cybersecurity regulations and compliance requirements. Adhering to these standards helps organizations meet legal and industry-specific obligations.</a:t>
            </a:r>
          </a:p>
          <a:p>
            <a:pPr algn="l">
              <a:buFont typeface="+mj-lt"/>
              <a:buAutoNum type="arabicPeriod"/>
            </a:pPr>
            <a:r>
              <a:rPr lang="en-US" b="1" i="0" dirty="0">
                <a:solidFill>
                  <a:srgbClr val="374151"/>
                </a:solidFill>
                <a:effectLst/>
                <a:latin typeface="Söhne"/>
              </a:rPr>
              <a:t>Continuous Monitoring and Improvement:</a:t>
            </a:r>
            <a:r>
              <a:rPr lang="en-US" b="0" i="0" dirty="0">
                <a:solidFill>
                  <a:srgbClr val="374151"/>
                </a:solidFill>
                <a:effectLst/>
                <a:latin typeface="Söhne"/>
              </a:rPr>
              <a:t> Cybersecurity is an ongoing process. Continuous monitoring of systems, periodic security assessments, and the implementation of lessons learned from previous incidents are essential for maintaining a robust cybersecurity posture.</a:t>
            </a:r>
          </a:p>
          <a:p>
            <a:endParaRPr lang="en-US" dirty="0"/>
          </a:p>
        </p:txBody>
      </p:sp>
      <p:sp>
        <p:nvSpPr>
          <p:cNvPr id="4" name="Slide Number Placeholder 3"/>
          <p:cNvSpPr>
            <a:spLocks noGrp="1"/>
          </p:cNvSpPr>
          <p:nvPr>
            <p:ph type="sldNum" sz="quarter" idx="5"/>
          </p:nvPr>
        </p:nvSpPr>
        <p:spPr/>
        <p:txBody>
          <a:bodyPr/>
          <a:lstStyle/>
          <a:p>
            <a:pPr>
              <a:defRPr/>
            </a:pPr>
            <a:fld id="{5F0619A0-3EF3-4C23-9571-49882F5D57F5}" type="slidenum">
              <a:rPr lang="en-US" altLang="en-US" smtClean="0"/>
              <a:pPr>
                <a:defRPr/>
              </a:pPr>
              <a:t>2</a:t>
            </a:fld>
            <a:endParaRPr lang="en-US" altLang="en-US"/>
          </a:p>
        </p:txBody>
      </p:sp>
    </p:spTree>
    <p:extLst>
      <p:ext uri="{BB962C8B-B14F-4D97-AF65-F5344CB8AC3E}">
        <p14:creationId xmlns:p14="http://schemas.microsoft.com/office/powerpoint/2010/main" val="1446601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F0619A0-3EF3-4C23-9571-49882F5D57F5}" type="slidenum">
              <a:rPr lang="en-US" altLang="en-US" smtClean="0"/>
              <a:pPr>
                <a:defRPr/>
              </a:pPr>
              <a:t>3</a:t>
            </a:fld>
            <a:endParaRPr lang="en-US" altLang="en-US"/>
          </a:p>
        </p:txBody>
      </p:sp>
    </p:spTree>
    <p:extLst>
      <p:ext uri="{BB962C8B-B14F-4D97-AF65-F5344CB8AC3E}">
        <p14:creationId xmlns:p14="http://schemas.microsoft.com/office/powerpoint/2010/main" val="864424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F0619A0-3EF3-4C23-9571-49882F5D57F5}" type="slidenum">
              <a:rPr lang="en-US" altLang="en-US" smtClean="0"/>
              <a:pPr>
                <a:defRPr/>
              </a:pPr>
              <a:t>4</a:t>
            </a:fld>
            <a:endParaRPr lang="en-US" altLang="en-US"/>
          </a:p>
        </p:txBody>
      </p:sp>
    </p:spTree>
    <p:extLst>
      <p:ext uri="{BB962C8B-B14F-4D97-AF65-F5344CB8AC3E}">
        <p14:creationId xmlns:p14="http://schemas.microsoft.com/office/powerpoint/2010/main" val="1223763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F0619A0-3EF3-4C23-9571-49882F5D57F5}" type="slidenum">
              <a:rPr lang="en-US" altLang="en-US" smtClean="0"/>
              <a:pPr>
                <a:defRPr/>
              </a:pPr>
              <a:t>5</a:t>
            </a:fld>
            <a:endParaRPr lang="en-US" altLang="en-US"/>
          </a:p>
        </p:txBody>
      </p:sp>
    </p:spTree>
    <p:extLst>
      <p:ext uri="{BB962C8B-B14F-4D97-AF65-F5344CB8AC3E}">
        <p14:creationId xmlns:p14="http://schemas.microsoft.com/office/powerpoint/2010/main" val="2280390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68C34DB-B01F-455C-8A5A-8B922CEB0D07}"/>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4890F817-1FFE-4EB3-B2B7-DB3490EE48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en-US"/>
          </a:p>
        </p:txBody>
      </p:sp>
      <p:sp>
        <p:nvSpPr>
          <p:cNvPr id="23556" name="Slide Number Placeholder 3">
            <a:extLst>
              <a:ext uri="{FF2B5EF4-FFF2-40B4-BE49-F238E27FC236}">
                <a16:creationId xmlns:a16="http://schemas.microsoft.com/office/drawing/2014/main" id="{EDB058A0-D5C2-4D29-8474-99CB58E679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9333D42-4E8D-4039-910B-B51AD8AA55EB}" type="slidenum">
              <a:rPr lang="en-US" altLang="en-US" smtClean="0"/>
              <a:pPr>
                <a:spcBef>
                  <a:spcPct val="0"/>
                </a:spcBef>
              </a:pPr>
              <a:t>10</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F0619A0-3EF3-4C23-9571-49882F5D57F5}" type="slidenum">
              <a:rPr lang="en-US" altLang="en-US" smtClean="0"/>
              <a:pPr>
                <a:defRPr/>
              </a:pPr>
              <a:t>22</a:t>
            </a:fld>
            <a:endParaRPr lang="en-US" altLang="en-US"/>
          </a:p>
        </p:txBody>
      </p:sp>
    </p:spTree>
    <p:extLst>
      <p:ext uri="{BB962C8B-B14F-4D97-AF65-F5344CB8AC3E}">
        <p14:creationId xmlns:p14="http://schemas.microsoft.com/office/powerpoint/2010/main" val="992480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h-TH"/>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th-TH" dirty="0"/>
          </a:p>
        </p:txBody>
      </p:sp>
      <p:sp>
        <p:nvSpPr>
          <p:cNvPr id="4" name="Rectangle 4">
            <a:extLst>
              <a:ext uri="{FF2B5EF4-FFF2-40B4-BE49-F238E27FC236}">
                <a16:creationId xmlns:a16="http://schemas.microsoft.com/office/drawing/2014/main" id="{1B501900-17D7-45D2-A329-11A705CE08A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EFAA6CC-CCC6-4E82-A77D-FCD41E07CFD0}"/>
              </a:ext>
            </a:extLst>
          </p:cNvPr>
          <p:cNvSpPr>
            <a:spLocks noGrp="1" noChangeArrowheads="1"/>
          </p:cNvSpPr>
          <p:nvPr>
            <p:ph type="sldNum" sz="quarter" idx="11"/>
          </p:nvPr>
        </p:nvSpPr>
        <p:spPr>
          <a:ln/>
        </p:spPr>
        <p:txBody>
          <a:bodyPr/>
          <a:lstStyle>
            <a:lvl1pPr>
              <a:defRPr/>
            </a:lvl1pPr>
          </a:lstStyle>
          <a:p>
            <a:pPr>
              <a:defRPr/>
            </a:pPr>
            <a:fld id="{98559B4F-CF0B-40D4-9944-80C0D61067E7}" type="slidenum">
              <a:rPr lang="en-US" altLang="en-US"/>
              <a:pPr>
                <a:defRPr/>
              </a:pPr>
              <a:t>‹#›</a:t>
            </a:fld>
            <a:endParaRPr lang="en-US" altLang="en-US"/>
          </a:p>
        </p:txBody>
      </p:sp>
    </p:spTree>
    <p:extLst>
      <p:ext uri="{BB962C8B-B14F-4D97-AF65-F5344CB8AC3E}">
        <p14:creationId xmlns:p14="http://schemas.microsoft.com/office/powerpoint/2010/main" val="274990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Slide Number Placeholder 5">
            <a:extLst>
              <a:ext uri="{FF2B5EF4-FFF2-40B4-BE49-F238E27FC236}">
                <a16:creationId xmlns:a16="http://schemas.microsoft.com/office/drawing/2014/main" id="{D6278BC1-04B1-40A3-812A-704531409214}"/>
              </a:ext>
            </a:extLst>
          </p:cNvPr>
          <p:cNvSpPr>
            <a:spLocks noGrp="1"/>
          </p:cNvSpPr>
          <p:nvPr>
            <p:ph type="sldNum" sz="quarter" idx="10"/>
          </p:nvPr>
        </p:nvSpPr>
        <p:spPr/>
        <p:txBody>
          <a:bodyPr/>
          <a:lstStyle>
            <a:lvl1pPr>
              <a:defRPr/>
            </a:lvl1pPr>
          </a:lstStyle>
          <a:p>
            <a:pPr>
              <a:defRPr/>
            </a:pPr>
            <a:r>
              <a:rPr lang="en-US" altLang="en-US"/>
              <a:t> </a:t>
            </a:r>
            <a:fld id="{25AC6F8F-B5FC-4F62-A6B9-A11F7073E29A}" type="slidenum">
              <a:rPr lang="en-US" altLang="en-US" smtClean="0"/>
              <a:pPr>
                <a:defRPr/>
              </a:pPr>
              <a:t>‹#›</a:t>
            </a:fld>
            <a:endParaRPr lang="en-US" altLang="en-US"/>
          </a:p>
        </p:txBody>
      </p:sp>
    </p:spTree>
    <p:extLst>
      <p:ext uri="{BB962C8B-B14F-4D97-AF65-F5344CB8AC3E}">
        <p14:creationId xmlns:p14="http://schemas.microsoft.com/office/powerpoint/2010/main" val="2911042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C02CED5-DD71-4693-906A-3DBBFFEB71D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E8A753B-BB62-4AFA-BE88-D5282FEC77F8}"/>
              </a:ext>
            </a:extLst>
          </p:cNvPr>
          <p:cNvSpPr>
            <a:spLocks noGrp="1" noChangeArrowheads="1"/>
          </p:cNvSpPr>
          <p:nvPr>
            <p:ph type="sldNum" sz="quarter" idx="11"/>
          </p:nvPr>
        </p:nvSpPr>
        <p:spPr>
          <a:ln/>
        </p:spPr>
        <p:txBody>
          <a:bodyPr/>
          <a:lstStyle>
            <a:lvl1pPr>
              <a:defRPr/>
            </a:lvl1pPr>
          </a:lstStyle>
          <a:p>
            <a:pPr>
              <a:defRPr/>
            </a:pPr>
            <a:fld id="{582DE116-FF6D-4A37-8765-DC06B6051D9A}" type="slidenum">
              <a:rPr lang="en-US" altLang="en-US"/>
              <a:pPr>
                <a:defRPr/>
              </a:pPr>
              <a:t>‹#›</a:t>
            </a:fld>
            <a:endParaRPr lang="en-US" altLang="en-US"/>
          </a:p>
        </p:txBody>
      </p:sp>
    </p:spTree>
    <p:extLst>
      <p:ext uri="{BB962C8B-B14F-4D97-AF65-F5344CB8AC3E}">
        <p14:creationId xmlns:p14="http://schemas.microsoft.com/office/powerpoint/2010/main" val="1970492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685800" y="13716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3716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4">
            <a:extLst>
              <a:ext uri="{FF2B5EF4-FFF2-40B4-BE49-F238E27FC236}">
                <a16:creationId xmlns:a16="http://schemas.microsoft.com/office/drawing/2014/main" id="{0077430B-E197-4AB0-826E-02967F0CC10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9E6AB5-401C-49B9-A319-2D598AF448A9}"/>
              </a:ext>
            </a:extLst>
          </p:cNvPr>
          <p:cNvSpPr>
            <a:spLocks noGrp="1" noChangeArrowheads="1"/>
          </p:cNvSpPr>
          <p:nvPr>
            <p:ph type="sldNum" sz="quarter" idx="11"/>
          </p:nvPr>
        </p:nvSpPr>
        <p:spPr>
          <a:ln/>
        </p:spPr>
        <p:txBody>
          <a:bodyPr/>
          <a:lstStyle>
            <a:lvl1pPr>
              <a:defRPr/>
            </a:lvl1pPr>
          </a:lstStyle>
          <a:p>
            <a:pPr>
              <a:defRPr/>
            </a:pPr>
            <a:fld id="{9BD5780B-61BA-4BBD-9546-03EB89DDCFB7}" type="slidenum">
              <a:rPr lang="en-US" altLang="en-US"/>
              <a:pPr>
                <a:defRPr/>
              </a:pPr>
              <a:t>‹#›</a:t>
            </a:fld>
            <a:endParaRPr lang="en-US" altLang="en-US"/>
          </a:p>
        </p:txBody>
      </p:sp>
    </p:spTree>
    <p:extLst>
      <p:ext uri="{BB962C8B-B14F-4D97-AF65-F5344CB8AC3E}">
        <p14:creationId xmlns:p14="http://schemas.microsoft.com/office/powerpoint/2010/main" val="212576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4">
            <a:extLst>
              <a:ext uri="{FF2B5EF4-FFF2-40B4-BE49-F238E27FC236}">
                <a16:creationId xmlns:a16="http://schemas.microsoft.com/office/drawing/2014/main" id="{6655AB43-B3D7-440E-8538-D1FD41BAF45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937129CD-610A-445F-9E48-B47F15E23480}"/>
              </a:ext>
            </a:extLst>
          </p:cNvPr>
          <p:cNvSpPr>
            <a:spLocks noGrp="1" noChangeArrowheads="1"/>
          </p:cNvSpPr>
          <p:nvPr>
            <p:ph type="sldNum" sz="quarter" idx="11"/>
          </p:nvPr>
        </p:nvSpPr>
        <p:spPr>
          <a:ln/>
        </p:spPr>
        <p:txBody>
          <a:bodyPr/>
          <a:lstStyle>
            <a:lvl1pPr>
              <a:defRPr/>
            </a:lvl1pPr>
          </a:lstStyle>
          <a:p>
            <a:pPr>
              <a:defRPr/>
            </a:pPr>
            <a:fld id="{A14207BE-52B0-40C7-B8CB-B3726DB48666}" type="slidenum">
              <a:rPr lang="en-US" altLang="en-US"/>
              <a:pPr>
                <a:defRPr/>
              </a:pPr>
              <a:t>‹#›</a:t>
            </a:fld>
            <a:endParaRPr lang="en-US" altLang="en-US"/>
          </a:p>
        </p:txBody>
      </p:sp>
    </p:spTree>
    <p:extLst>
      <p:ext uri="{BB962C8B-B14F-4D97-AF65-F5344CB8AC3E}">
        <p14:creationId xmlns:p14="http://schemas.microsoft.com/office/powerpoint/2010/main" val="127508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4">
            <a:extLst>
              <a:ext uri="{FF2B5EF4-FFF2-40B4-BE49-F238E27FC236}">
                <a16:creationId xmlns:a16="http://schemas.microsoft.com/office/drawing/2014/main" id="{DEC66FFE-FFB1-4CDE-8B69-489522CD7C1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F57244D0-4FCA-4537-AD9B-113810031911}"/>
              </a:ext>
            </a:extLst>
          </p:cNvPr>
          <p:cNvSpPr>
            <a:spLocks noGrp="1" noChangeArrowheads="1"/>
          </p:cNvSpPr>
          <p:nvPr>
            <p:ph type="sldNum" sz="quarter" idx="11"/>
          </p:nvPr>
        </p:nvSpPr>
        <p:spPr>
          <a:ln/>
        </p:spPr>
        <p:txBody>
          <a:bodyPr/>
          <a:lstStyle>
            <a:lvl1pPr>
              <a:defRPr/>
            </a:lvl1pPr>
          </a:lstStyle>
          <a:p>
            <a:pPr>
              <a:defRPr/>
            </a:pPr>
            <a:fld id="{81E7CBC1-92BA-41E6-A0EA-257B60E2DAF5}" type="slidenum">
              <a:rPr lang="en-US" altLang="en-US"/>
              <a:pPr>
                <a:defRPr/>
              </a:pPr>
              <a:t>‹#›</a:t>
            </a:fld>
            <a:endParaRPr lang="en-US" altLang="en-US"/>
          </a:p>
        </p:txBody>
      </p:sp>
    </p:spTree>
    <p:extLst>
      <p:ext uri="{BB962C8B-B14F-4D97-AF65-F5344CB8AC3E}">
        <p14:creationId xmlns:p14="http://schemas.microsoft.com/office/powerpoint/2010/main" val="270006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E777073-DCAD-48BE-AA81-633F129EF9C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950C16C5-DA6B-4408-8EED-5B912EF1184B}"/>
              </a:ext>
            </a:extLst>
          </p:cNvPr>
          <p:cNvSpPr>
            <a:spLocks noGrp="1" noChangeArrowheads="1"/>
          </p:cNvSpPr>
          <p:nvPr>
            <p:ph type="sldNum" sz="quarter" idx="11"/>
          </p:nvPr>
        </p:nvSpPr>
        <p:spPr>
          <a:ln/>
        </p:spPr>
        <p:txBody>
          <a:bodyPr/>
          <a:lstStyle>
            <a:lvl1pPr>
              <a:defRPr/>
            </a:lvl1pPr>
          </a:lstStyle>
          <a:p>
            <a:pPr>
              <a:defRPr/>
            </a:pPr>
            <a:fld id="{067350C2-CD69-4827-9459-A347C4F483A7}" type="slidenum">
              <a:rPr lang="en-US" altLang="en-US"/>
              <a:pPr>
                <a:defRPr/>
              </a:pPr>
              <a:t>‹#›</a:t>
            </a:fld>
            <a:endParaRPr lang="en-US" altLang="en-US"/>
          </a:p>
        </p:txBody>
      </p:sp>
    </p:spTree>
    <p:extLst>
      <p:ext uri="{BB962C8B-B14F-4D97-AF65-F5344CB8AC3E}">
        <p14:creationId xmlns:p14="http://schemas.microsoft.com/office/powerpoint/2010/main" val="1593866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C9A4111-EC21-4219-93D1-9AF13AD669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D4FD15-9134-4500-8302-DDCAFBD8F2B6}"/>
              </a:ext>
            </a:extLst>
          </p:cNvPr>
          <p:cNvSpPr>
            <a:spLocks noGrp="1" noChangeArrowheads="1"/>
          </p:cNvSpPr>
          <p:nvPr>
            <p:ph type="sldNum" sz="quarter" idx="11"/>
          </p:nvPr>
        </p:nvSpPr>
        <p:spPr>
          <a:ln/>
        </p:spPr>
        <p:txBody>
          <a:bodyPr/>
          <a:lstStyle>
            <a:lvl1pPr>
              <a:defRPr/>
            </a:lvl1pPr>
          </a:lstStyle>
          <a:p>
            <a:pPr>
              <a:defRPr/>
            </a:pPr>
            <a:fld id="{9D254C0A-F00A-40E5-B91E-6DF279987610}" type="slidenum">
              <a:rPr lang="en-US" altLang="en-US"/>
              <a:pPr>
                <a:defRPr/>
              </a:pPr>
              <a:t>‹#›</a:t>
            </a:fld>
            <a:endParaRPr lang="en-US" altLang="en-US"/>
          </a:p>
        </p:txBody>
      </p:sp>
    </p:spTree>
    <p:extLst>
      <p:ext uri="{BB962C8B-B14F-4D97-AF65-F5344CB8AC3E}">
        <p14:creationId xmlns:p14="http://schemas.microsoft.com/office/powerpoint/2010/main" val="2266725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AE24408-EDEF-4DF8-9D59-BE72CA45B45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F1FE359-7246-4245-89E7-0011CA080F08}"/>
              </a:ext>
            </a:extLst>
          </p:cNvPr>
          <p:cNvSpPr>
            <a:spLocks noGrp="1" noChangeArrowheads="1"/>
          </p:cNvSpPr>
          <p:nvPr>
            <p:ph type="sldNum" sz="quarter" idx="11"/>
          </p:nvPr>
        </p:nvSpPr>
        <p:spPr>
          <a:ln/>
        </p:spPr>
        <p:txBody>
          <a:bodyPr/>
          <a:lstStyle>
            <a:lvl1pPr>
              <a:defRPr/>
            </a:lvl1pPr>
          </a:lstStyle>
          <a:p>
            <a:pPr>
              <a:defRPr/>
            </a:pPr>
            <a:fld id="{465073EB-1B14-48B1-BADF-D2A81A79237B}" type="slidenum">
              <a:rPr lang="en-US" altLang="en-US"/>
              <a:pPr>
                <a:defRPr/>
              </a:pPr>
              <a:t>‹#›</a:t>
            </a:fld>
            <a:endParaRPr lang="en-US" altLang="en-US"/>
          </a:p>
        </p:txBody>
      </p:sp>
    </p:spTree>
    <p:extLst>
      <p:ext uri="{BB962C8B-B14F-4D97-AF65-F5344CB8AC3E}">
        <p14:creationId xmlns:p14="http://schemas.microsoft.com/office/powerpoint/2010/main" val="542664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a:extLst>
              <a:ext uri="{FF2B5EF4-FFF2-40B4-BE49-F238E27FC236}">
                <a16:creationId xmlns:a16="http://schemas.microsoft.com/office/drawing/2014/main" id="{9DBBABAC-52A4-4676-BBDB-128382A4A0C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1E29E5C-18F2-4E2C-9608-8A6E9E6936D7}"/>
              </a:ext>
            </a:extLst>
          </p:cNvPr>
          <p:cNvSpPr>
            <a:spLocks noGrp="1" noChangeArrowheads="1"/>
          </p:cNvSpPr>
          <p:nvPr>
            <p:ph type="sldNum" sz="quarter" idx="11"/>
          </p:nvPr>
        </p:nvSpPr>
        <p:spPr>
          <a:ln/>
        </p:spPr>
        <p:txBody>
          <a:bodyPr/>
          <a:lstStyle>
            <a:lvl1pPr>
              <a:defRPr/>
            </a:lvl1pPr>
          </a:lstStyle>
          <a:p>
            <a:pPr>
              <a:defRPr/>
            </a:pPr>
            <a:fld id="{232EC53C-BA30-4408-BB4F-2EC4357B67A1}" type="slidenum">
              <a:rPr lang="en-US" altLang="en-US"/>
              <a:pPr>
                <a:defRPr/>
              </a:pPr>
              <a:t>‹#›</a:t>
            </a:fld>
            <a:endParaRPr lang="en-US" altLang="en-US"/>
          </a:p>
        </p:txBody>
      </p:sp>
    </p:spTree>
    <p:extLst>
      <p:ext uri="{BB962C8B-B14F-4D97-AF65-F5344CB8AC3E}">
        <p14:creationId xmlns:p14="http://schemas.microsoft.com/office/powerpoint/2010/main" val="2491482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5638800"/>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685800" y="5334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a:extLst>
              <a:ext uri="{FF2B5EF4-FFF2-40B4-BE49-F238E27FC236}">
                <a16:creationId xmlns:a16="http://schemas.microsoft.com/office/drawing/2014/main" id="{953035CD-E779-4E9B-8329-EF8026F1D69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F2446CE-15BF-450B-B5A1-D2F31E78886F}"/>
              </a:ext>
            </a:extLst>
          </p:cNvPr>
          <p:cNvSpPr>
            <a:spLocks noGrp="1" noChangeArrowheads="1"/>
          </p:cNvSpPr>
          <p:nvPr>
            <p:ph type="sldNum" sz="quarter" idx="11"/>
          </p:nvPr>
        </p:nvSpPr>
        <p:spPr>
          <a:ln/>
        </p:spPr>
        <p:txBody>
          <a:bodyPr/>
          <a:lstStyle>
            <a:lvl1pPr>
              <a:defRPr/>
            </a:lvl1pPr>
          </a:lstStyle>
          <a:p>
            <a:pPr>
              <a:defRPr/>
            </a:pPr>
            <a:fld id="{FDC33F5B-192E-4A7F-AE7B-39949CC419E5}" type="slidenum">
              <a:rPr lang="en-US" altLang="en-US"/>
              <a:pPr>
                <a:defRPr/>
              </a:pPr>
              <a:t>‹#›</a:t>
            </a:fld>
            <a:endParaRPr lang="en-US" altLang="en-US"/>
          </a:p>
        </p:txBody>
      </p:sp>
    </p:spTree>
    <p:extLst>
      <p:ext uri="{BB962C8B-B14F-4D97-AF65-F5344CB8AC3E}">
        <p14:creationId xmlns:p14="http://schemas.microsoft.com/office/powerpoint/2010/main" val="3163670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5"/>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AFC3E3B-32F4-48AC-AD86-80DA4D82CCF1}"/>
              </a:ext>
            </a:extLst>
          </p:cNvPr>
          <p:cNvSpPr>
            <a:spLocks noGrp="1" noChangeArrowheads="1"/>
          </p:cNvSpPr>
          <p:nvPr>
            <p:ph type="title"/>
          </p:nvPr>
        </p:nvSpPr>
        <p:spPr bwMode="auto">
          <a:xfrm>
            <a:off x="685800" y="533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AFD245A-C24E-4E26-BA04-2ECCD3B86AC1}"/>
              </a:ext>
            </a:extLst>
          </p:cNvPr>
          <p:cNvSpPr>
            <a:spLocks noGrp="1" noChangeArrowheads="1"/>
          </p:cNvSpPr>
          <p:nvPr>
            <p:ph type="body" idx="1"/>
          </p:nvPr>
        </p:nvSpPr>
        <p:spPr bwMode="auto">
          <a:xfrm>
            <a:off x="685800" y="13716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2651BF8F-0B41-4942-875F-4C2C2EE5B71A}"/>
              </a:ext>
            </a:extLst>
          </p:cNvPr>
          <p:cNvSpPr>
            <a:spLocks noGrp="1" noChangeArrowheads="1"/>
          </p:cNvSpPr>
          <p:nvPr>
            <p:ph type="dt" sz="half" idx="2"/>
          </p:nvPr>
        </p:nvSpPr>
        <p:spPr bwMode="auto">
          <a:xfrm>
            <a:off x="6858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1">
                <a:solidFill>
                  <a:srgbClr val="16027C"/>
                </a:solidFill>
                <a:latin typeface="+mn-lt"/>
              </a:defRPr>
            </a:lvl1pPr>
          </a:lstStyle>
          <a:p>
            <a:pPr>
              <a:defRPr/>
            </a:pPr>
            <a:endParaRPr lang="en-US"/>
          </a:p>
        </p:txBody>
      </p:sp>
      <p:sp>
        <p:nvSpPr>
          <p:cNvPr id="1030" name="Rectangle 6">
            <a:extLst>
              <a:ext uri="{FF2B5EF4-FFF2-40B4-BE49-F238E27FC236}">
                <a16:creationId xmlns:a16="http://schemas.microsoft.com/office/drawing/2014/main" id="{7CCD585A-1F13-4C9C-8B33-56B0E429FA6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1">
                <a:solidFill>
                  <a:srgbClr val="16027C"/>
                </a:solidFill>
                <a:latin typeface="Arial" panose="020B0604020202020204" pitchFamily="34" charset="0"/>
              </a:defRPr>
            </a:lvl1pPr>
          </a:lstStyle>
          <a:p>
            <a:pPr>
              <a:defRPr/>
            </a:pPr>
            <a:fld id="{1D6D6690-F1CE-4469-BBE4-BEDCA0B5D8CC}" type="slidenum">
              <a:rPr lang="en-US" altLang="en-US"/>
              <a:pPr>
                <a:defRPr/>
              </a:pPr>
              <a:t>‹#›</a:t>
            </a:fld>
            <a:endParaRPr lang="en-US" altLang="en-US"/>
          </a:p>
        </p:txBody>
      </p:sp>
      <p:sp>
        <p:nvSpPr>
          <p:cNvPr id="2" name="Line 7">
            <a:extLst>
              <a:ext uri="{FF2B5EF4-FFF2-40B4-BE49-F238E27FC236}">
                <a16:creationId xmlns:a16="http://schemas.microsoft.com/office/drawing/2014/main" id="{EF6CACDA-2FBB-412C-B17B-5FE141146F81}"/>
              </a:ext>
            </a:extLst>
          </p:cNvPr>
          <p:cNvSpPr>
            <a:spLocks noChangeShapeType="1"/>
          </p:cNvSpPr>
          <p:nvPr userDrawn="1"/>
        </p:nvSpPr>
        <p:spPr bwMode="auto">
          <a:xfrm>
            <a:off x="685800" y="1219200"/>
            <a:ext cx="7772400" cy="0"/>
          </a:xfrm>
          <a:prstGeom prst="line">
            <a:avLst/>
          </a:prstGeom>
          <a:noFill/>
          <a:ln w="57150" cmpd="thickThin">
            <a:solidFill>
              <a:srgbClr val="0000CC"/>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31" name="Line 8">
            <a:extLst>
              <a:ext uri="{FF2B5EF4-FFF2-40B4-BE49-F238E27FC236}">
                <a16:creationId xmlns:a16="http://schemas.microsoft.com/office/drawing/2014/main" id="{A45D3F48-205F-41F7-9028-B90AE74C95F5}"/>
              </a:ext>
            </a:extLst>
          </p:cNvPr>
          <p:cNvSpPr>
            <a:spLocks noChangeShapeType="1"/>
          </p:cNvSpPr>
          <p:nvPr userDrawn="1"/>
        </p:nvSpPr>
        <p:spPr bwMode="auto">
          <a:xfrm>
            <a:off x="685800" y="6248400"/>
            <a:ext cx="7772400" cy="0"/>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a:lstStyle/>
          <a:p>
            <a:endParaRPr lang="en-GB"/>
          </a:p>
        </p:txBody>
      </p:sp>
    </p:spTree>
  </p:cSld>
  <p:clrMap bg1="lt1" tx1="dk1" bg2="lt2" tx2="dk2" accent1="accent1" accent2="accent2" accent3="accent3" accent4="accent4" accent5="accent5" accent6="accent6" hlink="hlink" folHlink="folHlink"/>
  <p:sldLayoutIdLst>
    <p:sldLayoutId id="2147483721" r:id="rId1"/>
    <p:sldLayoutId id="214748373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ctr" rtl="0" eaLnBrk="0" fontAlgn="base" hangingPunct="0">
        <a:spcBef>
          <a:spcPct val="0"/>
        </a:spcBef>
        <a:spcAft>
          <a:spcPct val="0"/>
        </a:spcAft>
        <a:defRPr sz="3200">
          <a:solidFill>
            <a:srgbClr val="16027C"/>
          </a:solidFill>
          <a:latin typeface="+mj-lt"/>
          <a:ea typeface="+mj-ea"/>
          <a:cs typeface="+mj-cs"/>
        </a:defRPr>
      </a:lvl1pPr>
      <a:lvl2pPr algn="ctr" rtl="0" eaLnBrk="0" fontAlgn="base" hangingPunct="0">
        <a:spcBef>
          <a:spcPct val="0"/>
        </a:spcBef>
        <a:spcAft>
          <a:spcPct val="0"/>
        </a:spcAft>
        <a:defRPr sz="3200">
          <a:solidFill>
            <a:srgbClr val="16027C"/>
          </a:solidFill>
          <a:latin typeface="Arial Black" pitchFamily="34" charset="0"/>
        </a:defRPr>
      </a:lvl2pPr>
      <a:lvl3pPr algn="ctr" rtl="0" eaLnBrk="0" fontAlgn="base" hangingPunct="0">
        <a:spcBef>
          <a:spcPct val="0"/>
        </a:spcBef>
        <a:spcAft>
          <a:spcPct val="0"/>
        </a:spcAft>
        <a:defRPr sz="3200">
          <a:solidFill>
            <a:srgbClr val="16027C"/>
          </a:solidFill>
          <a:latin typeface="Arial Black" pitchFamily="34" charset="0"/>
        </a:defRPr>
      </a:lvl3pPr>
      <a:lvl4pPr algn="ctr" rtl="0" eaLnBrk="0" fontAlgn="base" hangingPunct="0">
        <a:spcBef>
          <a:spcPct val="0"/>
        </a:spcBef>
        <a:spcAft>
          <a:spcPct val="0"/>
        </a:spcAft>
        <a:defRPr sz="3200">
          <a:solidFill>
            <a:srgbClr val="16027C"/>
          </a:solidFill>
          <a:latin typeface="Arial Black" pitchFamily="34" charset="0"/>
        </a:defRPr>
      </a:lvl4pPr>
      <a:lvl5pPr algn="ctr" rtl="0" eaLnBrk="0" fontAlgn="base" hangingPunct="0">
        <a:spcBef>
          <a:spcPct val="0"/>
        </a:spcBef>
        <a:spcAft>
          <a:spcPct val="0"/>
        </a:spcAft>
        <a:defRPr sz="3200">
          <a:solidFill>
            <a:srgbClr val="16027C"/>
          </a:solidFill>
          <a:latin typeface="Arial Black" pitchFamily="34" charset="0"/>
        </a:defRPr>
      </a:lvl5pPr>
      <a:lvl6pPr marL="457200" algn="ctr" rtl="0" fontAlgn="base">
        <a:spcBef>
          <a:spcPct val="0"/>
        </a:spcBef>
        <a:spcAft>
          <a:spcPct val="0"/>
        </a:spcAft>
        <a:defRPr sz="3200">
          <a:solidFill>
            <a:srgbClr val="16027C"/>
          </a:solidFill>
          <a:latin typeface="Arial Black" pitchFamily="34" charset="0"/>
        </a:defRPr>
      </a:lvl6pPr>
      <a:lvl7pPr marL="914400" algn="ctr" rtl="0" fontAlgn="base">
        <a:spcBef>
          <a:spcPct val="0"/>
        </a:spcBef>
        <a:spcAft>
          <a:spcPct val="0"/>
        </a:spcAft>
        <a:defRPr sz="3200">
          <a:solidFill>
            <a:srgbClr val="16027C"/>
          </a:solidFill>
          <a:latin typeface="Arial Black" pitchFamily="34" charset="0"/>
        </a:defRPr>
      </a:lvl7pPr>
      <a:lvl8pPr marL="1371600" algn="ctr" rtl="0" fontAlgn="base">
        <a:spcBef>
          <a:spcPct val="0"/>
        </a:spcBef>
        <a:spcAft>
          <a:spcPct val="0"/>
        </a:spcAft>
        <a:defRPr sz="3200">
          <a:solidFill>
            <a:srgbClr val="16027C"/>
          </a:solidFill>
          <a:latin typeface="Arial Black" pitchFamily="34" charset="0"/>
        </a:defRPr>
      </a:lvl8pPr>
      <a:lvl9pPr marL="1828800" algn="ctr" rtl="0" fontAlgn="base">
        <a:spcBef>
          <a:spcPct val="0"/>
        </a:spcBef>
        <a:spcAft>
          <a:spcPct val="0"/>
        </a:spcAft>
        <a:defRPr sz="3200">
          <a:solidFill>
            <a:srgbClr val="16027C"/>
          </a:solidFill>
          <a:latin typeface="Arial Black" pitchFamily="34" charset="0"/>
        </a:defRPr>
      </a:lvl9pPr>
    </p:titleStyle>
    <p:bodyStyle>
      <a:lvl1pPr marL="342900" indent="-342900" algn="l" rtl="0" eaLnBrk="0" fontAlgn="base" hangingPunct="0">
        <a:spcBef>
          <a:spcPct val="20000"/>
        </a:spcBef>
        <a:spcAft>
          <a:spcPct val="15000"/>
        </a:spcAft>
        <a:buChar char="•"/>
        <a:defRPr sz="2800" b="1">
          <a:solidFill>
            <a:srgbClr val="16027C"/>
          </a:solidFill>
          <a:latin typeface="+mn-lt"/>
          <a:ea typeface="+mn-ea"/>
          <a:cs typeface="+mn-cs"/>
        </a:defRPr>
      </a:lvl1pPr>
      <a:lvl2pPr marL="742950" indent="-285750" algn="l" rtl="0" eaLnBrk="0" fontAlgn="base" hangingPunct="0">
        <a:spcBef>
          <a:spcPct val="20000"/>
        </a:spcBef>
        <a:spcAft>
          <a:spcPct val="15000"/>
        </a:spcAft>
        <a:buChar char="–"/>
        <a:defRPr sz="2400" b="1">
          <a:solidFill>
            <a:srgbClr val="16027C"/>
          </a:solidFill>
          <a:latin typeface="+mn-lt"/>
        </a:defRPr>
      </a:lvl2pPr>
      <a:lvl3pPr marL="1143000" indent="-228600" algn="l" rtl="0" eaLnBrk="0" fontAlgn="base" hangingPunct="0">
        <a:spcBef>
          <a:spcPct val="20000"/>
        </a:spcBef>
        <a:spcAft>
          <a:spcPct val="15000"/>
        </a:spcAft>
        <a:buChar char="•"/>
        <a:defRPr sz="2400" b="1">
          <a:solidFill>
            <a:srgbClr val="16027C"/>
          </a:solidFill>
          <a:latin typeface="+mn-lt"/>
        </a:defRPr>
      </a:lvl3pPr>
      <a:lvl4pPr marL="1600200" indent="-228600" algn="l" rtl="0" eaLnBrk="0" fontAlgn="base" hangingPunct="0">
        <a:spcBef>
          <a:spcPct val="20000"/>
        </a:spcBef>
        <a:spcAft>
          <a:spcPct val="15000"/>
        </a:spcAft>
        <a:buChar char="–"/>
        <a:defRPr sz="2000" b="1">
          <a:solidFill>
            <a:srgbClr val="16027C"/>
          </a:solidFill>
          <a:latin typeface="+mn-lt"/>
        </a:defRPr>
      </a:lvl4pPr>
      <a:lvl5pPr marL="2057400" indent="-228600" algn="l" rtl="0" eaLnBrk="0" fontAlgn="base" hangingPunct="0">
        <a:spcBef>
          <a:spcPct val="20000"/>
        </a:spcBef>
        <a:spcAft>
          <a:spcPct val="15000"/>
        </a:spcAft>
        <a:buChar char="»"/>
        <a:defRPr sz="2000" b="1">
          <a:solidFill>
            <a:srgbClr val="16027C"/>
          </a:solidFill>
          <a:latin typeface="+mn-lt"/>
        </a:defRPr>
      </a:lvl5pPr>
      <a:lvl6pPr marL="2514600" indent="-228600" algn="l" rtl="0" fontAlgn="base">
        <a:spcBef>
          <a:spcPct val="20000"/>
        </a:spcBef>
        <a:spcAft>
          <a:spcPct val="15000"/>
        </a:spcAft>
        <a:buChar char="»"/>
        <a:defRPr sz="2000" b="1">
          <a:solidFill>
            <a:srgbClr val="16027C"/>
          </a:solidFill>
          <a:latin typeface="+mn-lt"/>
        </a:defRPr>
      </a:lvl6pPr>
      <a:lvl7pPr marL="2971800" indent="-228600" algn="l" rtl="0" fontAlgn="base">
        <a:spcBef>
          <a:spcPct val="20000"/>
        </a:spcBef>
        <a:spcAft>
          <a:spcPct val="15000"/>
        </a:spcAft>
        <a:buChar char="»"/>
        <a:defRPr sz="2000" b="1">
          <a:solidFill>
            <a:srgbClr val="16027C"/>
          </a:solidFill>
          <a:latin typeface="+mn-lt"/>
        </a:defRPr>
      </a:lvl7pPr>
      <a:lvl8pPr marL="3429000" indent="-228600" algn="l" rtl="0" fontAlgn="base">
        <a:spcBef>
          <a:spcPct val="20000"/>
        </a:spcBef>
        <a:spcAft>
          <a:spcPct val="15000"/>
        </a:spcAft>
        <a:buChar char="»"/>
        <a:defRPr sz="2000" b="1">
          <a:solidFill>
            <a:srgbClr val="16027C"/>
          </a:solidFill>
          <a:latin typeface="+mn-lt"/>
        </a:defRPr>
      </a:lvl8pPr>
      <a:lvl9pPr marL="3886200" indent="-228600" algn="l" rtl="0" fontAlgn="base">
        <a:spcBef>
          <a:spcPct val="20000"/>
        </a:spcBef>
        <a:spcAft>
          <a:spcPct val="15000"/>
        </a:spcAft>
        <a:buChar char="»"/>
        <a:defRPr sz="2000" b="1">
          <a:solidFill>
            <a:srgbClr val="16027C"/>
          </a:solidFill>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VDO/Gate-%20Jieitai%20Kanochi%20nite,%20Kaku%20Tatakaeri%20-%2006%20.mp4"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VDO/Johnny%20Mnemonic%20HDTV%20720p%20Eng%20Thai%205.1.mp4" TargetMode="External"/><Relationship Id="rId2" Type="http://schemas.openxmlformats.org/officeDocument/2006/relationships/hyperlink" Target="VDO/Detective%20Conan%20&#3605;&#3629;&#3609;&#3607;&#3637;&#3656;%20816%20&#3650;&#3588;&#3609;&#3633;&#3609;&#3585;&#3633;&#3610;&#3648;&#3630;&#3592;&#3636;&#3619;&#3632;&#3627;&#3633;&#3626;&#3621;&#3633;&#3610;&#3649;&#3627;&#3656;&#3591;&#3619;&#3633;&#3585;%20(&#3605;&#3629;&#3609;&#3605;&#3657;&#3609;).MP4-.mp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a:extLst>
              <a:ext uri="{FF2B5EF4-FFF2-40B4-BE49-F238E27FC236}">
                <a16:creationId xmlns:a16="http://schemas.microsoft.com/office/drawing/2014/main" id="{ABF71440-01F6-4E62-9303-68A91A1CAEA1}"/>
              </a:ext>
            </a:extLst>
          </p:cNvPr>
          <p:cNvSpPr>
            <a:spLocks noGrp="1" noChangeArrowheads="1"/>
          </p:cNvSpPr>
          <p:nvPr>
            <p:ph type="subTitle" idx="1"/>
          </p:nvPr>
        </p:nvSpPr>
        <p:spPr>
          <a:xfrm>
            <a:off x="1447800" y="2209800"/>
            <a:ext cx="6400800" cy="2743200"/>
          </a:xfrm>
        </p:spPr>
        <p:txBody>
          <a:bodyPr/>
          <a:lstStyle/>
          <a:p>
            <a:pPr eaLnBrk="1" hangingPunct="1"/>
            <a:r>
              <a:rPr lang="en-US" altLang="en-US" sz="4800" b="0" dirty="0">
                <a:latin typeface="Arial Black" panose="020B0A04020102020204" pitchFamily="34" charset="0"/>
              </a:rPr>
              <a:t>Introduction to</a:t>
            </a:r>
          </a:p>
          <a:p>
            <a:pPr eaLnBrk="1" hangingPunct="1"/>
            <a:r>
              <a:rPr lang="en-US" altLang="en-US" sz="4800" b="0" dirty="0">
                <a:latin typeface="Arial Black" panose="020B0A04020102020204" pitchFamily="34" charset="0"/>
              </a:rPr>
              <a:t>Security 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
            <a:extLst>
              <a:ext uri="{FF2B5EF4-FFF2-40B4-BE49-F238E27FC236}">
                <a16:creationId xmlns:a16="http://schemas.microsoft.com/office/drawing/2014/main" id="{B165E199-5DB3-4E91-8A91-56CB67B886B3}"/>
              </a:ext>
            </a:extLst>
          </p:cNvPr>
          <p:cNvSpPr>
            <a:spLocks noGrp="1" noChangeArrowheads="1"/>
          </p:cNvSpPr>
          <p:nvPr>
            <p:ph type="title"/>
          </p:nvPr>
        </p:nvSpPr>
        <p:spPr/>
        <p:txBody>
          <a:bodyPr/>
          <a:lstStyle/>
          <a:p>
            <a:pPr eaLnBrk="1" hangingPunct="1"/>
            <a:r>
              <a:rPr lang="en-US" altLang="en-US" dirty="0"/>
              <a:t>Key aspects of cybersecurity</a:t>
            </a:r>
          </a:p>
        </p:txBody>
      </p:sp>
      <p:sp>
        <p:nvSpPr>
          <p:cNvPr id="7171" name="Rectangle 11">
            <a:extLst>
              <a:ext uri="{FF2B5EF4-FFF2-40B4-BE49-F238E27FC236}">
                <a16:creationId xmlns:a16="http://schemas.microsoft.com/office/drawing/2014/main" id="{7AFE49A1-6C2F-4E66-8D0E-99D1A11ECCBA}"/>
              </a:ext>
            </a:extLst>
          </p:cNvPr>
          <p:cNvSpPr>
            <a:spLocks noGrp="1" noChangeArrowheads="1"/>
          </p:cNvSpPr>
          <p:nvPr>
            <p:ph type="body" idx="1"/>
          </p:nvPr>
        </p:nvSpPr>
        <p:spPr/>
        <p:txBody>
          <a:bodyPr/>
          <a:lstStyle/>
          <a:p>
            <a:pPr eaLnBrk="1" hangingPunct="1">
              <a:lnSpc>
                <a:spcPct val="80000"/>
              </a:lnSpc>
            </a:pPr>
            <a:r>
              <a:rPr lang="en-US" altLang="en-US" sz="2000" dirty="0"/>
              <a:t>Threats</a:t>
            </a:r>
          </a:p>
          <a:p>
            <a:pPr eaLnBrk="1" hangingPunct="1">
              <a:lnSpc>
                <a:spcPct val="80000"/>
              </a:lnSpc>
            </a:pPr>
            <a:r>
              <a:rPr lang="en-US" altLang="en-US" sz="2000" dirty="0"/>
              <a:t>Vulnerabilities</a:t>
            </a:r>
          </a:p>
          <a:p>
            <a:pPr eaLnBrk="1" hangingPunct="1">
              <a:lnSpc>
                <a:spcPct val="80000"/>
              </a:lnSpc>
            </a:pPr>
            <a:r>
              <a:rPr lang="en-US" altLang="en-US" sz="2000" dirty="0"/>
              <a:t>Risk Management</a:t>
            </a:r>
          </a:p>
          <a:p>
            <a:pPr eaLnBrk="1" hangingPunct="1">
              <a:lnSpc>
                <a:spcPct val="80000"/>
              </a:lnSpc>
            </a:pPr>
            <a:r>
              <a:rPr lang="en-US" altLang="en-US" sz="2000" dirty="0"/>
              <a:t>Access Control</a:t>
            </a:r>
          </a:p>
          <a:p>
            <a:pPr eaLnBrk="1" hangingPunct="1">
              <a:lnSpc>
                <a:spcPct val="80000"/>
              </a:lnSpc>
            </a:pPr>
            <a:r>
              <a:rPr lang="en-US" altLang="en-US" sz="2000" dirty="0"/>
              <a:t>Encryption</a:t>
            </a:r>
          </a:p>
          <a:p>
            <a:pPr eaLnBrk="1" hangingPunct="1">
              <a:lnSpc>
                <a:spcPct val="80000"/>
              </a:lnSpc>
            </a:pPr>
            <a:r>
              <a:rPr lang="en-US" altLang="en-US" sz="2000" dirty="0"/>
              <a:t>Firewalls and Intrusion Detection/Prevention Systems</a:t>
            </a:r>
          </a:p>
          <a:p>
            <a:pPr eaLnBrk="1" hangingPunct="1">
              <a:lnSpc>
                <a:spcPct val="80000"/>
              </a:lnSpc>
            </a:pPr>
            <a:r>
              <a:rPr lang="en-US" altLang="en-US" sz="2000" dirty="0"/>
              <a:t>Incident Response and Forensics</a:t>
            </a:r>
          </a:p>
          <a:p>
            <a:pPr eaLnBrk="1" hangingPunct="1">
              <a:lnSpc>
                <a:spcPct val="80000"/>
              </a:lnSpc>
            </a:pPr>
            <a:r>
              <a:rPr lang="en-US" altLang="en-US" sz="2000" dirty="0"/>
              <a:t>Security Awareness Training</a:t>
            </a:r>
          </a:p>
          <a:p>
            <a:pPr eaLnBrk="1" hangingPunct="1">
              <a:lnSpc>
                <a:spcPct val="80000"/>
              </a:lnSpc>
            </a:pPr>
            <a:r>
              <a:rPr lang="en-US" altLang="en-US" sz="2000" dirty="0"/>
              <a:t>Regulatory Compliance</a:t>
            </a:r>
          </a:p>
          <a:p>
            <a:pPr eaLnBrk="1" hangingPunct="1">
              <a:lnSpc>
                <a:spcPct val="80000"/>
              </a:lnSpc>
            </a:pPr>
            <a:r>
              <a:rPr lang="en-US" altLang="en-US" sz="2000" dirty="0"/>
              <a:t>Continuous Monitoring and Improvement</a:t>
            </a:r>
          </a:p>
        </p:txBody>
      </p:sp>
      <p:sp>
        <p:nvSpPr>
          <p:cNvPr id="7172" name="Slide Number Placeholder 9">
            <a:extLst>
              <a:ext uri="{FF2B5EF4-FFF2-40B4-BE49-F238E27FC236}">
                <a16:creationId xmlns:a16="http://schemas.microsoft.com/office/drawing/2014/main" id="{B0343025-A783-42A9-891E-060F2276A50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6662EC31-E9F2-4A72-802E-333CED7E7C8B}" type="slidenum">
              <a:rPr lang="en-US" altLang="en-US" sz="1400" smtClean="0"/>
              <a:pPr>
                <a:spcBef>
                  <a:spcPct val="0"/>
                </a:spcBef>
                <a:spcAft>
                  <a:spcPct val="0"/>
                </a:spcAft>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F8242-CF25-4E59-B5A8-A385DCA47DAF}"/>
              </a:ext>
            </a:extLst>
          </p:cNvPr>
          <p:cNvSpPr>
            <a:spLocks noGrp="1" noChangeArrowheads="1"/>
          </p:cNvSpPr>
          <p:nvPr>
            <p:ph type="title"/>
          </p:nvPr>
        </p:nvSpPr>
        <p:spPr>
          <a:xfrm>
            <a:off x="685800" y="107950"/>
            <a:ext cx="7772400" cy="1187450"/>
          </a:xfrm>
        </p:spPr>
        <p:txBody>
          <a:bodyPr/>
          <a:lstStyle/>
          <a:p>
            <a:r>
              <a:rPr lang="fi-FI" altLang="en-US" sz="2800" dirty="0"/>
              <a:t>Jieitai Kanochi nite</a:t>
            </a:r>
            <a:r>
              <a:rPr lang="en-US" altLang="en-US" sz="2800" dirty="0"/>
              <a:t>,</a:t>
            </a:r>
            <a:r>
              <a:rPr lang="fi-FI" altLang="en-US" sz="2800" dirty="0"/>
              <a:t> Kaku Tatak</a:t>
            </a:r>
            <a:r>
              <a:rPr lang="en-US" altLang="en-US" sz="2800" dirty="0"/>
              <a:t>a</a:t>
            </a:r>
            <a:r>
              <a:rPr lang="fi-FI" altLang="en-US" sz="2800" dirty="0"/>
              <a:t>eri</a:t>
            </a:r>
            <a:r>
              <a:rPr lang="fi-FI" altLang="en-US" dirty="0"/>
              <a:t> </a:t>
            </a:r>
            <a:br>
              <a:rPr lang="th-TH" altLang="en-US" dirty="0"/>
            </a:br>
            <a:r>
              <a:rPr lang="en-US" altLang="en-US" dirty="0"/>
              <a:t>(</a:t>
            </a:r>
            <a:r>
              <a:rPr lang="fi-FI" altLang="en-US" dirty="0"/>
              <a:t>GATE)</a:t>
            </a:r>
            <a:endParaRPr lang="en-US" altLang="en-US" dirty="0"/>
          </a:p>
        </p:txBody>
      </p:sp>
      <p:sp>
        <p:nvSpPr>
          <p:cNvPr id="12291" name="Slide Number Placeholder 3">
            <a:extLst>
              <a:ext uri="{FF2B5EF4-FFF2-40B4-BE49-F238E27FC236}">
                <a16:creationId xmlns:a16="http://schemas.microsoft.com/office/drawing/2014/main" id="{EDF33A29-1863-401B-B607-C4BE2C8D90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674D1414-826C-4C88-A97D-14D4A7C65CCF}" type="slidenum">
              <a:rPr lang="en-US" altLang="en-US" sz="1400" smtClean="0"/>
              <a:pPr>
                <a:spcBef>
                  <a:spcPct val="0"/>
                </a:spcBef>
                <a:spcAft>
                  <a:spcPct val="0"/>
                </a:spcAft>
                <a:buFontTx/>
                <a:buNone/>
              </a:pPr>
              <a:t>3</a:t>
            </a:fld>
            <a:endParaRPr lang="en-US" altLang="en-US" sz="1400"/>
          </a:p>
        </p:txBody>
      </p:sp>
      <p:pic>
        <p:nvPicPr>
          <p:cNvPr id="12292" name="Content Placeholder 3">
            <a:extLst>
              <a:ext uri="{FF2B5EF4-FFF2-40B4-BE49-F238E27FC236}">
                <a16:creationId xmlns:a16="http://schemas.microsoft.com/office/drawing/2014/main" id="{FB9C3DFC-4764-4423-8456-12CAC180D40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585913"/>
            <a:ext cx="7772400" cy="4371975"/>
          </a:xfr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3">
            <a:extLst>
              <a:ext uri="{FF2B5EF4-FFF2-40B4-BE49-F238E27FC236}">
                <a16:creationId xmlns:a16="http://schemas.microsoft.com/office/drawing/2014/main" id="{97DBA87D-8FCA-4F2A-B451-31A074FC90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BBC5900F-AA2E-47BD-9F96-AF07E3D6A3EA}" type="slidenum">
              <a:rPr lang="en-US" altLang="en-US" sz="1400" smtClean="0"/>
              <a:pPr>
                <a:spcBef>
                  <a:spcPct val="0"/>
                </a:spcBef>
                <a:spcAft>
                  <a:spcPct val="0"/>
                </a:spcAft>
                <a:buFontTx/>
                <a:buNone/>
              </a:pPr>
              <a:t>4</a:t>
            </a:fld>
            <a:endParaRPr lang="en-US" altLang="en-US" sz="1400"/>
          </a:p>
        </p:txBody>
      </p:sp>
      <p:pic>
        <p:nvPicPr>
          <p:cNvPr id="13316" name="Content Placeholder 4">
            <a:extLst>
              <a:ext uri="{FF2B5EF4-FFF2-40B4-BE49-F238E27FC236}">
                <a16:creationId xmlns:a16="http://schemas.microsoft.com/office/drawing/2014/main" id="{49C6CD6A-EA26-4463-88A3-B422701D69C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585913"/>
            <a:ext cx="7772400" cy="4371975"/>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Content Placeholder 4">
            <a:extLst>
              <a:ext uri="{FF2B5EF4-FFF2-40B4-BE49-F238E27FC236}">
                <a16:creationId xmlns:a16="http://schemas.microsoft.com/office/drawing/2014/main" id="{D7952DFA-86B1-45A0-85D1-F11E0438CAF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585913"/>
            <a:ext cx="7772400" cy="4371975"/>
          </a:xfrm>
        </p:spPr>
      </p:pic>
      <p:sp>
        <p:nvSpPr>
          <p:cNvPr id="14340" name="Slide Number Placeholder 3">
            <a:extLst>
              <a:ext uri="{FF2B5EF4-FFF2-40B4-BE49-F238E27FC236}">
                <a16:creationId xmlns:a16="http://schemas.microsoft.com/office/drawing/2014/main" id="{AB65F654-6B5D-4B62-8CB5-70D28914B46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8D478D16-8C8D-4D1C-80E0-9E8884490C03}" type="slidenum">
              <a:rPr lang="en-US" altLang="en-US" sz="1400" smtClean="0"/>
              <a:pPr>
                <a:spcBef>
                  <a:spcPct val="0"/>
                </a:spcBef>
                <a:spcAft>
                  <a:spcPct val="0"/>
                </a:spcAft>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Content Placeholder 6">
            <a:hlinkClick r:id="rId2" action="ppaction://hlinkfile"/>
            <a:extLst>
              <a:ext uri="{FF2B5EF4-FFF2-40B4-BE49-F238E27FC236}">
                <a16:creationId xmlns:a16="http://schemas.microsoft.com/office/drawing/2014/main" id="{556222A0-DFC3-4F1F-88BD-F225E6E7A9B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585913"/>
            <a:ext cx="7772400" cy="4371975"/>
          </a:xfrm>
        </p:spPr>
      </p:pic>
      <p:sp>
        <p:nvSpPr>
          <p:cNvPr id="15364" name="Slide Number Placeholder 3">
            <a:extLst>
              <a:ext uri="{FF2B5EF4-FFF2-40B4-BE49-F238E27FC236}">
                <a16:creationId xmlns:a16="http://schemas.microsoft.com/office/drawing/2014/main" id="{D52E4DE4-D916-4CB4-B2CE-A9384BEA89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BA244EFF-E285-426C-9B9D-B2B9D2C76B81}" type="slidenum">
              <a:rPr lang="en-US" altLang="en-US" sz="1400" smtClean="0"/>
              <a:pPr>
                <a:spcBef>
                  <a:spcPct val="0"/>
                </a:spcBef>
                <a:spcAft>
                  <a:spcPct val="0"/>
                </a:spcAft>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Content Placeholder 4">
            <a:extLst>
              <a:ext uri="{FF2B5EF4-FFF2-40B4-BE49-F238E27FC236}">
                <a16:creationId xmlns:a16="http://schemas.microsoft.com/office/drawing/2014/main" id="{F5AF9D67-EFAA-4B98-9685-C01DD7DB5E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585913"/>
            <a:ext cx="7772400" cy="4371975"/>
          </a:xfrm>
        </p:spPr>
      </p:pic>
      <p:sp>
        <p:nvSpPr>
          <p:cNvPr id="16388" name="Slide Number Placeholder 3">
            <a:extLst>
              <a:ext uri="{FF2B5EF4-FFF2-40B4-BE49-F238E27FC236}">
                <a16:creationId xmlns:a16="http://schemas.microsoft.com/office/drawing/2014/main" id="{C56EF066-8F1E-47F5-BA9D-1BDF791B2C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2EE9E2EF-006F-4D8E-A521-73088BC7A437}" type="slidenum">
              <a:rPr lang="en-US" altLang="en-US" sz="1400" smtClean="0"/>
              <a:pPr>
                <a:spcBef>
                  <a:spcPct val="0"/>
                </a:spcBef>
                <a:spcAft>
                  <a:spcPct val="0"/>
                </a:spcAft>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3">
            <a:extLst>
              <a:ext uri="{FF2B5EF4-FFF2-40B4-BE49-F238E27FC236}">
                <a16:creationId xmlns:a16="http://schemas.microsoft.com/office/drawing/2014/main" id="{D724356A-F549-41EB-86D9-6A6C79959E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3F891A61-8CEA-494C-A1B6-E875844863B6}" type="slidenum">
              <a:rPr lang="en-US" altLang="en-US" sz="1400" smtClean="0"/>
              <a:pPr>
                <a:spcBef>
                  <a:spcPct val="0"/>
                </a:spcBef>
                <a:spcAft>
                  <a:spcPct val="0"/>
                </a:spcAft>
                <a:buFontTx/>
                <a:buNone/>
              </a:pPr>
              <a:t>8</a:t>
            </a:fld>
            <a:endParaRPr lang="en-US" altLang="en-US" sz="1400"/>
          </a:p>
        </p:txBody>
      </p:sp>
      <p:pic>
        <p:nvPicPr>
          <p:cNvPr id="18436" name="Content Placeholder 6">
            <a:extLst>
              <a:ext uri="{FF2B5EF4-FFF2-40B4-BE49-F238E27FC236}">
                <a16:creationId xmlns:a16="http://schemas.microsoft.com/office/drawing/2014/main" id="{D919F5C9-BF7B-42D6-873C-DEEE310195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585913"/>
            <a:ext cx="7772400" cy="4371975"/>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5CD848FB-81FE-453E-9613-3FFAA847ADBD}"/>
              </a:ext>
            </a:extLst>
          </p:cNvPr>
          <p:cNvSpPr>
            <a:spLocks noGrp="1" noChangeArrowheads="1"/>
          </p:cNvSpPr>
          <p:nvPr>
            <p:ph type="title"/>
          </p:nvPr>
        </p:nvSpPr>
        <p:spPr>
          <a:xfrm>
            <a:off x="512763" y="322263"/>
            <a:ext cx="8174037" cy="762000"/>
          </a:xfrm>
        </p:spPr>
        <p:txBody>
          <a:bodyPr/>
          <a:lstStyle/>
          <a:p>
            <a:pPr eaLnBrk="1" hangingPunct="1"/>
            <a:r>
              <a:rPr lang="en-US" altLang="en-US" sz="2800"/>
              <a:t>Primary Goals in Providing Security:  “CIA”</a:t>
            </a:r>
          </a:p>
        </p:txBody>
      </p:sp>
      <p:sp>
        <p:nvSpPr>
          <p:cNvPr id="21507" name="Rectangle 7">
            <a:extLst>
              <a:ext uri="{FF2B5EF4-FFF2-40B4-BE49-F238E27FC236}">
                <a16:creationId xmlns:a16="http://schemas.microsoft.com/office/drawing/2014/main" id="{F7075E53-E608-4670-A79C-5C2BCDC3EF40}"/>
              </a:ext>
            </a:extLst>
          </p:cNvPr>
          <p:cNvSpPr>
            <a:spLocks noGrp="1" noChangeArrowheads="1"/>
          </p:cNvSpPr>
          <p:nvPr>
            <p:ph type="body" idx="1"/>
          </p:nvPr>
        </p:nvSpPr>
        <p:spPr/>
        <p:txBody>
          <a:bodyPr/>
          <a:lstStyle/>
          <a:p>
            <a:pPr eaLnBrk="1" hangingPunct="1"/>
            <a:r>
              <a:rPr lang="en-US" altLang="en-US" i="1" u="sng"/>
              <a:t>C</a:t>
            </a:r>
            <a:r>
              <a:rPr lang="en-US" altLang="en-US" i="1"/>
              <a:t>onfidentiality</a:t>
            </a:r>
          </a:p>
          <a:p>
            <a:pPr lvl="1" eaLnBrk="1" hangingPunct="1"/>
            <a:r>
              <a:rPr lang="en-US" altLang="en-US"/>
              <a:t>Protection of data from unauthorized disclosure of customers and proprietary data</a:t>
            </a:r>
          </a:p>
          <a:p>
            <a:pPr eaLnBrk="1" hangingPunct="1"/>
            <a:r>
              <a:rPr lang="en-US" altLang="en-US" i="1" u="sng"/>
              <a:t>I</a:t>
            </a:r>
            <a:r>
              <a:rPr lang="en-US" altLang="en-US" i="1"/>
              <a:t>ntegrity</a:t>
            </a:r>
          </a:p>
          <a:p>
            <a:pPr lvl="1" eaLnBrk="1" hangingPunct="1"/>
            <a:r>
              <a:rPr lang="en-US" altLang="en-US"/>
              <a:t>Assurance that data have not been altered or destroyed</a:t>
            </a:r>
          </a:p>
          <a:p>
            <a:pPr eaLnBrk="1" hangingPunct="1"/>
            <a:r>
              <a:rPr lang="en-US" altLang="en-US" i="1" u="sng"/>
              <a:t>A</a:t>
            </a:r>
            <a:r>
              <a:rPr lang="en-US" altLang="en-US" i="1"/>
              <a:t>vailability</a:t>
            </a:r>
          </a:p>
          <a:p>
            <a:pPr lvl="1" eaLnBrk="1" hangingPunct="1"/>
            <a:r>
              <a:rPr lang="en-US" altLang="en-US"/>
              <a:t>Providing continuous operations of hardware and software so that parties involved can be assured of uninterrupted service</a:t>
            </a:r>
          </a:p>
        </p:txBody>
      </p:sp>
      <p:sp>
        <p:nvSpPr>
          <p:cNvPr id="21508" name="Slide Number Placeholder 9">
            <a:extLst>
              <a:ext uri="{FF2B5EF4-FFF2-40B4-BE49-F238E27FC236}">
                <a16:creationId xmlns:a16="http://schemas.microsoft.com/office/drawing/2014/main" id="{B57BC348-87B8-4B02-A0B1-6657D6C16C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C9646533-07BF-43C3-AE03-BC80A4C6B462}" type="slidenum">
              <a:rPr lang="en-US" altLang="en-US" sz="1400" smtClean="0"/>
              <a:pPr>
                <a:spcBef>
                  <a:spcPct val="0"/>
                </a:spcBef>
                <a:spcAft>
                  <a:spcPct val="0"/>
                </a:spcAft>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905979D-65AD-4533-A929-F354263E6F92}"/>
              </a:ext>
            </a:extLst>
          </p:cNvPr>
          <p:cNvSpPr>
            <a:spLocks noGrp="1" noChangeArrowheads="1"/>
          </p:cNvSpPr>
          <p:nvPr>
            <p:ph type="title"/>
          </p:nvPr>
        </p:nvSpPr>
        <p:spPr/>
        <p:txBody>
          <a:bodyPr/>
          <a:lstStyle/>
          <a:p>
            <a:pPr eaLnBrk="1" hangingPunct="1"/>
            <a:r>
              <a:rPr lang="en-US" altLang="en-US"/>
              <a:t>Types of Security Threats</a:t>
            </a:r>
          </a:p>
        </p:txBody>
      </p:sp>
      <p:sp>
        <p:nvSpPr>
          <p:cNvPr id="22531" name="Rectangle 3">
            <a:extLst>
              <a:ext uri="{FF2B5EF4-FFF2-40B4-BE49-F238E27FC236}">
                <a16:creationId xmlns:a16="http://schemas.microsoft.com/office/drawing/2014/main" id="{2D63077E-9A97-4728-84AC-C55E1962EA5A}"/>
              </a:ext>
            </a:extLst>
          </p:cNvPr>
          <p:cNvSpPr>
            <a:spLocks noGrp="1" noChangeArrowheads="1"/>
          </p:cNvSpPr>
          <p:nvPr>
            <p:ph type="body" idx="1"/>
          </p:nvPr>
        </p:nvSpPr>
        <p:spPr/>
        <p:txBody>
          <a:bodyPr/>
          <a:lstStyle/>
          <a:p>
            <a:pPr eaLnBrk="1" hangingPunct="1">
              <a:lnSpc>
                <a:spcPct val="90000"/>
              </a:lnSpc>
            </a:pPr>
            <a:r>
              <a:rPr lang="en-US" altLang="en-US" sz="2400"/>
              <a:t>Business continuity planning related threats</a:t>
            </a:r>
          </a:p>
          <a:p>
            <a:pPr lvl="1" eaLnBrk="1" hangingPunct="1">
              <a:lnSpc>
                <a:spcPct val="90000"/>
              </a:lnSpc>
            </a:pPr>
            <a:r>
              <a:rPr lang="en-US" altLang="en-US" sz="2000"/>
              <a:t>Disruptions</a:t>
            </a:r>
          </a:p>
          <a:p>
            <a:pPr lvl="2" eaLnBrk="1" hangingPunct="1">
              <a:lnSpc>
                <a:spcPct val="90000"/>
              </a:lnSpc>
            </a:pPr>
            <a:r>
              <a:rPr lang="en-US" altLang="en-US" sz="2000"/>
              <a:t>Loss or reduction in network service</a:t>
            </a:r>
          </a:p>
          <a:p>
            <a:pPr lvl="2" eaLnBrk="1" hangingPunct="1">
              <a:lnSpc>
                <a:spcPct val="90000"/>
              </a:lnSpc>
            </a:pPr>
            <a:r>
              <a:rPr lang="en-US" altLang="en-US" sz="2000"/>
              <a:t>Could be minor or temporary (a circuit failure)</a:t>
            </a:r>
          </a:p>
          <a:p>
            <a:pPr lvl="1" eaLnBrk="1" hangingPunct="1">
              <a:lnSpc>
                <a:spcPct val="90000"/>
              </a:lnSpc>
            </a:pPr>
            <a:r>
              <a:rPr lang="en-US" altLang="en-US" sz="2000"/>
              <a:t>Destructions of data</a:t>
            </a:r>
          </a:p>
          <a:p>
            <a:pPr lvl="2" eaLnBrk="1" hangingPunct="1">
              <a:lnSpc>
                <a:spcPct val="90000"/>
              </a:lnSpc>
            </a:pPr>
            <a:r>
              <a:rPr lang="en-US" altLang="en-US" sz="2000"/>
              <a:t>Viruses destroying files, crash of hard disk</a:t>
            </a:r>
          </a:p>
          <a:p>
            <a:pPr lvl="1" eaLnBrk="1" hangingPunct="1">
              <a:lnSpc>
                <a:spcPct val="90000"/>
              </a:lnSpc>
            </a:pPr>
            <a:r>
              <a:rPr lang="en-US" altLang="en-US" sz="2000"/>
              <a:t>Disasters (Natural or manmade disasters )</a:t>
            </a:r>
          </a:p>
          <a:p>
            <a:pPr lvl="2" eaLnBrk="1" hangingPunct="1">
              <a:lnSpc>
                <a:spcPct val="90000"/>
              </a:lnSpc>
            </a:pPr>
            <a:r>
              <a:rPr lang="en-US" altLang="en-US" sz="2000"/>
              <a:t>May destroy host computers or sections of network</a:t>
            </a:r>
          </a:p>
          <a:p>
            <a:pPr eaLnBrk="1" hangingPunct="1">
              <a:lnSpc>
                <a:spcPct val="90000"/>
              </a:lnSpc>
            </a:pPr>
            <a:r>
              <a:rPr lang="en-US" altLang="en-US" sz="2400"/>
              <a:t>Intrusion</a:t>
            </a:r>
          </a:p>
          <a:p>
            <a:pPr lvl="1" eaLnBrk="1" hangingPunct="1">
              <a:lnSpc>
                <a:spcPct val="90000"/>
              </a:lnSpc>
            </a:pPr>
            <a:r>
              <a:rPr lang="en-US" altLang="en-US" sz="2000"/>
              <a:t>Hackers gaining access to data files and resources</a:t>
            </a:r>
          </a:p>
          <a:p>
            <a:pPr lvl="1" eaLnBrk="1" hangingPunct="1">
              <a:lnSpc>
                <a:spcPct val="90000"/>
              </a:lnSpc>
            </a:pPr>
            <a:r>
              <a:rPr lang="en-US" altLang="en-US" sz="2000"/>
              <a:t>Most unauthorized access incidents involve employees</a:t>
            </a:r>
          </a:p>
          <a:p>
            <a:pPr lvl="1" eaLnBrk="1" hangingPunct="1">
              <a:lnSpc>
                <a:spcPct val="90000"/>
              </a:lnSpc>
            </a:pPr>
            <a:r>
              <a:rPr lang="en-US" altLang="en-US" sz="2000"/>
              <a:t>Results: Industrial spying; fraud by changing data, etc.</a:t>
            </a:r>
          </a:p>
        </p:txBody>
      </p:sp>
      <p:sp>
        <p:nvSpPr>
          <p:cNvPr id="22532" name="Slide Number Placeholder 9">
            <a:extLst>
              <a:ext uri="{FF2B5EF4-FFF2-40B4-BE49-F238E27FC236}">
                <a16:creationId xmlns:a16="http://schemas.microsoft.com/office/drawing/2014/main" id="{CD1C1210-3598-4B33-8943-C00981B3F3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A2782A51-9E22-4C92-BC4D-C9568F155523}" type="slidenum">
              <a:rPr lang="en-US" altLang="en-US" sz="1400" smtClean="0"/>
              <a:pPr>
                <a:spcBef>
                  <a:spcPct val="0"/>
                </a:spcBef>
                <a:spcAft>
                  <a:spcPct val="0"/>
                </a:spcAft>
                <a:buFontTx/>
                <a:buNone/>
              </a:pPr>
              <a:t>10</a:t>
            </a:fld>
            <a:endParaRPr lang="en-US"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9DAB4A69-83A7-4D0E-BDCC-C0E539DDBE55}"/>
              </a:ext>
            </a:extLst>
          </p:cNvPr>
          <p:cNvSpPr>
            <a:spLocks noGrp="1" noChangeArrowheads="1"/>
          </p:cNvSpPr>
          <p:nvPr>
            <p:ph type="title"/>
          </p:nvPr>
        </p:nvSpPr>
        <p:spPr/>
        <p:txBody>
          <a:bodyPr/>
          <a:lstStyle/>
          <a:p>
            <a:pPr eaLnBrk="1" hangingPunct="1"/>
            <a:r>
              <a:rPr lang="en-US" altLang="en-US"/>
              <a:t>Risk Assessment</a:t>
            </a:r>
          </a:p>
        </p:txBody>
      </p:sp>
      <p:sp>
        <p:nvSpPr>
          <p:cNvPr id="27651" name="Rectangle 5">
            <a:extLst>
              <a:ext uri="{FF2B5EF4-FFF2-40B4-BE49-F238E27FC236}">
                <a16:creationId xmlns:a16="http://schemas.microsoft.com/office/drawing/2014/main" id="{934DDEB7-25BC-40F5-B1CF-640BB760204D}"/>
              </a:ext>
            </a:extLst>
          </p:cNvPr>
          <p:cNvSpPr>
            <a:spLocks noGrp="1" noChangeArrowheads="1"/>
          </p:cNvSpPr>
          <p:nvPr>
            <p:ph type="body" idx="1"/>
          </p:nvPr>
        </p:nvSpPr>
        <p:spPr/>
        <p:txBody>
          <a:bodyPr/>
          <a:lstStyle/>
          <a:p>
            <a:pPr eaLnBrk="1" hangingPunct="1">
              <a:lnSpc>
                <a:spcPct val="90000"/>
              </a:lnSpc>
            </a:pPr>
            <a:r>
              <a:rPr lang="en-US" altLang="en-US"/>
              <a:t>A key step in developing a secure network</a:t>
            </a:r>
          </a:p>
          <a:p>
            <a:pPr eaLnBrk="1" hangingPunct="1">
              <a:lnSpc>
                <a:spcPct val="90000"/>
              </a:lnSpc>
            </a:pPr>
            <a:r>
              <a:rPr lang="en-US" altLang="en-US"/>
              <a:t>Assigns level of risks to various threats</a:t>
            </a:r>
          </a:p>
          <a:p>
            <a:pPr lvl="1" eaLnBrk="1" hangingPunct="1">
              <a:lnSpc>
                <a:spcPct val="90000"/>
              </a:lnSpc>
            </a:pPr>
            <a:r>
              <a:rPr lang="en-US" altLang="en-US"/>
              <a:t>By comparing the nature of threats to the controls designed to reduce them</a:t>
            </a:r>
          </a:p>
          <a:p>
            <a:pPr eaLnBrk="1" hangingPunct="1">
              <a:lnSpc>
                <a:spcPct val="90000"/>
              </a:lnSpc>
            </a:pPr>
            <a:r>
              <a:rPr lang="en-US" altLang="en-US"/>
              <a:t>Use a control spreadsheet</a:t>
            </a:r>
          </a:p>
          <a:p>
            <a:pPr lvl="1" eaLnBrk="1" hangingPunct="1">
              <a:lnSpc>
                <a:spcPct val="90000"/>
              </a:lnSpc>
            </a:pPr>
            <a:r>
              <a:rPr lang="en-US" altLang="en-US"/>
              <a:t>List down network assets on the side</a:t>
            </a:r>
          </a:p>
          <a:p>
            <a:pPr lvl="1" eaLnBrk="1" hangingPunct="1">
              <a:lnSpc>
                <a:spcPct val="90000"/>
              </a:lnSpc>
            </a:pPr>
            <a:r>
              <a:rPr lang="en-US" altLang="en-US"/>
              <a:t>List threats across the top</a:t>
            </a:r>
          </a:p>
          <a:p>
            <a:pPr lvl="1" eaLnBrk="1" hangingPunct="1">
              <a:lnSpc>
                <a:spcPct val="90000"/>
              </a:lnSpc>
            </a:pPr>
            <a:r>
              <a:rPr lang="en-US" altLang="en-US"/>
              <a:t>List the controls that are currently in use to address each threat in the corresponding cells</a:t>
            </a:r>
          </a:p>
          <a:p>
            <a:pPr lvl="1" eaLnBrk="1" hangingPunct="1">
              <a:lnSpc>
                <a:spcPct val="90000"/>
              </a:lnSpc>
            </a:pPr>
            <a:r>
              <a:rPr lang="en-US" altLang="en-US"/>
              <a:t>Allows optimization of controls based on risk</a:t>
            </a:r>
          </a:p>
        </p:txBody>
      </p:sp>
      <p:sp>
        <p:nvSpPr>
          <p:cNvPr id="27652" name="Slide Number Placeholder 9">
            <a:extLst>
              <a:ext uri="{FF2B5EF4-FFF2-40B4-BE49-F238E27FC236}">
                <a16:creationId xmlns:a16="http://schemas.microsoft.com/office/drawing/2014/main" id="{A63C2021-8FC4-43C1-9F74-918A8D2E2FF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B19F1EA3-7394-4288-A5D8-E56E64E3778C}" type="slidenum">
              <a:rPr lang="en-US" altLang="en-US" sz="1400" smtClean="0"/>
              <a:pPr>
                <a:spcBef>
                  <a:spcPct val="0"/>
                </a:spcBef>
                <a:spcAft>
                  <a:spcPct val="0"/>
                </a:spcAft>
                <a:buFontTx/>
                <a:buNone/>
              </a:pPr>
              <a:t>11</a:t>
            </a:fld>
            <a:endParaRPr lang="en-US"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id="{8D663FDC-F4A1-4811-B862-3538A1BF8010}"/>
              </a:ext>
            </a:extLst>
          </p:cNvPr>
          <p:cNvSpPr>
            <a:spLocks noGrp="1" noChangeArrowheads="1"/>
          </p:cNvSpPr>
          <p:nvPr>
            <p:ph type="title"/>
          </p:nvPr>
        </p:nvSpPr>
        <p:spPr/>
        <p:txBody>
          <a:bodyPr/>
          <a:lstStyle/>
          <a:p>
            <a:pPr eaLnBrk="1" hangingPunct="1"/>
            <a:r>
              <a:rPr lang="en-US" altLang="en-US"/>
              <a:t>Security Threats</a:t>
            </a:r>
          </a:p>
        </p:txBody>
      </p:sp>
      <p:sp>
        <p:nvSpPr>
          <p:cNvPr id="28675" name="Rectangle 5">
            <a:extLst>
              <a:ext uri="{FF2B5EF4-FFF2-40B4-BE49-F238E27FC236}">
                <a16:creationId xmlns:a16="http://schemas.microsoft.com/office/drawing/2014/main" id="{A34D0F86-7431-44BB-B970-0A934F4919A5}"/>
              </a:ext>
            </a:extLst>
          </p:cNvPr>
          <p:cNvSpPr>
            <a:spLocks noGrp="1" noChangeArrowheads="1"/>
          </p:cNvSpPr>
          <p:nvPr>
            <p:ph type="body" idx="1"/>
          </p:nvPr>
        </p:nvSpPr>
        <p:spPr/>
        <p:txBody>
          <a:bodyPr/>
          <a:lstStyle/>
          <a:p>
            <a:pPr eaLnBrk="1" hangingPunct="1">
              <a:lnSpc>
                <a:spcPct val="90000"/>
              </a:lnSpc>
            </a:pPr>
            <a:r>
              <a:rPr lang="en-US" altLang="en-US" sz="2400"/>
              <a:t>Identify threats</a:t>
            </a:r>
          </a:p>
          <a:p>
            <a:pPr lvl="1" eaLnBrk="1" hangingPunct="1">
              <a:lnSpc>
                <a:spcPct val="90000"/>
              </a:lnSpc>
            </a:pPr>
            <a:r>
              <a:rPr lang="en-US" altLang="en-US" sz="2000"/>
              <a:t>Any potentially adverse occurrence that can</a:t>
            </a:r>
          </a:p>
          <a:p>
            <a:pPr lvl="2" eaLnBrk="1" hangingPunct="1">
              <a:lnSpc>
                <a:spcPct val="90000"/>
              </a:lnSpc>
            </a:pPr>
            <a:r>
              <a:rPr lang="en-US" altLang="en-US" sz="2000"/>
              <a:t>Harm or interrupt the systems using the network, or </a:t>
            </a:r>
          </a:p>
          <a:p>
            <a:pPr lvl="2" eaLnBrk="1" hangingPunct="1">
              <a:lnSpc>
                <a:spcPct val="90000"/>
              </a:lnSpc>
            </a:pPr>
            <a:r>
              <a:rPr lang="en-US" altLang="en-US" sz="2000"/>
              <a:t>Cause a monetary loss to an organization</a:t>
            </a:r>
          </a:p>
          <a:p>
            <a:pPr eaLnBrk="1" hangingPunct="1">
              <a:lnSpc>
                <a:spcPct val="90000"/>
              </a:lnSpc>
            </a:pPr>
            <a:r>
              <a:rPr lang="en-US" altLang="en-US" sz="2400"/>
              <a:t>Rank threats according to </a:t>
            </a:r>
          </a:p>
          <a:p>
            <a:pPr lvl="1" eaLnBrk="1" hangingPunct="1">
              <a:lnSpc>
                <a:spcPct val="90000"/>
              </a:lnSpc>
            </a:pPr>
            <a:r>
              <a:rPr lang="en-US" altLang="en-US" sz="2000"/>
              <a:t>Their probability of occurrence</a:t>
            </a:r>
          </a:p>
          <a:p>
            <a:pPr lvl="1" eaLnBrk="1" hangingPunct="1">
              <a:lnSpc>
                <a:spcPct val="90000"/>
              </a:lnSpc>
            </a:pPr>
            <a:r>
              <a:rPr lang="en-US" altLang="en-US" sz="2000"/>
              <a:t>Likely cost if the threat occurs</a:t>
            </a:r>
          </a:p>
          <a:p>
            <a:pPr eaLnBrk="1" hangingPunct="1">
              <a:lnSpc>
                <a:spcPct val="90000"/>
              </a:lnSpc>
            </a:pPr>
            <a:r>
              <a:rPr lang="en-US" altLang="en-US" sz="2400"/>
              <a:t>Take the nature of business into account</a:t>
            </a:r>
          </a:p>
          <a:p>
            <a:pPr lvl="1" eaLnBrk="1" hangingPunct="1">
              <a:lnSpc>
                <a:spcPct val="90000"/>
              </a:lnSpc>
            </a:pPr>
            <a:r>
              <a:rPr lang="en-US" altLang="en-US" sz="2000"/>
              <a:t>Example: Internet banking vs. a restaurant</a:t>
            </a:r>
          </a:p>
          <a:p>
            <a:pPr lvl="2" eaLnBrk="1" hangingPunct="1">
              <a:lnSpc>
                <a:spcPct val="90000"/>
              </a:lnSpc>
            </a:pPr>
            <a:r>
              <a:rPr lang="en-US" altLang="en-US" sz="2000"/>
              <a:t>Bank’s web site: has a higher probability of attack and much bigger loss if happens</a:t>
            </a:r>
          </a:p>
          <a:p>
            <a:pPr lvl="2" eaLnBrk="1" hangingPunct="1">
              <a:lnSpc>
                <a:spcPct val="90000"/>
              </a:lnSpc>
            </a:pPr>
            <a:r>
              <a:rPr lang="en-US" altLang="en-US" sz="2000"/>
              <a:t>Restaurant web site: much less likely and small loss</a:t>
            </a:r>
          </a:p>
        </p:txBody>
      </p:sp>
      <p:sp>
        <p:nvSpPr>
          <p:cNvPr id="28676" name="Slide Number Placeholder 9">
            <a:extLst>
              <a:ext uri="{FF2B5EF4-FFF2-40B4-BE49-F238E27FC236}">
                <a16:creationId xmlns:a16="http://schemas.microsoft.com/office/drawing/2014/main" id="{36109ED4-8AF4-4960-9F4A-ADA7436C852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91AA673A-AD0F-4F74-BF01-0920A47FD08A}" type="slidenum">
              <a:rPr lang="en-US" altLang="en-US" sz="1400" smtClean="0"/>
              <a:pPr>
                <a:spcBef>
                  <a:spcPct val="0"/>
                </a:spcBef>
                <a:spcAft>
                  <a:spcPct val="0"/>
                </a:spcAft>
                <a:buFontTx/>
                <a:buNone/>
              </a:pPr>
              <a:t>12</a:t>
            </a:fld>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33C1F342-DBAC-4444-9285-052B0DBB8403}"/>
              </a:ext>
            </a:extLst>
          </p:cNvPr>
          <p:cNvSpPr>
            <a:spLocks noGrp="1" noChangeArrowheads="1"/>
          </p:cNvSpPr>
          <p:nvPr>
            <p:ph type="title"/>
          </p:nvPr>
        </p:nvSpPr>
        <p:spPr/>
        <p:txBody>
          <a:bodyPr/>
          <a:lstStyle/>
          <a:p>
            <a:pPr eaLnBrk="1" hangingPunct="1"/>
            <a:r>
              <a:rPr lang="en-US" altLang="en-US"/>
              <a:t>Preventing Computer Viruses</a:t>
            </a:r>
          </a:p>
        </p:txBody>
      </p:sp>
      <p:sp>
        <p:nvSpPr>
          <p:cNvPr id="33795" name="Rectangle 5">
            <a:extLst>
              <a:ext uri="{FF2B5EF4-FFF2-40B4-BE49-F238E27FC236}">
                <a16:creationId xmlns:a16="http://schemas.microsoft.com/office/drawing/2014/main" id="{4A50A1C2-1962-42D6-B65B-315B0DAED579}"/>
              </a:ext>
            </a:extLst>
          </p:cNvPr>
          <p:cNvSpPr>
            <a:spLocks noGrp="1" noChangeArrowheads="1"/>
          </p:cNvSpPr>
          <p:nvPr>
            <p:ph type="body" idx="1"/>
          </p:nvPr>
        </p:nvSpPr>
        <p:spPr>
          <a:xfrm>
            <a:off x="685800" y="1295400"/>
            <a:ext cx="7772400" cy="4800600"/>
          </a:xfrm>
        </p:spPr>
        <p:txBody>
          <a:bodyPr/>
          <a:lstStyle/>
          <a:p>
            <a:pPr eaLnBrk="1" hangingPunct="1">
              <a:lnSpc>
                <a:spcPct val="90000"/>
              </a:lnSpc>
            </a:pPr>
            <a:r>
              <a:rPr lang="en-US" altLang="en-US" sz="2400"/>
              <a:t>Viruses spreads when infected files are accessed</a:t>
            </a:r>
          </a:p>
          <a:p>
            <a:pPr lvl="1" eaLnBrk="1" hangingPunct="1">
              <a:lnSpc>
                <a:spcPct val="90000"/>
              </a:lnSpc>
            </a:pPr>
            <a:r>
              <a:rPr lang="en-US" altLang="en-US" sz="2000"/>
              <a:t>Macro viruses attach themselves to other programs (documents) and spread when the programs are executed (the files are opened)</a:t>
            </a:r>
          </a:p>
          <a:p>
            <a:pPr eaLnBrk="1" hangingPunct="1">
              <a:lnSpc>
                <a:spcPct val="90000"/>
              </a:lnSpc>
            </a:pPr>
            <a:r>
              <a:rPr lang="en-US" altLang="en-US" sz="2400"/>
              <a:t>Worms</a:t>
            </a:r>
          </a:p>
          <a:p>
            <a:pPr lvl="1" eaLnBrk="1" hangingPunct="1">
              <a:lnSpc>
                <a:spcPct val="90000"/>
              </a:lnSpc>
            </a:pPr>
            <a:r>
              <a:rPr lang="en-US" altLang="en-US" sz="2000"/>
              <a:t>Special type of virus that spread itself without human intervention (sends copies of itself from computer to computer)</a:t>
            </a:r>
          </a:p>
          <a:p>
            <a:pPr eaLnBrk="1" hangingPunct="1">
              <a:lnSpc>
                <a:spcPct val="90000"/>
              </a:lnSpc>
            </a:pPr>
            <a:r>
              <a:rPr lang="en-US" altLang="en-US" sz="2400"/>
              <a:t>Anti-virus software packages check disks and files to ensure that they are virus-free</a:t>
            </a:r>
          </a:p>
          <a:p>
            <a:pPr eaLnBrk="1" hangingPunct="1">
              <a:lnSpc>
                <a:spcPct val="90000"/>
              </a:lnSpc>
            </a:pPr>
            <a:r>
              <a:rPr lang="en-US" altLang="en-US" sz="2400"/>
              <a:t>Incoming e-mail messages are most common source of viruses</a:t>
            </a:r>
          </a:p>
          <a:p>
            <a:pPr lvl="1" eaLnBrk="1" hangingPunct="1">
              <a:lnSpc>
                <a:spcPct val="90000"/>
              </a:lnSpc>
            </a:pPr>
            <a:r>
              <a:rPr lang="en-US" altLang="en-US" sz="2000"/>
              <a:t>Check attachments to e-mails, use filtering programs to ‘clean’ incoming e-mail</a:t>
            </a:r>
          </a:p>
        </p:txBody>
      </p:sp>
      <p:sp>
        <p:nvSpPr>
          <p:cNvPr id="33796" name="Slide Number Placeholder 9">
            <a:extLst>
              <a:ext uri="{FF2B5EF4-FFF2-40B4-BE49-F238E27FC236}">
                <a16:creationId xmlns:a16="http://schemas.microsoft.com/office/drawing/2014/main" id="{F7B6A640-9A1A-4EE9-8A96-232F8E09CC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C4CCEB1E-0211-4B9E-9F69-7061F5CB1261}" type="slidenum">
              <a:rPr lang="en-US" altLang="en-US" sz="1400" smtClean="0"/>
              <a:pPr>
                <a:spcBef>
                  <a:spcPct val="0"/>
                </a:spcBef>
                <a:spcAft>
                  <a:spcPct val="0"/>
                </a:spcAft>
                <a:buFontTx/>
                <a:buNone/>
              </a:pPr>
              <a:t>13</a:t>
            </a:fld>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a:extLst>
              <a:ext uri="{FF2B5EF4-FFF2-40B4-BE49-F238E27FC236}">
                <a16:creationId xmlns:a16="http://schemas.microsoft.com/office/drawing/2014/main" id="{5AD06559-AC0F-4E0A-8A2A-72F3F140EF6B}"/>
              </a:ext>
            </a:extLst>
          </p:cNvPr>
          <p:cNvSpPr>
            <a:spLocks noGrp="1" noChangeArrowheads="1"/>
          </p:cNvSpPr>
          <p:nvPr>
            <p:ph type="title"/>
          </p:nvPr>
        </p:nvSpPr>
        <p:spPr/>
        <p:txBody>
          <a:bodyPr/>
          <a:lstStyle/>
          <a:p>
            <a:pPr eaLnBrk="1" hangingPunct="1"/>
            <a:r>
              <a:rPr lang="en-US" altLang="en-US" sz="2800"/>
              <a:t>Preventing Denial of Service Attacks</a:t>
            </a:r>
          </a:p>
        </p:txBody>
      </p:sp>
      <p:sp>
        <p:nvSpPr>
          <p:cNvPr id="34819" name="Rectangle 6">
            <a:extLst>
              <a:ext uri="{FF2B5EF4-FFF2-40B4-BE49-F238E27FC236}">
                <a16:creationId xmlns:a16="http://schemas.microsoft.com/office/drawing/2014/main" id="{C2D89FD0-0198-4C72-BA85-568161B11159}"/>
              </a:ext>
            </a:extLst>
          </p:cNvPr>
          <p:cNvSpPr>
            <a:spLocks noGrp="1" noChangeArrowheads="1"/>
          </p:cNvSpPr>
          <p:nvPr>
            <p:ph type="body" idx="1"/>
          </p:nvPr>
        </p:nvSpPr>
        <p:spPr>
          <a:xfrm>
            <a:off x="685800" y="1371600"/>
            <a:ext cx="8180388" cy="4800600"/>
          </a:xfrm>
        </p:spPr>
        <p:txBody>
          <a:bodyPr/>
          <a:lstStyle/>
          <a:p>
            <a:pPr eaLnBrk="1" hangingPunct="1">
              <a:lnSpc>
                <a:spcPct val="90000"/>
              </a:lnSpc>
            </a:pPr>
            <a:r>
              <a:rPr lang="en-US" altLang="en-US" sz="2400"/>
              <a:t>DoS attacks</a:t>
            </a:r>
          </a:p>
          <a:p>
            <a:pPr lvl="1" eaLnBrk="1" hangingPunct="1">
              <a:lnSpc>
                <a:spcPct val="90000"/>
              </a:lnSpc>
            </a:pPr>
            <a:r>
              <a:rPr lang="en-US" altLang="en-US" sz="2000"/>
              <a:t>Network disrupted by a flood of messages that prevents messages from normal users</a:t>
            </a:r>
          </a:p>
          <a:p>
            <a:pPr lvl="2" eaLnBrk="1" hangingPunct="1">
              <a:lnSpc>
                <a:spcPct val="90000"/>
              </a:lnSpc>
            </a:pPr>
            <a:r>
              <a:rPr lang="en-US" altLang="en-US" sz="2000"/>
              <a:t>Flooding web servers, email servers so server cannot respond</a:t>
            </a:r>
          </a:p>
          <a:p>
            <a:pPr eaLnBrk="1" hangingPunct="1">
              <a:lnSpc>
                <a:spcPct val="90000"/>
              </a:lnSpc>
            </a:pPr>
            <a:r>
              <a:rPr lang="en-US" altLang="en-US" sz="2400"/>
              <a:t>Distributed DoS (DDoS) come from many different computers</a:t>
            </a:r>
          </a:p>
          <a:p>
            <a:pPr lvl="1" eaLnBrk="1" hangingPunct="1">
              <a:lnSpc>
                <a:spcPct val="70000"/>
              </a:lnSpc>
            </a:pPr>
            <a:r>
              <a:rPr lang="en-US" altLang="en-US" sz="2000"/>
              <a:t>DDoS agents on several machines are controlled by a DDoS handler, may issue instructions to computers to send simultaneous messages to a target computer</a:t>
            </a:r>
          </a:p>
          <a:p>
            <a:pPr eaLnBrk="1" hangingPunct="1">
              <a:lnSpc>
                <a:spcPct val="90000"/>
              </a:lnSpc>
            </a:pPr>
            <a:r>
              <a:rPr lang="en-US" altLang="en-US" sz="2400"/>
              <a:t>Difficult to prevent DoS and DDoS attacks</a:t>
            </a:r>
          </a:p>
          <a:p>
            <a:pPr lvl="1" eaLnBrk="1" hangingPunct="1">
              <a:lnSpc>
                <a:spcPct val="70000"/>
              </a:lnSpc>
            </a:pPr>
            <a:r>
              <a:rPr lang="en-US" altLang="en-US" sz="2000"/>
              <a:t>Setup many servers around the world</a:t>
            </a:r>
          </a:p>
          <a:p>
            <a:pPr lvl="1" eaLnBrk="1" hangingPunct="1">
              <a:lnSpc>
                <a:spcPct val="70000"/>
              </a:lnSpc>
            </a:pPr>
            <a:r>
              <a:rPr lang="en-US" altLang="en-US" sz="2000"/>
              <a:t>Use Intrusion Detection Systems</a:t>
            </a:r>
          </a:p>
          <a:p>
            <a:pPr lvl="1" eaLnBrk="1" hangingPunct="1">
              <a:lnSpc>
                <a:spcPct val="70000"/>
              </a:lnSpc>
            </a:pPr>
            <a:r>
              <a:rPr lang="en-US" altLang="en-US" sz="2000"/>
              <a:t>Require ISPs to verify that all incoming messages have valid IP addresses</a:t>
            </a:r>
          </a:p>
        </p:txBody>
      </p:sp>
      <p:sp>
        <p:nvSpPr>
          <p:cNvPr id="34820" name="Slide Number Placeholder 9">
            <a:extLst>
              <a:ext uri="{FF2B5EF4-FFF2-40B4-BE49-F238E27FC236}">
                <a16:creationId xmlns:a16="http://schemas.microsoft.com/office/drawing/2014/main" id="{E76839DC-0C8F-40BC-9752-5F9193BEDF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AAC396FC-6816-4BE2-9978-97B422EC9C21}" type="slidenum">
              <a:rPr lang="en-US" altLang="en-US" sz="1400" smtClean="0"/>
              <a:pPr>
                <a:spcBef>
                  <a:spcPct val="0"/>
                </a:spcBef>
                <a:spcAft>
                  <a:spcPct val="0"/>
                </a:spcAft>
                <a:buFontTx/>
                <a:buNone/>
              </a:pPr>
              <a:t>14</a:t>
            </a:fld>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43B4794A-451E-4AFC-AEBA-4638E9768E70}"/>
              </a:ext>
            </a:extLst>
          </p:cNvPr>
          <p:cNvSpPr>
            <a:spLocks noGrp="1" noChangeArrowheads="1"/>
          </p:cNvSpPr>
          <p:nvPr>
            <p:ph type="title"/>
          </p:nvPr>
        </p:nvSpPr>
        <p:spPr/>
        <p:txBody>
          <a:bodyPr/>
          <a:lstStyle/>
          <a:p>
            <a:pPr eaLnBrk="1" hangingPunct="1"/>
            <a:r>
              <a:rPr lang="en-US" altLang="en-US"/>
              <a:t>Intrusion Prevention</a:t>
            </a:r>
          </a:p>
        </p:txBody>
      </p:sp>
      <p:sp>
        <p:nvSpPr>
          <p:cNvPr id="36867" name="Rectangle 7">
            <a:extLst>
              <a:ext uri="{FF2B5EF4-FFF2-40B4-BE49-F238E27FC236}">
                <a16:creationId xmlns:a16="http://schemas.microsoft.com/office/drawing/2014/main" id="{364FFB0F-61A6-4FA7-AE20-4536434A3DE2}"/>
              </a:ext>
            </a:extLst>
          </p:cNvPr>
          <p:cNvSpPr>
            <a:spLocks noGrp="1" noChangeArrowheads="1"/>
          </p:cNvSpPr>
          <p:nvPr>
            <p:ph type="body" idx="1"/>
          </p:nvPr>
        </p:nvSpPr>
        <p:spPr>
          <a:xfrm>
            <a:off x="685800" y="1371600"/>
            <a:ext cx="8153400" cy="4800600"/>
          </a:xfrm>
        </p:spPr>
        <p:txBody>
          <a:bodyPr/>
          <a:lstStyle/>
          <a:p>
            <a:pPr eaLnBrk="1" hangingPunct="1">
              <a:lnSpc>
                <a:spcPct val="90000"/>
              </a:lnSpc>
            </a:pPr>
            <a:r>
              <a:rPr lang="en-US" altLang="en-US" sz="2400"/>
              <a:t>Types of intruders </a:t>
            </a:r>
          </a:p>
          <a:p>
            <a:pPr lvl="1" eaLnBrk="1" hangingPunct="1">
              <a:lnSpc>
                <a:spcPct val="90000"/>
              </a:lnSpc>
            </a:pPr>
            <a:r>
              <a:rPr lang="en-US" altLang="en-US" sz="2000"/>
              <a:t>Casual intruders</a:t>
            </a:r>
          </a:p>
          <a:p>
            <a:pPr lvl="2" eaLnBrk="1" hangingPunct="1">
              <a:lnSpc>
                <a:spcPct val="90000"/>
              </a:lnSpc>
            </a:pPr>
            <a:r>
              <a:rPr lang="en-US" altLang="en-US" sz="2000"/>
              <a:t>With Limited knowledge (“trying doorknobs”)</a:t>
            </a:r>
          </a:p>
          <a:p>
            <a:pPr lvl="2" eaLnBrk="1" hangingPunct="1">
              <a:lnSpc>
                <a:spcPct val="90000"/>
              </a:lnSpc>
            </a:pPr>
            <a:r>
              <a:rPr lang="en-US" altLang="en-US" sz="2000"/>
              <a:t>Script kiddies: Novice attackers using hacking tools</a:t>
            </a:r>
          </a:p>
          <a:p>
            <a:pPr lvl="1" eaLnBrk="1" hangingPunct="1">
              <a:lnSpc>
                <a:spcPct val="90000"/>
              </a:lnSpc>
            </a:pPr>
            <a:r>
              <a:rPr lang="en-US" altLang="en-US" sz="2000"/>
              <a:t>Security experts (hackers)</a:t>
            </a:r>
          </a:p>
          <a:p>
            <a:pPr lvl="2" eaLnBrk="1" hangingPunct="1">
              <a:lnSpc>
                <a:spcPct val="90000"/>
              </a:lnSpc>
            </a:pPr>
            <a:r>
              <a:rPr lang="en-US" altLang="en-US" sz="2000"/>
              <a:t>Motivation:  the thrill of the hunt; show off</a:t>
            </a:r>
          </a:p>
          <a:p>
            <a:pPr lvl="2" eaLnBrk="1" hangingPunct="1">
              <a:lnSpc>
                <a:spcPct val="90000"/>
              </a:lnSpc>
            </a:pPr>
            <a:r>
              <a:rPr lang="en-US" altLang="en-US" sz="2000"/>
              <a:t>Crackers: hackers who cause damage</a:t>
            </a:r>
          </a:p>
          <a:p>
            <a:pPr lvl="1" eaLnBrk="1" hangingPunct="1">
              <a:lnSpc>
                <a:spcPct val="90000"/>
              </a:lnSpc>
            </a:pPr>
            <a:r>
              <a:rPr lang="en-US" altLang="en-US" sz="2000"/>
              <a:t>Professional hackers (espionage, fraud, etc)</a:t>
            </a:r>
          </a:p>
          <a:p>
            <a:pPr lvl="2" eaLnBrk="1" hangingPunct="1">
              <a:lnSpc>
                <a:spcPct val="90000"/>
              </a:lnSpc>
            </a:pPr>
            <a:r>
              <a:rPr lang="en-US" altLang="en-US" sz="2000"/>
              <a:t>Breaking into computers for specific purposes</a:t>
            </a:r>
          </a:p>
          <a:p>
            <a:pPr lvl="1" eaLnBrk="1" hangingPunct="1">
              <a:lnSpc>
                <a:spcPct val="90000"/>
              </a:lnSpc>
            </a:pPr>
            <a:r>
              <a:rPr lang="en-US" altLang="en-US" sz="2000"/>
              <a:t>Organization employees </a:t>
            </a:r>
          </a:p>
          <a:p>
            <a:pPr lvl="2" eaLnBrk="1" hangingPunct="1">
              <a:lnSpc>
                <a:spcPct val="90000"/>
              </a:lnSpc>
            </a:pPr>
            <a:r>
              <a:rPr lang="en-US" altLang="en-US" sz="2000"/>
              <a:t>With legitimate access to the network </a:t>
            </a:r>
          </a:p>
          <a:p>
            <a:pPr lvl="2" eaLnBrk="1" hangingPunct="1">
              <a:lnSpc>
                <a:spcPct val="90000"/>
              </a:lnSpc>
            </a:pPr>
            <a:r>
              <a:rPr lang="en-US" altLang="en-US" sz="2000"/>
              <a:t>Gain access to information not authorized to use</a:t>
            </a:r>
          </a:p>
        </p:txBody>
      </p:sp>
      <p:sp>
        <p:nvSpPr>
          <p:cNvPr id="36868" name="Slide Number Placeholder 9">
            <a:extLst>
              <a:ext uri="{FF2B5EF4-FFF2-40B4-BE49-F238E27FC236}">
                <a16:creationId xmlns:a16="http://schemas.microsoft.com/office/drawing/2014/main" id="{03FE3ADE-5516-4B61-8E31-BAE04A50A65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5558449C-909E-42EF-BA36-BBBA4FFCC1F1}" type="slidenum">
              <a:rPr lang="en-US" altLang="en-US" sz="1400" smtClean="0"/>
              <a:pPr>
                <a:spcBef>
                  <a:spcPct val="0"/>
                </a:spcBef>
                <a:spcAft>
                  <a:spcPct val="0"/>
                </a:spcAft>
                <a:buFontTx/>
                <a:buNone/>
              </a:pPr>
              <a:t>15</a:t>
            </a:fld>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E2A8F137-FFF1-4E27-BB9B-4FEE0184F2F6}"/>
              </a:ext>
            </a:extLst>
          </p:cNvPr>
          <p:cNvSpPr>
            <a:spLocks noGrp="1" noChangeArrowheads="1"/>
          </p:cNvSpPr>
          <p:nvPr>
            <p:ph type="title"/>
          </p:nvPr>
        </p:nvSpPr>
        <p:spPr/>
        <p:txBody>
          <a:bodyPr/>
          <a:lstStyle/>
          <a:p>
            <a:pPr eaLnBrk="1" hangingPunct="1"/>
            <a:r>
              <a:rPr lang="en-US" altLang="en-US"/>
              <a:t>Preventing Intrusion</a:t>
            </a:r>
          </a:p>
        </p:txBody>
      </p:sp>
      <p:sp>
        <p:nvSpPr>
          <p:cNvPr id="37891" name="Rectangle 5">
            <a:extLst>
              <a:ext uri="{FF2B5EF4-FFF2-40B4-BE49-F238E27FC236}">
                <a16:creationId xmlns:a16="http://schemas.microsoft.com/office/drawing/2014/main" id="{46AEFDA9-6610-4461-BE8F-9C845685F500}"/>
              </a:ext>
            </a:extLst>
          </p:cNvPr>
          <p:cNvSpPr>
            <a:spLocks noGrp="1" noChangeArrowheads="1"/>
          </p:cNvSpPr>
          <p:nvPr>
            <p:ph type="body" idx="1"/>
          </p:nvPr>
        </p:nvSpPr>
        <p:spPr/>
        <p:txBody>
          <a:bodyPr/>
          <a:lstStyle/>
          <a:p>
            <a:pPr eaLnBrk="1" hangingPunct="1">
              <a:lnSpc>
                <a:spcPct val="90000"/>
              </a:lnSpc>
            </a:pPr>
            <a:r>
              <a:rPr lang="en-US" altLang="en-US" sz="2400"/>
              <a:t>Requires a </a:t>
            </a:r>
            <a:r>
              <a:rPr lang="en-US" altLang="en-US" sz="2400" i="1"/>
              <a:t>proactive</a:t>
            </a:r>
            <a:r>
              <a:rPr lang="en-US" altLang="en-US" sz="2400"/>
              <a:t> approach that includes routinely testing the security systems</a:t>
            </a:r>
          </a:p>
          <a:p>
            <a:pPr eaLnBrk="1" hangingPunct="1">
              <a:lnSpc>
                <a:spcPct val="90000"/>
              </a:lnSpc>
            </a:pPr>
            <a:r>
              <a:rPr lang="en-US" altLang="en-US" sz="2400"/>
              <a:t>Best rule for high security</a:t>
            </a:r>
          </a:p>
          <a:p>
            <a:pPr lvl="1" eaLnBrk="1" hangingPunct="1">
              <a:lnSpc>
                <a:spcPct val="90000"/>
              </a:lnSpc>
            </a:pPr>
            <a:r>
              <a:rPr lang="en-US" altLang="en-US" sz="2000"/>
              <a:t>Do not keep extremely sensitive data online</a:t>
            </a:r>
          </a:p>
          <a:p>
            <a:pPr lvl="1" eaLnBrk="1" hangingPunct="1">
              <a:lnSpc>
                <a:spcPct val="90000"/>
              </a:lnSpc>
            </a:pPr>
            <a:r>
              <a:rPr lang="en-US" altLang="en-US" sz="2000"/>
              <a:t>Store them in computers isolated from the network</a:t>
            </a:r>
          </a:p>
          <a:p>
            <a:pPr eaLnBrk="1" hangingPunct="1">
              <a:lnSpc>
                <a:spcPct val="90000"/>
              </a:lnSpc>
            </a:pPr>
            <a:r>
              <a:rPr lang="en-US" altLang="en-US" sz="2400"/>
              <a:t>Security Policy</a:t>
            </a:r>
          </a:p>
          <a:p>
            <a:pPr lvl="1" eaLnBrk="1" hangingPunct="1">
              <a:lnSpc>
                <a:spcPct val="90000"/>
              </a:lnSpc>
            </a:pPr>
            <a:r>
              <a:rPr lang="en-US" altLang="en-US" sz="2000"/>
              <a:t>Critical to controlling risk due to access</a:t>
            </a:r>
          </a:p>
          <a:p>
            <a:pPr lvl="1" eaLnBrk="1" hangingPunct="1">
              <a:lnSpc>
                <a:spcPct val="90000"/>
              </a:lnSpc>
            </a:pPr>
            <a:r>
              <a:rPr lang="en-US" altLang="en-US" sz="2000"/>
              <a:t>Should define clearly </a:t>
            </a:r>
          </a:p>
          <a:p>
            <a:pPr lvl="2" eaLnBrk="1" hangingPunct="1">
              <a:lnSpc>
                <a:spcPct val="90000"/>
              </a:lnSpc>
            </a:pPr>
            <a:r>
              <a:rPr lang="en-US" altLang="en-US" sz="2000"/>
              <a:t>Important assets to be safeguarded and Controls needed</a:t>
            </a:r>
          </a:p>
          <a:p>
            <a:pPr lvl="2" eaLnBrk="1" hangingPunct="1">
              <a:lnSpc>
                <a:spcPct val="90000"/>
              </a:lnSpc>
            </a:pPr>
            <a:r>
              <a:rPr lang="en-US" altLang="en-US" sz="2000"/>
              <a:t>What employees should do</a:t>
            </a:r>
          </a:p>
          <a:p>
            <a:pPr lvl="2" eaLnBrk="1" hangingPunct="1">
              <a:lnSpc>
                <a:spcPct val="90000"/>
              </a:lnSpc>
            </a:pPr>
            <a:r>
              <a:rPr lang="en-US" altLang="en-US" sz="2000"/>
              <a:t>Plan for routinely training employees and testing security controls in place</a:t>
            </a:r>
          </a:p>
        </p:txBody>
      </p:sp>
      <p:sp>
        <p:nvSpPr>
          <p:cNvPr id="37892" name="Slide Number Placeholder 9">
            <a:extLst>
              <a:ext uri="{FF2B5EF4-FFF2-40B4-BE49-F238E27FC236}">
                <a16:creationId xmlns:a16="http://schemas.microsoft.com/office/drawing/2014/main" id="{4DCF68F8-CA99-4D0C-B219-5F16F2DA1D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1DCE5FF6-B834-4DBC-BE4C-494A4A16FE8E}" type="slidenum">
              <a:rPr lang="en-US" altLang="en-US" sz="1400" smtClean="0"/>
              <a:pPr>
                <a:spcBef>
                  <a:spcPct val="0"/>
                </a:spcBef>
                <a:spcAft>
                  <a:spcPct val="0"/>
                </a:spcAft>
                <a:buFontTx/>
                <a:buNone/>
              </a:pPr>
              <a:t>16</a:t>
            </a:fld>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
            <a:extLst>
              <a:ext uri="{FF2B5EF4-FFF2-40B4-BE49-F238E27FC236}">
                <a16:creationId xmlns:a16="http://schemas.microsoft.com/office/drawing/2014/main" id="{056B4043-088C-478E-8134-1EB3D8946E43}"/>
              </a:ext>
            </a:extLst>
          </p:cNvPr>
          <p:cNvSpPr>
            <a:spLocks noGrp="1" noChangeArrowheads="1"/>
          </p:cNvSpPr>
          <p:nvPr>
            <p:ph type="title"/>
          </p:nvPr>
        </p:nvSpPr>
        <p:spPr/>
        <p:txBody>
          <a:bodyPr/>
          <a:lstStyle/>
          <a:p>
            <a:pPr eaLnBrk="1" hangingPunct="1"/>
            <a:r>
              <a:rPr lang="en-US" altLang="en-US"/>
              <a:t>Encryption</a:t>
            </a:r>
          </a:p>
        </p:txBody>
      </p:sp>
      <p:sp>
        <p:nvSpPr>
          <p:cNvPr id="46083" name="Slide Number Placeholder 9">
            <a:extLst>
              <a:ext uri="{FF2B5EF4-FFF2-40B4-BE49-F238E27FC236}">
                <a16:creationId xmlns:a16="http://schemas.microsoft.com/office/drawing/2014/main" id="{935DA37D-B4D2-4841-9384-09FB30E513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B6AAB2E4-1794-446D-B278-D0ABD2081553}" type="slidenum">
              <a:rPr lang="en-US" altLang="en-US" sz="1400" smtClean="0"/>
              <a:pPr>
                <a:spcBef>
                  <a:spcPct val="0"/>
                </a:spcBef>
                <a:spcAft>
                  <a:spcPct val="0"/>
                </a:spcAft>
                <a:buFontTx/>
                <a:buNone/>
              </a:pPr>
              <a:t>17</a:t>
            </a:fld>
            <a:endParaRPr lang="en-US" altLang="en-US" sz="1400"/>
          </a:p>
        </p:txBody>
      </p:sp>
      <p:sp>
        <p:nvSpPr>
          <p:cNvPr id="46084" name="Content Placeholder 1">
            <a:extLst>
              <a:ext uri="{FF2B5EF4-FFF2-40B4-BE49-F238E27FC236}">
                <a16:creationId xmlns:a16="http://schemas.microsoft.com/office/drawing/2014/main" id="{789322A8-B11B-47E5-A2C5-F5D319A380D2}"/>
              </a:ext>
            </a:extLst>
          </p:cNvPr>
          <p:cNvSpPr>
            <a:spLocks noGrp="1" noChangeArrowheads="1"/>
          </p:cNvSpPr>
          <p:nvPr>
            <p:ph idx="1"/>
          </p:nvPr>
        </p:nvSpPr>
        <p:spPr/>
        <p:txBody>
          <a:bodyPr/>
          <a:lstStyle/>
          <a:p>
            <a:r>
              <a:rPr lang="en-US" altLang="en-US" dirty="0">
                <a:hlinkClick r:id="rId2" action="ppaction://hlinkfile"/>
              </a:rPr>
              <a:t>Demo 1</a:t>
            </a:r>
            <a:endParaRPr lang="en-US" altLang="en-US" dirty="0"/>
          </a:p>
          <a:p>
            <a:endParaRPr lang="en-US" altLang="en-US" dirty="0"/>
          </a:p>
          <a:p>
            <a:r>
              <a:rPr lang="en-US" altLang="en-US" dirty="0">
                <a:hlinkClick r:id="rId3" action="ppaction://hlinkfile"/>
              </a:rPr>
              <a:t>Demo 2 </a:t>
            </a:r>
            <a:endParaRPr lang="en-US" altLang="en-US" dirty="0"/>
          </a:p>
          <a:p>
            <a:endParaRPr lang="en-GB"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
            <a:extLst>
              <a:ext uri="{FF2B5EF4-FFF2-40B4-BE49-F238E27FC236}">
                <a16:creationId xmlns:a16="http://schemas.microsoft.com/office/drawing/2014/main" id="{C9E152C7-B002-4142-ACEA-864B9E805774}"/>
              </a:ext>
            </a:extLst>
          </p:cNvPr>
          <p:cNvSpPr>
            <a:spLocks noGrp="1" noChangeArrowheads="1"/>
          </p:cNvSpPr>
          <p:nvPr>
            <p:ph type="title"/>
          </p:nvPr>
        </p:nvSpPr>
        <p:spPr/>
        <p:txBody>
          <a:bodyPr/>
          <a:lstStyle/>
          <a:p>
            <a:pPr eaLnBrk="1" hangingPunct="1"/>
            <a:r>
              <a:rPr lang="en-US" altLang="en-US"/>
              <a:t>Encryption</a:t>
            </a:r>
          </a:p>
        </p:txBody>
      </p:sp>
      <p:sp>
        <p:nvSpPr>
          <p:cNvPr id="47107" name="Rectangle 11">
            <a:extLst>
              <a:ext uri="{FF2B5EF4-FFF2-40B4-BE49-F238E27FC236}">
                <a16:creationId xmlns:a16="http://schemas.microsoft.com/office/drawing/2014/main" id="{1A03036E-3EEA-4CAF-9752-DC6447E34FEE}"/>
              </a:ext>
            </a:extLst>
          </p:cNvPr>
          <p:cNvSpPr>
            <a:spLocks noGrp="1" noChangeArrowheads="1"/>
          </p:cNvSpPr>
          <p:nvPr>
            <p:ph type="body" idx="1"/>
          </p:nvPr>
        </p:nvSpPr>
        <p:spPr/>
        <p:txBody>
          <a:bodyPr/>
          <a:lstStyle/>
          <a:p>
            <a:pPr eaLnBrk="1" hangingPunct="1">
              <a:lnSpc>
                <a:spcPct val="90000"/>
              </a:lnSpc>
            </a:pPr>
            <a:r>
              <a:rPr lang="en-US" altLang="en-US" sz="2400"/>
              <a:t>One of the best way to prevent unauthorized access (more formally, cryptography)</a:t>
            </a:r>
          </a:p>
          <a:p>
            <a:pPr eaLnBrk="1" hangingPunct="1">
              <a:lnSpc>
                <a:spcPct val="90000"/>
              </a:lnSpc>
            </a:pPr>
            <a:r>
              <a:rPr lang="en-US" altLang="en-US" sz="2400"/>
              <a:t>Process of disguising info by mathematical rules</a:t>
            </a:r>
          </a:p>
          <a:p>
            <a:pPr eaLnBrk="1" hangingPunct="1">
              <a:lnSpc>
                <a:spcPct val="90000"/>
              </a:lnSpc>
            </a:pPr>
            <a:r>
              <a:rPr lang="en-US" altLang="en-US" sz="2400"/>
              <a:t>Main components of encryption systems </a:t>
            </a:r>
          </a:p>
          <a:p>
            <a:pPr lvl="1" eaLnBrk="1" hangingPunct="1">
              <a:lnSpc>
                <a:spcPct val="90000"/>
              </a:lnSpc>
            </a:pPr>
            <a:r>
              <a:rPr lang="en-US" altLang="en-US" sz="2000" u="sng"/>
              <a:t>Plaintext</a:t>
            </a:r>
            <a:r>
              <a:rPr lang="en-US" altLang="en-US" sz="2000"/>
              <a:t>:  Unencrypted message</a:t>
            </a:r>
          </a:p>
          <a:p>
            <a:pPr lvl="1" eaLnBrk="1" hangingPunct="1">
              <a:lnSpc>
                <a:spcPct val="90000"/>
              </a:lnSpc>
            </a:pPr>
            <a:r>
              <a:rPr lang="en-US" altLang="en-US" sz="2000" u="sng"/>
              <a:t>Encryption algorithm</a:t>
            </a:r>
            <a:r>
              <a:rPr lang="en-US" altLang="en-US" sz="2000"/>
              <a:t>:  Works like the locking mechanism to a safe</a:t>
            </a:r>
          </a:p>
          <a:p>
            <a:pPr lvl="1" eaLnBrk="1" hangingPunct="1">
              <a:lnSpc>
                <a:spcPct val="90000"/>
              </a:lnSpc>
            </a:pPr>
            <a:r>
              <a:rPr lang="en-US" altLang="en-US" sz="2000" u="sng"/>
              <a:t>Key</a:t>
            </a:r>
            <a:r>
              <a:rPr lang="en-US" altLang="en-US" sz="2000"/>
              <a:t>: Works like the safe’s combination</a:t>
            </a:r>
          </a:p>
          <a:p>
            <a:pPr lvl="1" eaLnBrk="1" hangingPunct="1">
              <a:lnSpc>
                <a:spcPct val="90000"/>
              </a:lnSpc>
            </a:pPr>
            <a:r>
              <a:rPr lang="en-US" altLang="en-US" sz="2000" u="sng"/>
              <a:t>Cipher text</a:t>
            </a:r>
            <a:r>
              <a:rPr lang="en-US" altLang="en-US" sz="2000"/>
              <a:t>: Produced from the plaintext message by the encryption function</a:t>
            </a:r>
          </a:p>
          <a:p>
            <a:pPr eaLnBrk="1" hangingPunct="1">
              <a:lnSpc>
                <a:spcPct val="90000"/>
              </a:lnSpc>
            </a:pPr>
            <a:r>
              <a:rPr lang="en-US" altLang="en-US" sz="2400"/>
              <a:t>Decryption -  the same process in reverse</a:t>
            </a:r>
          </a:p>
          <a:p>
            <a:pPr lvl="1" eaLnBrk="1" hangingPunct="1">
              <a:lnSpc>
                <a:spcPct val="90000"/>
              </a:lnSpc>
            </a:pPr>
            <a:r>
              <a:rPr lang="en-US" altLang="en-US" sz="2000"/>
              <a:t>Doesn’t always use the same key or algorithm.</a:t>
            </a:r>
          </a:p>
          <a:p>
            <a:pPr lvl="1" eaLnBrk="1" hangingPunct="1">
              <a:lnSpc>
                <a:spcPct val="90000"/>
              </a:lnSpc>
            </a:pPr>
            <a:r>
              <a:rPr lang="en-US" altLang="en-US" sz="2000"/>
              <a:t>Plaintext results from  decryption</a:t>
            </a:r>
          </a:p>
        </p:txBody>
      </p:sp>
      <p:sp>
        <p:nvSpPr>
          <p:cNvPr id="47108" name="Slide Number Placeholder 9">
            <a:extLst>
              <a:ext uri="{FF2B5EF4-FFF2-40B4-BE49-F238E27FC236}">
                <a16:creationId xmlns:a16="http://schemas.microsoft.com/office/drawing/2014/main" id="{1F510364-BD2B-46AC-B2DD-A44696C2A5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CA130BA5-0D75-4DAE-909F-8DA15E7153F1}" type="slidenum">
              <a:rPr lang="en-US" altLang="en-US" sz="1400" smtClean="0"/>
              <a:pPr>
                <a:spcBef>
                  <a:spcPct val="0"/>
                </a:spcBef>
                <a:spcAft>
                  <a:spcPct val="0"/>
                </a:spcAft>
                <a:buFontTx/>
                <a:buNone/>
              </a:pPr>
              <a:t>18</a:t>
            </a:fld>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900D4F98-7120-4190-8CD7-447C6A63585A}"/>
              </a:ext>
            </a:extLst>
          </p:cNvPr>
          <p:cNvSpPr>
            <a:spLocks noGrp="1" noChangeArrowheads="1"/>
          </p:cNvSpPr>
          <p:nvPr>
            <p:ph type="title"/>
          </p:nvPr>
        </p:nvSpPr>
        <p:spPr/>
        <p:txBody>
          <a:bodyPr/>
          <a:lstStyle/>
          <a:p>
            <a:pPr eaLnBrk="1" hangingPunct="1"/>
            <a:r>
              <a:rPr lang="en-US" altLang="en-US"/>
              <a:t>Encryption Techniques</a:t>
            </a:r>
          </a:p>
        </p:txBody>
      </p:sp>
      <p:sp>
        <p:nvSpPr>
          <p:cNvPr id="48131" name="Rectangle 5">
            <a:extLst>
              <a:ext uri="{FF2B5EF4-FFF2-40B4-BE49-F238E27FC236}">
                <a16:creationId xmlns:a16="http://schemas.microsoft.com/office/drawing/2014/main" id="{5A32EB01-4D1A-4A3C-9E13-67EFD5B2D980}"/>
              </a:ext>
            </a:extLst>
          </p:cNvPr>
          <p:cNvSpPr>
            <a:spLocks noGrp="1" noChangeArrowheads="1"/>
          </p:cNvSpPr>
          <p:nvPr>
            <p:ph type="body" idx="1"/>
          </p:nvPr>
        </p:nvSpPr>
        <p:spPr/>
        <p:txBody>
          <a:bodyPr/>
          <a:lstStyle/>
          <a:p>
            <a:pPr eaLnBrk="1" hangingPunct="1">
              <a:lnSpc>
                <a:spcPct val="90000"/>
              </a:lnSpc>
            </a:pPr>
            <a:r>
              <a:rPr lang="en-US" altLang="en-US"/>
              <a:t>Symmetric (private key) encryption</a:t>
            </a:r>
          </a:p>
          <a:p>
            <a:pPr lvl="1" eaLnBrk="1" hangingPunct="1">
              <a:lnSpc>
                <a:spcPct val="90000"/>
              </a:lnSpc>
            </a:pPr>
            <a:r>
              <a:rPr lang="en-US" altLang="en-US"/>
              <a:t>Uses the same algorithm and key to both encrypt and decrypt a message</a:t>
            </a:r>
          </a:p>
          <a:p>
            <a:pPr lvl="1" eaLnBrk="1" hangingPunct="1">
              <a:lnSpc>
                <a:spcPct val="90000"/>
              </a:lnSpc>
            </a:pPr>
            <a:r>
              <a:rPr lang="en-US" altLang="en-US"/>
              <a:t>Most common</a:t>
            </a:r>
          </a:p>
          <a:p>
            <a:pPr eaLnBrk="1" hangingPunct="1">
              <a:lnSpc>
                <a:spcPct val="90000"/>
              </a:lnSpc>
            </a:pPr>
            <a:r>
              <a:rPr lang="en-US" altLang="en-US"/>
              <a:t>Asymmetric (public key) encryption</a:t>
            </a:r>
          </a:p>
          <a:p>
            <a:pPr lvl="1" eaLnBrk="1" hangingPunct="1">
              <a:lnSpc>
                <a:spcPct val="90000"/>
              </a:lnSpc>
            </a:pPr>
            <a:r>
              <a:rPr lang="en-US" altLang="en-US"/>
              <a:t>Uses two different “one way” keys:</a:t>
            </a:r>
          </a:p>
          <a:p>
            <a:pPr lvl="2" eaLnBrk="1" hangingPunct="1">
              <a:lnSpc>
                <a:spcPct val="90000"/>
              </a:lnSpc>
            </a:pPr>
            <a:r>
              <a:rPr lang="en-US" altLang="en-US"/>
              <a:t>a public key used to encrypt messages</a:t>
            </a:r>
          </a:p>
          <a:p>
            <a:pPr lvl="2" eaLnBrk="1" hangingPunct="1">
              <a:lnSpc>
                <a:spcPct val="90000"/>
              </a:lnSpc>
            </a:pPr>
            <a:r>
              <a:rPr lang="en-US" altLang="en-US"/>
              <a:t>a private key used to decrypt them</a:t>
            </a:r>
          </a:p>
          <a:p>
            <a:pPr eaLnBrk="1" hangingPunct="1">
              <a:lnSpc>
                <a:spcPct val="90000"/>
              </a:lnSpc>
            </a:pPr>
            <a:r>
              <a:rPr lang="en-US" altLang="en-US"/>
              <a:t>Digital signatures</a:t>
            </a:r>
          </a:p>
          <a:p>
            <a:pPr lvl="1" eaLnBrk="1" hangingPunct="1">
              <a:lnSpc>
                <a:spcPct val="90000"/>
              </a:lnSpc>
            </a:pPr>
            <a:r>
              <a:rPr lang="en-US" altLang="en-US"/>
              <a:t>Based on a variation of public key encryption</a:t>
            </a:r>
          </a:p>
        </p:txBody>
      </p:sp>
      <p:sp>
        <p:nvSpPr>
          <p:cNvPr id="48132" name="Slide Number Placeholder 9">
            <a:extLst>
              <a:ext uri="{FF2B5EF4-FFF2-40B4-BE49-F238E27FC236}">
                <a16:creationId xmlns:a16="http://schemas.microsoft.com/office/drawing/2014/main" id="{ED2515D9-709A-425D-A973-4783F7BEB1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64E9863B-BC9C-4C0F-ADAA-E3BA8B59C551}" type="slidenum">
              <a:rPr lang="en-US" altLang="en-US" sz="1400" smtClean="0"/>
              <a:pPr>
                <a:spcBef>
                  <a:spcPct val="0"/>
                </a:spcBef>
                <a:spcAft>
                  <a:spcPct val="0"/>
                </a:spcAft>
                <a:buFontTx/>
                <a:buNone/>
              </a:pPr>
              <a:t>19</a:t>
            </a:fld>
            <a:endParaRPr lang="en-US"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a:extLst>
              <a:ext uri="{FF2B5EF4-FFF2-40B4-BE49-F238E27FC236}">
                <a16:creationId xmlns:a16="http://schemas.microsoft.com/office/drawing/2014/main" id="{D0EBAD09-CC30-4010-89A7-E61D80D18FC2}"/>
              </a:ext>
            </a:extLst>
          </p:cNvPr>
          <p:cNvSpPr>
            <a:spLocks noGrp="1" noChangeArrowheads="1"/>
          </p:cNvSpPr>
          <p:nvPr>
            <p:ph type="title"/>
          </p:nvPr>
        </p:nvSpPr>
        <p:spPr/>
        <p:txBody>
          <a:bodyPr/>
          <a:lstStyle/>
          <a:p>
            <a:pPr eaLnBrk="1" hangingPunct="1"/>
            <a:r>
              <a:rPr lang="en-US" altLang="en-US"/>
              <a:t>Symmetric Encryption</a:t>
            </a:r>
          </a:p>
        </p:txBody>
      </p:sp>
      <p:sp>
        <p:nvSpPr>
          <p:cNvPr id="49155" name="Rectangle 5">
            <a:extLst>
              <a:ext uri="{FF2B5EF4-FFF2-40B4-BE49-F238E27FC236}">
                <a16:creationId xmlns:a16="http://schemas.microsoft.com/office/drawing/2014/main" id="{92E85C86-260A-4424-BB9A-2E522B05D4D4}"/>
              </a:ext>
            </a:extLst>
          </p:cNvPr>
          <p:cNvSpPr>
            <a:spLocks noGrp="1" noChangeArrowheads="1"/>
          </p:cNvSpPr>
          <p:nvPr>
            <p:ph type="body" idx="1"/>
          </p:nvPr>
        </p:nvSpPr>
        <p:spPr/>
        <p:txBody>
          <a:bodyPr/>
          <a:lstStyle/>
          <a:p>
            <a:pPr eaLnBrk="1" hangingPunct="1"/>
            <a:r>
              <a:rPr lang="en-US" altLang="en-US" sz="2400"/>
              <a:t>Key must be distributed</a:t>
            </a:r>
          </a:p>
          <a:p>
            <a:pPr lvl="1" eaLnBrk="1" hangingPunct="1"/>
            <a:r>
              <a:rPr lang="en-US" altLang="en-US" sz="2000"/>
              <a:t>Vulnerable to interception (an important weakness)</a:t>
            </a:r>
          </a:p>
          <a:p>
            <a:pPr lvl="1" eaLnBrk="1" hangingPunct="1"/>
            <a:r>
              <a:rPr lang="en-US" altLang="en-US" sz="2000"/>
              <a:t>Key management – a challenge </a:t>
            </a:r>
          </a:p>
          <a:p>
            <a:pPr eaLnBrk="1" hangingPunct="1"/>
            <a:r>
              <a:rPr lang="en-US" altLang="en-US" sz="2400"/>
              <a:t>Strength of encryption</a:t>
            </a:r>
          </a:p>
          <a:p>
            <a:pPr lvl="1" eaLnBrk="1" hangingPunct="1"/>
            <a:r>
              <a:rPr lang="en-US" altLang="en-US" sz="2000"/>
              <a:t>Length of the secret key</a:t>
            </a:r>
          </a:p>
          <a:p>
            <a:pPr lvl="2" eaLnBrk="1" hangingPunct="1"/>
            <a:r>
              <a:rPr lang="en-US" altLang="en-US" sz="2000"/>
              <a:t>Longer keys more difficult to crack (more combinations to try)</a:t>
            </a:r>
          </a:p>
          <a:p>
            <a:pPr lvl="1" eaLnBrk="1" hangingPunct="1"/>
            <a:r>
              <a:rPr lang="en-US" altLang="en-US" sz="2000"/>
              <a:t>Not necessary to keep the algorithm secret</a:t>
            </a:r>
          </a:p>
        </p:txBody>
      </p:sp>
      <p:sp>
        <p:nvSpPr>
          <p:cNvPr id="49156" name="Slide Number Placeholder 9">
            <a:extLst>
              <a:ext uri="{FF2B5EF4-FFF2-40B4-BE49-F238E27FC236}">
                <a16:creationId xmlns:a16="http://schemas.microsoft.com/office/drawing/2014/main" id="{0A5620C4-DFCF-482E-8183-9600C5DB80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F4B1297E-F698-4575-85C1-E9817BD4EE99}" type="slidenum">
              <a:rPr lang="en-US" altLang="en-US" sz="1400" smtClean="0"/>
              <a:pPr>
                <a:spcBef>
                  <a:spcPct val="0"/>
                </a:spcBef>
                <a:spcAft>
                  <a:spcPct val="0"/>
                </a:spcAft>
                <a:buFontTx/>
                <a:buNone/>
              </a:pPr>
              <a:t>20</a:t>
            </a:fld>
            <a:endParaRPr lang="en-US"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31C5D1A2-949B-4F6C-822A-7BF378E8BA71}"/>
              </a:ext>
            </a:extLst>
          </p:cNvPr>
          <p:cNvSpPr>
            <a:spLocks noGrp="1" noChangeArrowheads="1"/>
          </p:cNvSpPr>
          <p:nvPr>
            <p:ph type="title"/>
          </p:nvPr>
        </p:nvSpPr>
        <p:spPr/>
        <p:txBody>
          <a:bodyPr/>
          <a:lstStyle/>
          <a:p>
            <a:pPr eaLnBrk="1" hangingPunct="1"/>
            <a:r>
              <a:rPr lang="en-US" altLang="en-US"/>
              <a:t>Asymmetric Encryption </a:t>
            </a:r>
          </a:p>
        </p:txBody>
      </p:sp>
      <p:sp>
        <p:nvSpPr>
          <p:cNvPr id="50179" name="Rectangle 7">
            <a:extLst>
              <a:ext uri="{FF2B5EF4-FFF2-40B4-BE49-F238E27FC236}">
                <a16:creationId xmlns:a16="http://schemas.microsoft.com/office/drawing/2014/main" id="{B3692419-936A-4A85-B26D-A4D5EB8B7B55}"/>
              </a:ext>
            </a:extLst>
          </p:cNvPr>
          <p:cNvSpPr>
            <a:spLocks noGrp="1" noChangeArrowheads="1"/>
          </p:cNvSpPr>
          <p:nvPr>
            <p:ph type="body" idx="1"/>
          </p:nvPr>
        </p:nvSpPr>
        <p:spPr>
          <a:xfrm>
            <a:off x="685800" y="1371600"/>
            <a:ext cx="8235950" cy="4800600"/>
          </a:xfrm>
        </p:spPr>
        <p:txBody>
          <a:bodyPr/>
          <a:lstStyle/>
          <a:p>
            <a:pPr eaLnBrk="1" hangingPunct="1">
              <a:lnSpc>
                <a:spcPct val="80000"/>
              </a:lnSpc>
            </a:pPr>
            <a:r>
              <a:rPr lang="en-US" altLang="en-US" sz="2000"/>
              <a:t>Also known as Public Key Encryption (PKE)</a:t>
            </a:r>
          </a:p>
          <a:p>
            <a:pPr eaLnBrk="1" hangingPunct="1">
              <a:lnSpc>
                <a:spcPct val="80000"/>
              </a:lnSpc>
            </a:pPr>
            <a:r>
              <a:rPr lang="en-US" altLang="en-US" sz="2000"/>
              <a:t>Most popular form of PKE: RSA</a:t>
            </a:r>
          </a:p>
          <a:p>
            <a:pPr lvl="1" eaLnBrk="1" hangingPunct="1">
              <a:lnSpc>
                <a:spcPct val="80000"/>
              </a:lnSpc>
            </a:pPr>
            <a:r>
              <a:rPr lang="en-US" altLang="en-US" sz="1800"/>
              <a:t>Named (1977) after the initials of its inventors: Rivest, Shamir, and Adelman</a:t>
            </a:r>
          </a:p>
          <a:p>
            <a:pPr lvl="1" eaLnBrk="1" hangingPunct="1">
              <a:lnSpc>
                <a:spcPct val="80000"/>
              </a:lnSpc>
            </a:pPr>
            <a:r>
              <a:rPr lang="en-US" altLang="en-US" sz="1800"/>
              <a:t>Forms the basis of Public Key Infrastructure (PKI)</a:t>
            </a:r>
          </a:p>
          <a:p>
            <a:pPr lvl="1" eaLnBrk="1" hangingPunct="1">
              <a:lnSpc>
                <a:spcPct val="80000"/>
              </a:lnSpc>
            </a:pPr>
            <a:r>
              <a:rPr lang="en-US" altLang="en-US" sz="1800"/>
              <a:t>Patent expired in 2000; Now many companies offer it</a:t>
            </a:r>
          </a:p>
          <a:p>
            <a:pPr eaLnBrk="1" hangingPunct="1">
              <a:lnSpc>
                <a:spcPct val="80000"/>
              </a:lnSpc>
            </a:pPr>
            <a:r>
              <a:rPr lang="en-US" altLang="en-US" sz="2000"/>
              <a:t>Longer keys: 512 bits or 1,024 bits</a:t>
            </a:r>
          </a:p>
          <a:p>
            <a:pPr eaLnBrk="1" hangingPunct="1">
              <a:lnSpc>
                <a:spcPct val="80000"/>
              </a:lnSpc>
            </a:pPr>
            <a:r>
              <a:rPr lang="en-US" altLang="en-US" sz="2000"/>
              <a:t>Greatly reduces the key management problem</a:t>
            </a:r>
          </a:p>
          <a:p>
            <a:pPr lvl="1" eaLnBrk="1" hangingPunct="1">
              <a:lnSpc>
                <a:spcPct val="80000"/>
              </a:lnSpc>
            </a:pPr>
            <a:r>
              <a:rPr lang="en-US" altLang="en-US" sz="1800"/>
              <a:t>Publicized Public keys easily accessible in a public directory</a:t>
            </a:r>
          </a:p>
          <a:p>
            <a:pPr lvl="1" eaLnBrk="1" hangingPunct="1">
              <a:lnSpc>
                <a:spcPct val="80000"/>
              </a:lnSpc>
            </a:pPr>
            <a:r>
              <a:rPr lang="en-US" altLang="en-US" sz="1800"/>
              <a:t>Never distributed Private keys (kept secret)</a:t>
            </a:r>
          </a:p>
          <a:p>
            <a:pPr lvl="1" eaLnBrk="1" hangingPunct="1">
              <a:lnSpc>
                <a:spcPct val="80000"/>
              </a:lnSpc>
            </a:pPr>
            <a:r>
              <a:rPr lang="en-US" altLang="en-US" sz="1800"/>
              <a:t>No need to exchange keys</a:t>
            </a:r>
          </a:p>
          <a:p>
            <a:pPr lvl="2" eaLnBrk="1" hangingPunct="1">
              <a:lnSpc>
                <a:spcPct val="80000"/>
              </a:lnSpc>
            </a:pPr>
            <a:r>
              <a:rPr lang="en-US" altLang="en-US" sz="1800"/>
              <a:t>Sender uses the receiver’s public key to encrypt</a:t>
            </a:r>
          </a:p>
          <a:p>
            <a:pPr lvl="2" eaLnBrk="1" hangingPunct="1">
              <a:lnSpc>
                <a:spcPct val="80000"/>
              </a:lnSpc>
            </a:pPr>
            <a:r>
              <a:rPr lang="en-US" altLang="en-US" sz="1800"/>
              <a:t>Receiver uses their private key to decrypt</a:t>
            </a:r>
          </a:p>
          <a:p>
            <a:pPr lvl="2" eaLnBrk="1" hangingPunct="1">
              <a:lnSpc>
                <a:spcPct val="80000"/>
              </a:lnSpc>
            </a:pPr>
            <a:r>
              <a:rPr lang="en-US" altLang="en-US" sz="1800"/>
              <a:t>Public key cannot decrypt public key encrypted message, only private key will work</a:t>
            </a:r>
          </a:p>
          <a:p>
            <a:pPr lvl="2" eaLnBrk="1" hangingPunct="1">
              <a:lnSpc>
                <a:spcPct val="80000"/>
              </a:lnSpc>
            </a:pPr>
            <a:endParaRPr lang="en-US" altLang="en-US" sz="1800"/>
          </a:p>
        </p:txBody>
      </p:sp>
      <p:sp>
        <p:nvSpPr>
          <p:cNvPr id="50180" name="Slide Number Placeholder 9">
            <a:extLst>
              <a:ext uri="{FF2B5EF4-FFF2-40B4-BE49-F238E27FC236}">
                <a16:creationId xmlns:a16="http://schemas.microsoft.com/office/drawing/2014/main" id="{CA3120FF-8720-49BB-948F-6D15455415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87D040A5-FF39-4CA7-ADD7-02558BFD9208}" type="slidenum">
              <a:rPr lang="en-US" altLang="en-US" sz="1400" smtClean="0"/>
              <a:pPr>
                <a:spcBef>
                  <a:spcPct val="0"/>
                </a:spcBef>
                <a:spcAft>
                  <a:spcPct val="0"/>
                </a:spcAft>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054">
            <a:extLst>
              <a:ext uri="{FF2B5EF4-FFF2-40B4-BE49-F238E27FC236}">
                <a16:creationId xmlns:a16="http://schemas.microsoft.com/office/drawing/2014/main" id="{75DA6F41-3CA1-42C9-B51F-26819F13982C}"/>
              </a:ext>
            </a:extLst>
          </p:cNvPr>
          <p:cNvSpPr>
            <a:spLocks noGrp="1" noChangeArrowheads="1"/>
          </p:cNvSpPr>
          <p:nvPr>
            <p:ph type="title"/>
          </p:nvPr>
        </p:nvSpPr>
        <p:spPr/>
        <p:txBody>
          <a:bodyPr/>
          <a:lstStyle/>
          <a:p>
            <a:pPr eaLnBrk="1" hangingPunct="1"/>
            <a:r>
              <a:rPr lang="en-US" altLang="en-US"/>
              <a:t>Digital Signatures</a:t>
            </a:r>
          </a:p>
        </p:txBody>
      </p:sp>
      <p:sp>
        <p:nvSpPr>
          <p:cNvPr id="51203" name="Rectangle 2055">
            <a:extLst>
              <a:ext uri="{FF2B5EF4-FFF2-40B4-BE49-F238E27FC236}">
                <a16:creationId xmlns:a16="http://schemas.microsoft.com/office/drawing/2014/main" id="{180A75F1-A176-4828-B942-D95AAC259D80}"/>
              </a:ext>
            </a:extLst>
          </p:cNvPr>
          <p:cNvSpPr>
            <a:spLocks noGrp="1" noChangeArrowheads="1"/>
          </p:cNvSpPr>
          <p:nvPr>
            <p:ph type="body" idx="1"/>
          </p:nvPr>
        </p:nvSpPr>
        <p:spPr/>
        <p:txBody>
          <a:bodyPr/>
          <a:lstStyle/>
          <a:p>
            <a:pPr eaLnBrk="1" hangingPunct="1">
              <a:lnSpc>
                <a:spcPct val="90000"/>
              </a:lnSpc>
            </a:pPr>
            <a:r>
              <a:rPr lang="en-US" altLang="en-US" sz="2400"/>
              <a:t>Provide secure and authenticated message transmission, enabled by PKE</a:t>
            </a:r>
          </a:p>
          <a:p>
            <a:pPr eaLnBrk="1" hangingPunct="1">
              <a:lnSpc>
                <a:spcPct val="90000"/>
              </a:lnSpc>
            </a:pPr>
            <a:r>
              <a:rPr lang="en-US" altLang="en-US" sz="2400"/>
              <a:t>Provides a proof identifying the sender</a:t>
            </a:r>
          </a:p>
          <a:p>
            <a:pPr lvl="1" eaLnBrk="1" hangingPunct="1">
              <a:lnSpc>
                <a:spcPct val="90000"/>
              </a:lnSpc>
            </a:pPr>
            <a:r>
              <a:rPr lang="en-US" altLang="en-US" sz="2000"/>
              <a:t>Important for certain legal transactions</a:t>
            </a:r>
          </a:p>
          <a:p>
            <a:pPr eaLnBrk="1" hangingPunct="1">
              <a:lnSpc>
                <a:spcPct val="90000"/>
              </a:lnSpc>
            </a:pPr>
            <a:r>
              <a:rPr lang="en-US" altLang="en-US" sz="2400"/>
              <a:t>Digital Signature:</a:t>
            </a:r>
          </a:p>
          <a:p>
            <a:pPr lvl="1" eaLnBrk="1" hangingPunct="1">
              <a:lnSpc>
                <a:spcPct val="90000"/>
              </a:lnSpc>
            </a:pPr>
            <a:r>
              <a:rPr lang="en-US" altLang="en-US" sz="2000"/>
              <a:t>Includes the name of the sender and other </a:t>
            </a:r>
            <a:r>
              <a:rPr lang="en-US" altLang="en-US" sz="2000" u="sng"/>
              <a:t>key contents</a:t>
            </a:r>
            <a:r>
              <a:rPr lang="en-US" altLang="en-US" sz="2000"/>
              <a:t> (e.g., date, time, etc.,) </a:t>
            </a:r>
          </a:p>
          <a:p>
            <a:pPr eaLnBrk="1" hangingPunct="1">
              <a:lnSpc>
                <a:spcPct val="90000"/>
              </a:lnSpc>
            </a:pPr>
            <a:r>
              <a:rPr lang="en-US" altLang="en-US" sz="2400"/>
              <a:t>Use of  PKE in reverse (applied to Digital Signature part of the message only)</a:t>
            </a:r>
          </a:p>
          <a:p>
            <a:pPr lvl="1" eaLnBrk="1" hangingPunct="1">
              <a:lnSpc>
                <a:spcPct val="90000"/>
              </a:lnSpc>
            </a:pPr>
            <a:r>
              <a:rPr lang="en-US" altLang="en-US" sz="2000"/>
              <a:t>Outgoing: Encrypted using the sender’s private key</a:t>
            </a:r>
          </a:p>
          <a:p>
            <a:pPr lvl="1" eaLnBrk="1" hangingPunct="1">
              <a:lnSpc>
                <a:spcPct val="90000"/>
              </a:lnSpc>
            </a:pPr>
            <a:r>
              <a:rPr lang="en-US" altLang="en-US" sz="2000"/>
              <a:t>Incoming: Decrypted using the sender’s public key</a:t>
            </a:r>
          </a:p>
          <a:p>
            <a:pPr lvl="2" eaLnBrk="1" hangingPunct="1">
              <a:lnSpc>
                <a:spcPct val="90000"/>
              </a:lnSpc>
            </a:pPr>
            <a:r>
              <a:rPr lang="en-US" altLang="en-US" sz="2000"/>
              <a:t>Providing evidence who the message originated from</a:t>
            </a:r>
          </a:p>
        </p:txBody>
      </p:sp>
      <p:sp>
        <p:nvSpPr>
          <p:cNvPr id="51204" name="Slide Number Placeholder 9">
            <a:extLst>
              <a:ext uri="{FF2B5EF4-FFF2-40B4-BE49-F238E27FC236}">
                <a16:creationId xmlns:a16="http://schemas.microsoft.com/office/drawing/2014/main" id="{6586F271-97E1-44C5-8C1F-77ACA404128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7647517D-0B97-4DC4-A640-01FC0FE260EF}" type="slidenum">
              <a:rPr lang="en-US" altLang="en-US" sz="1400" smtClean="0"/>
              <a:pPr>
                <a:spcBef>
                  <a:spcPct val="0"/>
                </a:spcBef>
                <a:spcAft>
                  <a:spcPct val="0"/>
                </a:spcAft>
                <a:buFontTx/>
                <a:buNone/>
              </a:pPr>
              <a:t>22</a:t>
            </a:fld>
            <a:endParaRPr lang="en-US" altLang="en-US"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8">
            <a:extLst>
              <a:ext uri="{FF2B5EF4-FFF2-40B4-BE49-F238E27FC236}">
                <a16:creationId xmlns:a16="http://schemas.microsoft.com/office/drawing/2014/main" id="{216866A0-46EA-4C98-9E34-FBDEDCC16552}"/>
              </a:ext>
            </a:extLst>
          </p:cNvPr>
          <p:cNvSpPr>
            <a:spLocks noGrp="1" noChangeArrowheads="1"/>
          </p:cNvSpPr>
          <p:nvPr>
            <p:ph type="title"/>
          </p:nvPr>
        </p:nvSpPr>
        <p:spPr/>
        <p:txBody>
          <a:bodyPr/>
          <a:lstStyle/>
          <a:p>
            <a:pPr eaLnBrk="1" hangingPunct="1"/>
            <a:r>
              <a:rPr lang="en-US" altLang="en-US"/>
              <a:t>Public Key Infrastructure (PKI)</a:t>
            </a:r>
          </a:p>
        </p:txBody>
      </p:sp>
      <p:sp>
        <p:nvSpPr>
          <p:cNvPr id="52227" name="Rectangle 9">
            <a:extLst>
              <a:ext uri="{FF2B5EF4-FFF2-40B4-BE49-F238E27FC236}">
                <a16:creationId xmlns:a16="http://schemas.microsoft.com/office/drawing/2014/main" id="{CA11BA3E-32F2-4578-A5EC-CD5D6AB8E666}"/>
              </a:ext>
            </a:extLst>
          </p:cNvPr>
          <p:cNvSpPr>
            <a:spLocks noGrp="1" noChangeArrowheads="1"/>
          </p:cNvSpPr>
          <p:nvPr>
            <p:ph type="body" idx="1"/>
          </p:nvPr>
        </p:nvSpPr>
        <p:spPr>
          <a:xfrm>
            <a:off x="685800" y="1295400"/>
            <a:ext cx="8042275" cy="4800600"/>
          </a:xfrm>
        </p:spPr>
        <p:txBody>
          <a:bodyPr/>
          <a:lstStyle/>
          <a:p>
            <a:pPr eaLnBrk="1" hangingPunct="1">
              <a:lnSpc>
                <a:spcPct val="80000"/>
              </a:lnSpc>
            </a:pPr>
            <a:r>
              <a:rPr lang="en-US" altLang="en-US" sz="2400"/>
              <a:t>Set of hardware, software, organizations, and policies to make PKE work on Internet</a:t>
            </a:r>
          </a:p>
          <a:p>
            <a:pPr lvl="1" eaLnBrk="1" hangingPunct="1">
              <a:lnSpc>
                <a:spcPct val="80000"/>
              </a:lnSpc>
            </a:pPr>
            <a:r>
              <a:rPr lang="en-US" altLang="en-US" sz="2000"/>
              <a:t>Solves the problem with digital signatures</a:t>
            </a:r>
          </a:p>
          <a:p>
            <a:pPr lvl="2" eaLnBrk="1" hangingPunct="1">
              <a:lnSpc>
                <a:spcPct val="80000"/>
              </a:lnSpc>
            </a:pPr>
            <a:r>
              <a:rPr lang="en-US" altLang="en-US" sz="2000"/>
              <a:t>How to verify that the person sending the message</a:t>
            </a:r>
          </a:p>
          <a:p>
            <a:pPr eaLnBrk="1" hangingPunct="1">
              <a:lnSpc>
                <a:spcPct val="80000"/>
              </a:lnSpc>
            </a:pPr>
            <a:r>
              <a:rPr lang="en-US" altLang="en-US" sz="2400"/>
              <a:t>Elements of PKI</a:t>
            </a:r>
          </a:p>
          <a:p>
            <a:pPr lvl="1" eaLnBrk="1" hangingPunct="1">
              <a:lnSpc>
                <a:spcPct val="80000"/>
              </a:lnSpc>
            </a:pPr>
            <a:r>
              <a:rPr lang="en-US" altLang="en-US" sz="2000"/>
              <a:t>Certificate Authority (CA)</a:t>
            </a:r>
          </a:p>
          <a:p>
            <a:pPr lvl="2" eaLnBrk="1" hangingPunct="1">
              <a:lnSpc>
                <a:spcPct val="80000"/>
              </a:lnSpc>
            </a:pPr>
            <a:r>
              <a:rPr lang="en-US" altLang="en-US" sz="2000"/>
              <a:t>A trusted organization that can vouch for the authenticity of the person of organization</a:t>
            </a:r>
          </a:p>
          <a:p>
            <a:pPr lvl="1" eaLnBrk="1" hangingPunct="1">
              <a:lnSpc>
                <a:spcPct val="80000"/>
              </a:lnSpc>
            </a:pPr>
            <a:r>
              <a:rPr lang="en-US" altLang="en-US" sz="2000"/>
              <a:t>Certificate</a:t>
            </a:r>
          </a:p>
          <a:p>
            <a:pPr lvl="2" eaLnBrk="1" hangingPunct="1">
              <a:lnSpc>
                <a:spcPct val="80000"/>
              </a:lnSpc>
            </a:pPr>
            <a:r>
              <a:rPr lang="en-US" altLang="en-US" sz="2000"/>
              <a:t>A digital document verifying the identity of a digital signature’s source</a:t>
            </a:r>
          </a:p>
          <a:p>
            <a:pPr lvl="1" eaLnBrk="1" hangingPunct="1">
              <a:lnSpc>
                <a:spcPct val="80000"/>
              </a:lnSpc>
            </a:pPr>
            <a:r>
              <a:rPr lang="en-US" altLang="en-US" sz="2000"/>
              <a:t>“Fingerprint”</a:t>
            </a:r>
          </a:p>
          <a:p>
            <a:pPr lvl="2" eaLnBrk="1" hangingPunct="1">
              <a:lnSpc>
                <a:spcPct val="80000"/>
              </a:lnSpc>
            </a:pPr>
            <a:r>
              <a:rPr lang="en-US" altLang="en-US" sz="2000"/>
              <a:t>A unique key issued by the CA for every message sent by the user (for higher security certification)</a:t>
            </a:r>
          </a:p>
        </p:txBody>
      </p:sp>
      <p:sp>
        <p:nvSpPr>
          <p:cNvPr id="52228" name="Slide Number Placeholder 9">
            <a:extLst>
              <a:ext uri="{FF2B5EF4-FFF2-40B4-BE49-F238E27FC236}">
                <a16:creationId xmlns:a16="http://schemas.microsoft.com/office/drawing/2014/main" id="{14798A60-8B17-4935-9C08-ECD98FFDAAC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ct val="15000"/>
              </a:spcAft>
              <a:buChar char="•"/>
              <a:defRPr sz="2800" b="1">
                <a:solidFill>
                  <a:srgbClr val="16027C"/>
                </a:solidFill>
                <a:latin typeface="Arial" panose="020B0604020202020204" pitchFamily="34" charset="0"/>
              </a:defRPr>
            </a:lvl1pPr>
            <a:lvl2pPr marL="742950" indent="-285750">
              <a:spcBef>
                <a:spcPct val="20000"/>
              </a:spcBef>
              <a:spcAft>
                <a:spcPct val="15000"/>
              </a:spcAft>
              <a:buChar char="–"/>
              <a:defRPr sz="2400" b="1">
                <a:solidFill>
                  <a:srgbClr val="16027C"/>
                </a:solidFill>
                <a:latin typeface="Arial" panose="020B0604020202020204" pitchFamily="34" charset="0"/>
              </a:defRPr>
            </a:lvl2pPr>
            <a:lvl3pPr marL="1143000" indent="-228600">
              <a:spcBef>
                <a:spcPct val="20000"/>
              </a:spcBef>
              <a:spcAft>
                <a:spcPct val="15000"/>
              </a:spcAft>
              <a:buChar char="•"/>
              <a:defRPr sz="2400" b="1">
                <a:solidFill>
                  <a:srgbClr val="16027C"/>
                </a:solidFill>
                <a:latin typeface="Arial" panose="020B0604020202020204" pitchFamily="34" charset="0"/>
              </a:defRPr>
            </a:lvl3pPr>
            <a:lvl4pPr marL="1600200" indent="-228600">
              <a:spcBef>
                <a:spcPct val="20000"/>
              </a:spcBef>
              <a:spcAft>
                <a:spcPct val="15000"/>
              </a:spcAft>
              <a:buChar char="–"/>
              <a:defRPr sz="2000" b="1">
                <a:solidFill>
                  <a:srgbClr val="16027C"/>
                </a:solidFill>
                <a:latin typeface="Arial" panose="020B0604020202020204" pitchFamily="34" charset="0"/>
              </a:defRPr>
            </a:lvl4pPr>
            <a:lvl5pPr marL="2057400" indent="-228600">
              <a:spcBef>
                <a:spcPct val="20000"/>
              </a:spcBef>
              <a:spcAft>
                <a:spcPct val="15000"/>
              </a:spcAft>
              <a:buChar char="»"/>
              <a:defRPr sz="2000" b="1">
                <a:solidFill>
                  <a:srgbClr val="16027C"/>
                </a:solidFill>
                <a:latin typeface="Arial" panose="020B0604020202020204" pitchFamily="34" charset="0"/>
              </a:defRPr>
            </a:lvl5pPr>
            <a:lvl6pPr marL="2514600" indent="-228600" eaLnBrk="0" fontAlgn="base" hangingPunct="0">
              <a:spcBef>
                <a:spcPct val="20000"/>
              </a:spcBef>
              <a:spcAft>
                <a:spcPct val="15000"/>
              </a:spcAft>
              <a:buChar char="»"/>
              <a:defRPr sz="2000" b="1">
                <a:solidFill>
                  <a:srgbClr val="16027C"/>
                </a:solidFill>
                <a:latin typeface="Arial" panose="020B0604020202020204" pitchFamily="34" charset="0"/>
              </a:defRPr>
            </a:lvl6pPr>
            <a:lvl7pPr marL="2971800" indent="-228600" eaLnBrk="0" fontAlgn="base" hangingPunct="0">
              <a:spcBef>
                <a:spcPct val="20000"/>
              </a:spcBef>
              <a:spcAft>
                <a:spcPct val="15000"/>
              </a:spcAft>
              <a:buChar char="»"/>
              <a:defRPr sz="2000" b="1">
                <a:solidFill>
                  <a:srgbClr val="16027C"/>
                </a:solidFill>
                <a:latin typeface="Arial" panose="020B0604020202020204" pitchFamily="34" charset="0"/>
              </a:defRPr>
            </a:lvl7pPr>
            <a:lvl8pPr marL="3429000" indent="-228600" eaLnBrk="0" fontAlgn="base" hangingPunct="0">
              <a:spcBef>
                <a:spcPct val="20000"/>
              </a:spcBef>
              <a:spcAft>
                <a:spcPct val="15000"/>
              </a:spcAft>
              <a:buChar char="»"/>
              <a:defRPr sz="2000" b="1">
                <a:solidFill>
                  <a:srgbClr val="16027C"/>
                </a:solidFill>
                <a:latin typeface="Arial" panose="020B0604020202020204" pitchFamily="34" charset="0"/>
              </a:defRPr>
            </a:lvl8pPr>
            <a:lvl9pPr marL="3886200" indent="-228600" eaLnBrk="0" fontAlgn="base" hangingPunct="0">
              <a:spcBef>
                <a:spcPct val="20000"/>
              </a:spcBef>
              <a:spcAft>
                <a:spcPct val="15000"/>
              </a:spcAft>
              <a:buChar char="»"/>
              <a:defRPr sz="2000" b="1">
                <a:solidFill>
                  <a:srgbClr val="16027C"/>
                </a:solidFill>
                <a:latin typeface="Arial" panose="020B0604020202020204" pitchFamily="34" charset="0"/>
              </a:defRPr>
            </a:lvl9pPr>
          </a:lstStyle>
          <a:p>
            <a:pPr>
              <a:spcBef>
                <a:spcPct val="0"/>
              </a:spcBef>
              <a:spcAft>
                <a:spcPct val="0"/>
              </a:spcAft>
              <a:buFontTx/>
              <a:buNone/>
            </a:pPr>
            <a:r>
              <a:rPr lang="en-US" altLang="en-US" sz="1400"/>
              <a:t> </a:t>
            </a:r>
            <a:fld id="{ACA336CA-2D8A-4F42-B93A-D15D7F495B35}" type="slidenum">
              <a:rPr lang="en-US" altLang="en-US" sz="1400" smtClean="0"/>
              <a:pPr>
                <a:spcBef>
                  <a:spcPct val="0"/>
                </a:spcBef>
                <a:spcAft>
                  <a:spcPct val="0"/>
                </a:spcAft>
                <a:buFontTx/>
                <a:buNone/>
              </a:pPr>
              <a:t>23</a:t>
            </a:fld>
            <a:endParaRPr lang="en-US" altLang="en-US" sz="1400"/>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CC"/>
      </a:lt1>
      <a:dk2>
        <a:srgbClr val="000000"/>
      </a:dk2>
      <a:lt2>
        <a:srgbClr val="808080"/>
      </a:lt2>
      <a:accent1>
        <a:srgbClr val="FFCC66"/>
      </a:accent1>
      <a:accent2>
        <a:srgbClr val="0000FF"/>
      </a:accent2>
      <a:accent3>
        <a:srgbClr val="FFFFE2"/>
      </a:accent3>
      <a:accent4>
        <a:srgbClr val="000000"/>
      </a:accent4>
      <a:accent5>
        <a:srgbClr val="FFE2B8"/>
      </a:accent5>
      <a:accent6>
        <a:srgbClr val="0000E7"/>
      </a:accent6>
      <a:hlink>
        <a:srgbClr val="CC00CC"/>
      </a:hlink>
      <a:folHlink>
        <a:srgbClr val="C0C0C0"/>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74D78DDA-902A-4D38-9F2B-9D139085CB93}"/>
</file>

<file path=customXml/itemProps2.xml><?xml version="1.0" encoding="utf-8"?>
<ds:datastoreItem xmlns:ds="http://schemas.openxmlformats.org/officeDocument/2006/customXml" ds:itemID="{396F00A7-3650-495B-8E3F-9A01B4427871}"/>
</file>

<file path=customXml/itemProps3.xml><?xml version="1.0" encoding="utf-8"?>
<ds:datastoreItem xmlns:ds="http://schemas.openxmlformats.org/officeDocument/2006/customXml" ds:itemID="{B39488D8-EF5E-4FD8-9EF8-7384A02B028E}"/>
</file>

<file path=docProps/app.xml><?xml version="1.0" encoding="utf-8"?>
<Properties xmlns="http://schemas.openxmlformats.org/officeDocument/2006/extended-properties" xmlns:vt="http://schemas.openxmlformats.org/officeDocument/2006/docPropsVTypes">
  <TotalTime>286</TotalTime>
  <Words>1588</Words>
  <Application>Microsoft Office PowerPoint</Application>
  <PresentationFormat>On-screen Show (4:3)</PresentationFormat>
  <Paragraphs>203</Paragraphs>
  <Slides>23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Arial Black</vt:lpstr>
      <vt:lpstr>Söhne</vt:lpstr>
      <vt:lpstr>Times New Roman</vt:lpstr>
      <vt:lpstr>Default Design</vt:lpstr>
      <vt:lpstr>PowerPoint Presentation</vt:lpstr>
      <vt:lpstr>Key aspects of cybersecurity</vt:lpstr>
      <vt:lpstr>Jieitai Kanochi nite, Kaku Tatakaeri  (GATE)</vt:lpstr>
      <vt:lpstr>PowerPoint Presentation</vt:lpstr>
      <vt:lpstr>PowerPoint Presentation</vt:lpstr>
      <vt:lpstr>PowerPoint Presentation</vt:lpstr>
      <vt:lpstr>PowerPoint Presentation</vt:lpstr>
      <vt:lpstr>PowerPoint Presentation</vt:lpstr>
      <vt:lpstr>Primary Goals in Providing Security:  “CIA”</vt:lpstr>
      <vt:lpstr>Types of Security Threats</vt:lpstr>
      <vt:lpstr>Risk Assessment</vt:lpstr>
      <vt:lpstr>Security Threats</vt:lpstr>
      <vt:lpstr>Preventing Computer Viruses</vt:lpstr>
      <vt:lpstr>Preventing Denial of Service Attacks</vt:lpstr>
      <vt:lpstr>Intrusion Prevention</vt:lpstr>
      <vt:lpstr>Preventing Intrusion</vt:lpstr>
      <vt:lpstr>Encryption</vt:lpstr>
      <vt:lpstr>Encryption</vt:lpstr>
      <vt:lpstr>Encryption Techniques</vt:lpstr>
      <vt:lpstr>Symmetric Encryption</vt:lpstr>
      <vt:lpstr>Asymmetric Encryption </vt:lpstr>
      <vt:lpstr>Digital Signatures</vt:lpstr>
      <vt:lpstr>Public Key Infrastructure (PKI)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Communications</dc:title>
  <dc:creator>Gene Mesher</dc:creator>
  <cp:lastModifiedBy>Montri S</cp:lastModifiedBy>
  <cp:revision>204</cp:revision>
  <dcterms:created xsi:type="dcterms:W3CDTF">2001-01-29T12:50:58Z</dcterms:created>
  <dcterms:modified xsi:type="dcterms:W3CDTF">2024-01-18T06:02:19Z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