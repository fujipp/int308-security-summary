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1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1"/>
  </p:notesMasterIdLst>
  <p:sldIdLst>
    <p:sldId id="299" r:id="rId2"/>
    <p:sldId id="275" r:id="rId3"/>
    <p:sldId id="276" r:id="rId4"/>
    <p:sldId id="277" r:id="rId5"/>
    <p:sldId id="278" r:id="rId6"/>
    <p:sldId id="279" r:id="rId7"/>
    <p:sldId id="280" r:id="rId8"/>
    <p:sldId id="281" r:id="rId9"/>
    <p:sldId id="282" r:id="rId10"/>
    <p:sldId id="283" r:id="rId11"/>
    <p:sldId id="284" r:id="rId12"/>
    <p:sldId id="285" r:id="rId13"/>
    <p:sldId id="300" r:id="rId14"/>
    <p:sldId id="286" r:id="rId15"/>
    <p:sldId id="287" r:id="rId16"/>
    <p:sldId id="288" r:id="rId17"/>
    <p:sldId id="289" r:id="rId18"/>
    <p:sldId id="290" r:id="rId19"/>
    <p:sldId id="301" r:id="rId20"/>
    <p:sldId id="302" r:id="rId21"/>
    <p:sldId id="303" r:id="rId22"/>
    <p:sldId id="304" r:id="rId23"/>
    <p:sldId id="305" r:id="rId24"/>
    <p:sldId id="306" r:id="rId25"/>
    <p:sldId id="307" r:id="rId26"/>
    <p:sldId id="308" r:id="rId27"/>
    <p:sldId id="309" r:id="rId28"/>
    <p:sldId id="310" r:id="rId29"/>
    <p:sldId id="311" r:id="rId30"/>
    <p:sldId id="295" r:id="rId31"/>
    <p:sldId id="312" r:id="rId32"/>
    <p:sldId id="313" r:id="rId33"/>
    <p:sldId id="314" r:id="rId34"/>
    <p:sldId id="315" r:id="rId35"/>
    <p:sldId id="316" r:id="rId36"/>
    <p:sldId id="296" r:id="rId37"/>
    <p:sldId id="291" r:id="rId38"/>
    <p:sldId id="292" r:id="rId39"/>
    <p:sldId id="293" r:id="rId40"/>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553" autoAdjust="0"/>
  </p:normalViewPr>
  <p:slideViewPr>
    <p:cSldViewPr>
      <p:cViewPr varScale="1">
        <p:scale>
          <a:sx n="83" d="100"/>
          <a:sy n="83" d="100"/>
        </p:scale>
        <p:origin x="1353"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80E6D4E-3D58-471B-B42D-53CEBFA3B05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AU"/>
          </a:p>
        </p:txBody>
      </p:sp>
      <p:sp>
        <p:nvSpPr>
          <p:cNvPr id="22531" name="Rectangle 3">
            <a:extLst>
              <a:ext uri="{FF2B5EF4-FFF2-40B4-BE49-F238E27FC236}">
                <a16:creationId xmlns:a16="http://schemas.microsoft.com/office/drawing/2014/main" id="{9C75B303-4DAB-49E4-B0F4-59CD5CA7E6A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AU"/>
          </a:p>
        </p:txBody>
      </p:sp>
      <p:sp>
        <p:nvSpPr>
          <p:cNvPr id="32772" name="Rectangle 4">
            <a:extLst>
              <a:ext uri="{FF2B5EF4-FFF2-40B4-BE49-F238E27FC236}">
                <a16:creationId xmlns:a16="http://schemas.microsoft.com/office/drawing/2014/main" id="{968483CD-2511-4E20-9CC5-F719B270EC3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DD1154A0-5680-46C1-8727-322E7A2198B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a:extLst>
              <a:ext uri="{FF2B5EF4-FFF2-40B4-BE49-F238E27FC236}">
                <a16:creationId xmlns:a16="http://schemas.microsoft.com/office/drawing/2014/main" id="{D347A254-9796-4403-8C70-196A0549E5F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AU"/>
          </a:p>
        </p:txBody>
      </p:sp>
      <p:sp>
        <p:nvSpPr>
          <p:cNvPr id="22535" name="Rectangle 7">
            <a:extLst>
              <a:ext uri="{FF2B5EF4-FFF2-40B4-BE49-F238E27FC236}">
                <a16:creationId xmlns:a16="http://schemas.microsoft.com/office/drawing/2014/main" id="{B471497D-8AFE-4309-82AE-8321646D7F3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BF09535-91A8-4386-94F6-F76E5DCC20FB}"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FD7B75B-2110-4D50-845C-24BE84A3F2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D89FE5-6BBC-40E4-91A0-19468272D019}" type="slidenum">
              <a:rPr lang="en-AU" altLang="en-US"/>
              <a:pPr eaLnBrk="1" hangingPunct="1"/>
              <a:t>1</a:t>
            </a:fld>
            <a:endParaRPr lang="en-AU" altLang="en-US"/>
          </a:p>
        </p:txBody>
      </p:sp>
      <p:sp>
        <p:nvSpPr>
          <p:cNvPr id="33795" name="Rectangle 2">
            <a:extLst>
              <a:ext uri="{FF2B5EF4-FFF2-40B4-BE49-F238E27FC236}">
                <a16:creationId xmlns:a16="http://schemas.microsoft.com/office/drawing/2014/main" id="{57E85DFC-1C52-4530-8767-0703E6A12EE0}"/>
              </a:ext>
            </a:extLst>
          </p:cNvPr>
          <p:cNvSpPr>
            <a:spLocks noGrp="1" noRot="1" noChangeAspect="1" noChangeArrowheads="1" noTextEdit="1"/>
          </p:cNvSpPr>
          <p:nvPr>
            <p:ph type="sldImg"/>
          </p:nvPr>
        </p:nvSpPr>
        <p:spPr>
          <a:solidFill>
            <a:srgbClr val="FFFFFF"/>
          </a:solidFill>
          <a:ln/>
        </p:spPr>
      </p:sp>
      <p:sp>
        <p:nvSpPr>
          <p:cNvPr id="33796" name="Rectangle 3">
            <a:extLst>
              <a:ext uri="{FF2B5EF4-FFF2-40B4-BE49-F238E27FC236}">
                <a16:creationId xmlns:a16="http://schemas.microsoft.com/office/drawing/2014/main" id="{0AC849FE-5C98-41B7-8AC4-9F0D19758FD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a:t>
            </a:r>
            <a:r>
              <a:rPr lang="en-US" altLang="en-US" sz="1000"/>
              <a:t>10 – “</a:t>
            </a:r>
            <a:r>
              <a:rPr lang="en-AU" altLang="en-US" sz="1000"/>
              <a:t>Key Management; Other Public Key Cryptosystems</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B66E186-2397-480A-A22A-3272D13AD0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76716D-0683-4994-B7AF-D2F415818FE7}" type="slidenum">
              <a:rPr lang="en-AU" altLang="en-US"/>
              <a:pPr eaLnBrk="1" hangingPunct="1"/>
              <a:t>2</a:t>
            </a:fld>
            <a:endParaRPr lang="en-AU" altLang="en-US"/>
          </a:p>
        </p:txBody>
      </p:sp>
      <p:sp>
        <p:nvSpPr>
          <p:cNvPr id="34819" name="Rectangle 1026">
            <a:extLst>
              <a:ext uri="{FF2B5EF4-FFF2-40B4-BE49-F238E27FC236}">
                <a16:creationId xmlns:a16="http://schemas.microsoft.com/office/drawing/2014/main" id="{BC2E3F42-EF56-4455-BD4A-BE5D5AB44C54}"/>
              </a:ext>
            </a:extLst>
          </p:cNvPr>
          <p:cNvSpPr>
            <a:spLocks noGrp="1" noRot="1" noChangeAspect="1" noChangeArrowheads="1" noTextEdit="1"/>
          </p:cNvSpPr>
          <p:nvPr>
            <p:ph type="sldImg"/>
          </p:nvPr>
        </p:nvSpPr>
        <p:spPr>
          <a:ln/>
        </p:spPr>
      </p:sp>
      <p:sp>
        <p:nvSpPr>
          <p:cNvPr id="34820" name="Rectangle 1027">
            <a:extLst>
              <a:ext uri="{FF2B5EF4-FFF2-40B4-BE49-F238E27FC236}">
                <a16:creationId xmlns:a16="http://schemas.microsoft.com/office/drawing/2014/main" id="{E33BB6C9-E5CA-4F7B-811E-9EFF2EE1D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One of the major roles of public-key encryption has been to address the problem of key distribution, with two distinct aspects: the distribution of public keys, and the use of public-key encryption to distribute secret keys.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80DA969-7E74-4DEB-9C97-9953BFF203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C6127C-6597-45A4-859C-AD009D39C7B0}" type="slidenum">
              <a:rPr lang="en-AU" altLang="en-US"/>
              <a:pPr eaLnBrk="1" hangingPunct="1"/>
              <a:t>3</a:t>
            </a:fld>
            <a:endParaRPr lang="en-AU" altLang="en-US"/>
          </a:p>
        </p:txBody>
      </p:sp>
      <p:sp>
        <p:nvSpPr>
          <p:cNvPr id="35843" name="Rectangle 2">
            <a:extLst>
              <a:ext uri="{FF2B5EF4-FFF2-40B4-BE49-F238E27FC236}">
                <a16:creationId xmlns:a16="http://schemas.microsoft.com/office/drawing/2014/main" id="{CF7EF30E-F69B-4065-8579-CDD9FCF5706A}"/>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C7C06631-CA8C-4045-8BF0-A1AB40337A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Several techniques have been proposed for the distribution of public keys, which can mostly be grouped into the categories shown.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35FF968-2FA0-43AE-B656-92C89CAF27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35BE8-FB5C-47E1-8E49-843328AC3424}" type="slidenum">
              <a:rPr lang="en-AU" altLang="en-US"/>
              <a:pPr eaLnBrk="1" hangingPunct="1"/>
              <a:t>4</a:t>
            </a:fld>
            <a:endParaRPr lang="en-AU" altLang="en-US"/>
          </a:p>
        </p:txBody>
      </p:sp>
      <p:sp>
        <p:nvSpPr>
          <p:cNvPr id="36867" name="Rectangle 1026">
            <a:extLst>
              <a:ext uri="{FF2B5EF4-FFF2-40B4-BE49-F238E27FC236}">
                <a16:creationId xmlns:a16="http://schemas.microsoft.com/office/drawing/2014/main" id="{80F21459-DA24-4863-94CB-22426D07382A}"/>
              </a:ext>
            </a:extLst>
          </p:cNvPr>
          <p:cNvSpPr>
            <a:spLocks noGrp="1" noRot="1" noChangeAspect="1" noChangeArrowheads="1" noTextEdit="1"/>
          </p:cNvSpPr>
          <p:nvPr>
            <p:ph type="sldImg"/>
          </p:nvPr>
        </p:nvSpPr>
        <p:spPr>
          <a:ln/>
        </p:spPr>
      </p:sp>
      <p:sp>
        <p:nvSpPr>
          <p:cNvPr id="36868" name="Rectangle 1027">
            <a:extLst>
              <a:ext uri="{FF2B5EF4-FFF2-40B4-BE49-F238E27FC236}">
                <a16:creationId xmlns:a16="http://schemas.microsoft.com/office/drawing/2014/main" id="{D445F3B9-BA65-403D-A4B7-B58A9A98CE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point of public-key encryption is that the public key is public, hence any participant can send his or her public key to any other participant, or broadcast the key to the community at large. Its </a:t>
            </a:r>
            <a:r>
              <a:rPr lang="en-US" altLang="en-US"/>
              <a:t>major weakness is forgery, anyone can create a key claiming to be someone else and broadcast it, and until the forgery is discovered they can masquerade as the claimed user.</a:t>
            </a:r>
            <a:endParaRPr lang="en-AU" altLang="en-US"/>
          </a:p>
          <a:p>
            <a:pPr lvl="1"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A585005-D6B4-47E3-A90E-AB07E7482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D31DA-4F3F-463A-AB00-A99C38A6E583}" type="slidenum">
              <a:rPr lang="en-AU" altLang="en-US"/>
              <a:pPr eaLnBrk="1" hangingPunct="1"/>
              <a:t>5</a:t>
            </a:fld>
            <a:endParaRPr lang="en-AU" altLang="en-US"/>
          </a:p>
        </p:txBody>
      </p:sp>
      <p:sp>
        <p:nvSpPr>
          <p:cNvPr id="37891" name="Rectangle 2">
            <a:extLst>
              <a:ext uri="{FF2B5EF4-FFF2-40B4-BE49-F238E27FC236}">
                <a16:creationId xmlns:a16="http://schemas.microsoft.com/office/drawing/2014/main" id="{3B049A96-FCB7-4186-869B-535C516EAC29}"/>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64F15C23-8501-49B5-B32E-173CCC3A38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 greater degree of security can be achieved by maintaining a publicly available dynamic directory of public keys. Maintenance and distribution of the public directory would have to be the responsibility of some trusted entity or organization. This scheme is clearly more secure than individual public announcements but still has vulnerabilities </a:t>
            </a:r>
            <a:r>
              <a:rPr lang="en-US" altLang="en-US"/>
              <a:t>to tampering or forgery</a:t>
            </a:r>
            <a:r>
              <a:rPr lang="en-US" altLang="en-US">
                <a:latin typeface="Times-Roman" charset="0"/>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2EDE526-95C8-4CC8-824D-24FED38518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20C914-7D01-417A-B027-0A5300979B7C}" type="slidenum">
              <a:rPr lang="en-AU" altLang="en-US"/>
              <a:pPr eaLnBrk="1" hangingPunct="1"/>
              <a:t>6</a:t>
            </a:fld>
            <a:endParaRPr lang="en-AU" altLang="en-US"/>
          </a:p>
        </p:txBody>
      </p:sp>
      <p:sp>
        <p:nvSpPr>
          <p:cNvPr id="38915" name="Rectangle 2">
            <a:extLst>
              <a:ext uri="{FF2B5EF4-FFF2-40B4-BE49-F238E27FC236}">
                <a16:creationId xmlns:a16="http://schemas.microsoft.com/office/drawing/2014/main" id="{0B4BF3AF-0B89-4D5C-B062-057D8D32D1B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3C672E6-C95E-49C5-9088-DA1509032B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Stronger security for public-key distribution can be achieved by providing tighter control over the distribution of public keys from the directory. It </a:t>
            </a:r>
            <a:r>
              <a:rPr lang="en-US" altLang="en-US"/>
              <a:t>requires users to know the public key for the directory, and that they interact with directory in real-time to obtain any desired public key securely. Note that </a:t>
            </a:r>
            <a:r>
              <a:rPr lang="en-US" altLang="en-US">
                <a:latin typeface="Times-Roman" charset="0"/>
              </a:rPr>
              <a:t>a total of seven messages are required, as shown next.</a:t>
            </a:r>
            <a:endParaRPr lang="en-US" altLang="en-US"/>
          </a:p>
          <a:p>
            <a:pPr eaLnBrk="1" hangingPunct="1"/>
            <a:endParaRPr lang="en-US" altLang="en-US">
              <a:latin typeface="Times-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77DDB65-5FF3-4AC2-9146-EF14C6CA26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7EFC1F-F856-449D-9881-BF4F15122751}" type="slidenum">
              <a:rPr lang="en-AU" altLang="en-US"/>
              <a:pPr eaLnBrk="1" hangingPunct="1"/>
              <a:t>7</a:t>
            </a:fld>
            <a:endParaRPr lang="en-AU" altLang="en-US"/>
          </a:p>
        </p:txBody>
      </p:sp>
      <p:sp>
        <p:nvSpPr>
          <p:cNvPr id="39939" name="Rectangle 2">
            <a:extLst>
              <a:ext uri="{FF2B5EF4-FFF2-40B4-BE49-F238E27FC236}">
                <a16:creationId xmlns:a16="http://schemas.microsoft.com/office/drawing/2014/main" id="{17451905-62E2-474D-982F-6F87CCBBEE6F}"/>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CE141C55-3B98-4964-8B77-FF5D21D2A3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10.3 “</a:t>
            </a:r>
            <a:r>
              <a:rPr lang="en-AU" altLang="en-US"/>
              <a:t>Public-Key Authority” </a:t>
            </a:r>
            <a:r>
              <a:rPr lang="en-US" altLang="en-US">
                <a:latin typeface="Times-Roman" charset="0"/>
              </a:rPr>
              <a:t>illustrates a typical protocol interaction</a:t>
            </a:r>
            <a:r>
              <a:rPr lang="en-US" altLang="en-US"/>
              <a:t>. See text for details of steps in protocol.</a:t>
            </a:r>
          </a:p>
          <a:p>
            <a:pPr eaLnBrk="1" hangingPunct="1"/>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026DB7A-1BB1-4E26-A9EA-46F7971D41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4106B4-F3C7-4BBA-8E14-4A23D2EC87F3}" type="slidenum">
              <a:rPr lang="en-AU" altLang="en-US"/>
              <a:pPr eaLnBrk="1" hangingPunct="1"/>
              <a:t>8</a:t>
            </a:fld>
            <a:endParaRPr lang="en-AU" altLang="en-US"/>
          </a:p>
        </p:txBody>
      </p:sp>
      <p:sp>
        <p:nvSpPr>
          <p:cNvPr id="40963" name="Rectangle 2">
            <a:extLst>
              <a:ext uri="{FF2B5EF4-FFF2-40B4-BE49-F238E27FC236}">
                <a16:creationId xmlns:a16="http://schemas.microsoft.com/office/drawing/2014/main" id="{69DBC7B7-6A02-4316-B323-FC9AA490405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686873B-26FF-4A4D-A29A-3116434268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An further improvement is to use</a:t>
            </a:r>
            <a:r>
              <a:rPr lang="en-US" altLang="en-US">
                <a:latin typeface="Helvetica" panose="020B0604020202020204" pitchFamily="34" charset="0"/>
              </a:rPr>
              <a:t> </a:t>
            </a:r>
            <a:r>
              <a:rPr lang="en-US" altLang="en-US">
                <a:latin typeface="Times-Roman" charset="0"/>
              </a:rPr>
              <a:t>certificates, which can be used to exchange keys without contacting a public-key authority, in a way that is as reliable as if the keys were obtained directly from a public-key authority. A </a:t>
            </a:r>
            <a:r>
              <a:rPr lang="en-US" altLang="en-US"/>
              <a:t>certificate </a:t>
            </a:r>
            <a:r>
              <a:rPr lang="en-AU" altLang="en-US"/>
              <a:t>binds an </a:t>
            </a:r>
            <a:r>
              <a:rPr lang="en-AU" altLang="en-US" b="1"/>
              <a:t>identity</a:t>
            </a:r>
            <a:r>
              <a:rPr lang="en-AU" altLang="en-US"/>
              <a:t> to </a:t>
            </a:r>
            <a:r>
              <a:rPr lang="en-AU" altLang="en-US" b="1"/>
              <a:t>public key</a:t>
            </a:r>
            <a:r>
              <a:rPr lang="en-AU" altLang="en-US"/>
              <a:t>, with all contents </a:t>
            </a:r>
            <a:r>
              <a:rPr lang="en-AU" altLang="en-US" b="1"/>
              <a:t>signed</a:t>
            </a:r>
            <a:r>
              <a:rPr lang="en-AU" altLang="en-US"/>
              <a:t> by a trusted Public-Key or Certificate Authority (CA). This can be verified by anyone who knows the public-key authorities public-key.</a:t>
            </a:r>
            <a:endParaRPr lang="en-US" altLang="en-US"/>
          </a:p>
          <a:p>
            <a:pPr eaLnBrk="1" hangingPunct="1"/>
            <a:r>
              <a:rPr lang="en-US" altLang="en-US">
                <a:latin typeface="Times-Roman" charset="0"/>
              </a:rPr>
              <a:t>One scheme has become universally accepted for formatting public-key certificates: the X.509 standard. X.509 certificates are used in most network security applications, including IP security, secure sockets layer (SSL), secure electronic transactions (SET), and S/MIME. Will discuss it in much more detail later.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1B6C8FE-8773-47F0-BF69-E5166D2050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D1C989-E83E-4376-9517-018360FEB557}" type="slidenum">
              <a:rPr lang="en-AU" altLang="en-US"/>
              <a:pPr eaLnBrk="1" hangingPunct="1"/>
              <a:t>9</a:t>
            </a:fld>
            <a:endParaRPr lang="en-AU" altLang="en-US"/>
          </a:p>
        </p:txBody>
      </p:sp>
      <p:sp>
        <p:nvSpPr>
          <p:cNvPr id="41987" name="Rectangle 2">
            <a:extLst>
              <a:ext uri="{FF2B5EF4-FFF2-40B4-BE49-F238E27FC236}">
                <a16:creationId xmlns:a16="http://schemas.microsoft.com/office/drawing/2014/main" id="{FC6A319C-2A43-4C47-B225-41F354F0DDB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5CA6F710-79FC-4B07-B5C6-014954BA4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10.4 “</a:t>
            </a:r>
            <a:r>
              <a:rPr lang="en-AU" altLang="en-US"/>
              <a:t>Public-Key Certificates” illustrates such a scheme</a:t>
            </a:r>
            <a:r>
              <a:rPr lang="en-US" altLang="en-US"/>
              <a:t>. See text for details of steps in protocol.</a:t>
            </a:r>
          </a:p>
          <a:p>
            <a:pPr eaLnBrk="1" hangingPunct="1"/>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A319DD8-7D0B-442E-A720-C7988D88BE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A3D62E-D803-4F5F-BFCB-768E423EA47D}" type="slidenum">
              <a:rPr lang="en-AU" altLang="en-US"/>
              <a:pPr eaLnBrk="1" hangingPunct="1"/>
              <a:t>10</a:t>
            </a:fld>
            <a:endParaRPr lang="en-AU" altLang="en-US"/>
          </a:p>
        </p:txBody>
      </p:sp>
      <p:sp>
        <p:nvSpPr>
          <p:cNvPr id="43011" name="Rectangle 2">
            <a:extLst>
              <a:ext uri="{FF2B5EF4-FFF2-40B4-BE49-F238E27FC236}">
                <a16:creationId xmlns:a16="http://schemas.microsoft.com/office/drawing/2014/main" id="{08C206CF-15FA-4321-B82A-570A3F3ECA5F}"/>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B93F9B6D-2B30-458E-86DF-4C1BF8C3AC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Once public keys have been distributed or have become accessible, secure communication that thwarts eavesdropping, tampering, or both, is possible. However, few users will wish to make exclusive use of public-key encryption for communication because of the relatively slow data rates that can be achieved. Accordingly, public-key encryption provides for the distribution of secret keys to be used for conventional encryption.</a:t>
            </a:r>
            <a:r>
              <a:rPr lang="en-US" altLang="en-US">
                <a:latin typeface="Helvetica" panose="020B0604020202020204" pitchFamily="34" charset="0"/>
              </a:rPr>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0CF3854-4A51-46EF-AEEA-89E4FA72B0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3E3A45-44AB-4176-95DC-75715470E134}" type="slidenum">
              <a:rPr lang="en-AU" altLang="en-US"/>
              <a:pPr eaLnBrk="1" hangingPunct="1"/>
              <a:t>11</a:t>
            </a:fld>
            <a:endParaRPr lang="en-AU" altLang="en-US"/>
          </a:p>
        </p:txBody>
      </p:sp>
      <p:sp>
        <p:nvSpPr>
          <p:cNvPr id="44035" name="Rectangle 1026">
            <a:extLst>
              <a:ext uri="{FF2B5EF4-FFF2-40B4-BE49-F238E27FC236}">
                <a16:creationId xmlns:a16="http://schemas.microsoft.com/office/drawing/2014/main" id="{9BE29876-B021-4E12-BBBB-0B64A31D515D}"/>
              </a:ext>
            </a:extLst>
          </p:cNvPr>
          <p:cNvSpPr>
            <a:spLocks noGrp="1" noRot="1" noChangeAspect="1" noChangeArrowheads="1" noTextEdit="1"/>
          </p:cNvSpPr>
          <p:nvPr>
            <p:ph type="sldImg"/>
          </p:nvPr>
        </p:nvSpPr>
        <p:spPr>
          <a:ln/>
        </p:spPr>
      </p:sp>
      <p:sp>
        <p:nvSpPr>
          <p:cNvPr id="44036" name="Rectangle 1027">
            <a:extLst>
              <a:ext uri="{FF2B5EF4-FFF2-40B4-BE49-F238E27FC236}">
                <a16:creationId xmlns:a16="http://schemas.microsoft.com/office/drawing/2014/main" id="{2EF52B39-A23D-452B-8FA6-FF777DC457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An extremely simple scheme was put forward by Merkle [MERK79]. But it is insecure against an adversary who can intercept messages and then either relay the intercepted message or substitute another message. Such an attack is known as a man-in-the-middle attack</a:t>
            </a:r>
            <a:r>
              <a:rPr lang="en-US" altLang="en-US">
                <a:latin typeface="Helvetica" panose="020B0604020202020204" pitchFamily="34" charset="0"/>
              </a:rPr>
              <a:t> </a:t>
            </a:r>
            <a:r>
              <a:rPr lang="en-US" altLang="en-US">
                <a:latin typeface="Times-Roman" charset="0"/>
              </a:rPr>
              <a:t>[RIVE84].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B91A18DC-7447-4346-AA86-9EF4B42B4B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4E6585-465A-4E2D-9A95-22CB5B3E222F}" type="slidenum">
              <a:rPr lang="en-AU" altLang="en-US"/>
              <a:pPr eaLnBrk="1" hangingPunct="1"/>
              <a:t>12</a:t>
            </a:fld>
            <a:endParaRPr lang="en-AU" altLang="en-US"/>
          </a:p>
        </p:txBody>
      </p:sp>
      <p:sp>
        <p:nvSpPr>
          <p:cNvPr id="45059" name="Rectangle 2">
            <a:extLst>
              <a:ext uri="{FF2B5EF4-FFF2-40B4-BE49-F238E27FC236}">
                <a16:creationId xmlns:a16="http://schemas.microsoft.com/office/drawing/2014/main" id="{80F11123-6647-40D8-8E19-626FB842A1C1}"/>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7EAEAD7D-3691-4ABA-B384-47FF948886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10.6 “</a:t>
            </a:r>
            <a:r>
              <a:rPr lang="en-US" altLang="en-US" sz="1000"/>
              <a:t>Public-Key Distribution of Secret Keys” illustrates such an exchange</a:t>
            </a:r>
            <a:r>
              <a:rPr lang="en-US" altLang="en-US"/>
              <a:t>. See text for details of steps in protocol. Note that these steps correspond to final 3 of Figure 10.3, hence can get both secret key exchange and authentication in a single protocol.</a:t>
            </a:r>
          </a:p>
          <a:p>
            <a:pPr eaLnBrk="1" hangingPunct="1"/>
            <a:endParaRPr lang="en-AU"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4B015F4-2D7E-4914-BD0D-D00C7EBCF1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CEC26E-94D2-4F83-9158-E4E349BEC31A}" type="slidenum">
              <a:rPr lang="en-AU" altLang="en-US"/>
              <a:pPr eaLnBrk="1" hangingPunct="1"/>
              <a:t>13</a:t>
            </a:fld>
            <a:endParaRPr lang="en-AU" altLang="en-US"/>
          </a:p>
        </p:txBody>
      </p:sp>
      <p:sp>
        <p:nvSpPr>
          <p:cNvPr id="46083" name="Rectangle 2">
            <a:extLst>
              <a:ext uri="{FF2B5EF4-FFF2-40B4-BE49-F238E27FC236}">
                <a16:creationId xmlns:a16="http://schemas.microsoft.com/office/drawing/2014/main" id="{0867F297-80DE-475C-9E6F-DF6CEC729D20}"/>
              </a:ext>
            </a:extLst>
          </p:cNvPr>
          <p:cNvSpPr>
            <a:spLocks noGrp="1" noRot="1" noChangeAspect="1" noChangeArrowheads="1" noTextEdit="1"/>
          </p:cNvSpPr>
          <p:nvPr>
            <p:ph type="sldImg"/>
          </p:nvPr>
        </p:nvSpPr>
        <p:spPr>
          <a:solidFill>
            <a:srgbClr val="FFFFFF"/>
          </a:solidFill>
          <a:ln/>
        </p:spPr>
      </p:sp>
      <p:sp>
        <p:nvSpPr>
          <p:cNvPr id="46084" name="Rectangle 3">
            <a:extLst>
              <a:ext uri="{FF2B5EF4-FFF2-40B4-BE49-F238E27FC236}">
                <a16:creationId xmlns:a16="http://schemas.microsoft.com/office/drawing/2014/main" id="{A537E214-5A8D-4503-86ED-5B7E00093D5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Yet another way to use public-key encryption to distribute secret keys is a hybrid approach in use on IBM mainframes [LE93]. This scheme retains the use of a key distribution center (KDC) that shares a secret master key with each user and distributes secret session keys encrypted with the master key. A public key scheme is used to distribute the master keys. The addition of a public-key layer provides a secure, efficient means of distributing master keys. This is an advantage in a configuration in which a single KDC serves a widely distributed set of users.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35A83F3-7B11-4FFA-8863-16DBCC0074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8DBCFF-0263-434C-BC77-1138F0AD230A}" type="slidenum">
              <a:rPr lang="en-AU" altLang="en-US"/>
              <a:pPr eaLnBrk="1" hangingPunct="1"/>
              <a:t>14</a:t>
            </a:fld>
            <a:endParaRPr lang="en-AU" altLang="en-US"/>
          </a:p>
        </p:txBody>
      </p:sp>
      <p:sp>
        <p:nvSpPr>
          <p:cNvPr id="47107" name="Rectangle 2">
            <a:extLst>
              <a:ext uri="{FF2B5EF4-FFF2-40B4-BE49-F238E27FC236}">
                <a16:creationId xmlns:a16="http://schemas.microsoft.com/office/drawing/2014/main" id="{B7F8B3D2-74FF-449A-B303-324EE386E6EF}"/>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3BA62366-7D0E-45B0-858B-F91E0B0164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idea of public key schemes, and the first practical scheme, which was for key distribution only, was published in 1977 by Diffie &amp; Hellman. The concept had been previously described in a classified report in 1970 by </a:t>
            </a:r>
            <a:r>
              <a:rPr lang="en-US" altLang="en-US">
                <a:latin typeface="Times-Roman" charset="0"/>
              </a:rPr>
              <a:t>Williamson</a:t>
            </a:r>
            <a:r>
              <a:rPr lang="en-AU" altLang="en-US"/>
              <a:t> (UK CESG) - and subsequently declassified in 1987, see</a:t>
            </a:r>
            <a:r>
              <a:rPr lang="en-US" altLang="en-US">
                <a:latin typeface="Times-Roman" charset="0"/>
              </a:rPr>
              <a:t> [ELLI99]. </a:t>
            </a:r>
            <a:endParaRPr lang="en-AU" altLang="en-US">
              <a:latin typeface="Times-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3CE3EE1-BE8D-4240-BB0B-39BDFCC401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6BC803-316D-42B0-B639-924A3B9A03F3}" type="slidenum">
              <a:rPr lang="en-AU" altLang="en-US"/>
              <a:pPr eaLnBrk="1" hangingPunct="1"/>
              <a:t>15</a:t>
            </a:fld>
            <a:endParaRPr lang="en-AU" altLang="en-US"/>
          </a:p>
        </p:txBody>
      </p:sp>
      <p:sp>
        <p:nvSpPr>
          <p:cNvPr id="48131" name="Rectangle 2">
            <a:extLst>
              <a:ext uri="{FF2B5EF4-FFF2-40B4-BE49-F238E27FC236}">
                <a16:creationId xmlns:a16="http://schemas.microsoft.com/office/drawing/2014/main" id="{8469B54F-7554-4B0A-8B95-A5923EC4317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AB1417B3-8391-40B4-9699-2F1F5DCC3E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purpose of the algorithm is to enable two users to securely exchange a key that can then be used for subsequent encryption of messages. The algorithm itself is limited to the exchange of secret values, which depends on the value of the public/private keys of the participants. The Diffie-Hellman algorithm uses </a:t>
            </a:r>
            <a:r>
              <a:rPr lang="en-AU" altLang="en-US"/>
              <a:t>exponentiation in a finite (Galois) field (modulo a prime or a polynomial), and </a:t>
            </a:r>
            <a:r>
              <a:rPr lang="en-US" altLang="en-US">
                <a:latin typeface="Times-Roman" charset="0"/>
              </a:rPr>
              <a:t>depends for its effectiveness on the difficulty of computing discrete logarithms.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97D234C3-D6BA-413E-A1F5-A53F3FAC22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F499FB-59CE-4C69-AE89-25F7F74652AD}" type="slidenum">
              <a:rPr lang="en-AU" altLang="en-US"/>
              <a:pPr eaLnBrk="1" hangingPunct="1"/>
              <a:t>16</a:t>
            </a:fld>
            <a:endParaRPr lang="en-AU" altLang="en-US"/>
          </a:p>
        </p:txBody>
      </p:sp>
      <p:sp>
        <p:nvSpPr>
          <p:cNvPr id="49155" name="Rectangle 2">
            <a:extLst>
              <a:ext uri="{FF2B5EF4-FFF2-40B4-BE49-F238E27FC236}">
                <a16:creationId xmlns:a16="http://schemas.microsoft.com/office/drawing/2014/main" id="{3DF61C92-2179-4942-9D0C-1DA01230604E}"/>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5B0D36EF-F1A7-4AE7-BA87-80168CF7B8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In the Diffie-Hellman key exchange algorithm, there are two publicly known numbers: a prime number q and an integer a that is a primitive root of q. </a:t>
            </a:r>
            <a:r>
              <a:rPr lang="en-AU" altLang="en-US"/>
              <a:t>The prime q and primitive root </a:t>
            </a:r>
            <a:r>
              <a:rPr lang="el-GR" altLang="en-US">
                <a:cs typeface="Arial" panose="020B0604020202020204" pitchFamily="34" charset="0"/>
              </a:rPr>
              <a:t>a</a:t>
            </a:r>
            <a:r>
              <a:rPr lang="en-AU" altLang="en-US"/>
              <a:t> can be common to all using some instance of the D-H scheme. Note that the primitive root </a:t>
            </a:r>
            <a:r>
              <a:rPr lang="el-GR" altLang="en-US">
                <a:cs typeface="Arial" panose="020B0604020202020204" pitchFamily="34" charset="0"/>
              </a:rPr>
              <a:t>a</a:t>
            </a:r>
            <a:r>
              <a:rPr lang="en-AU" altLang="en-US"/>
              <a:t> is a number whose powers successively generate all the elements mod q. Users Alice and Bob choose random secrets x's, and then "protect" them using exponentiation to create their public y's. For an attacker monitoring the exchange of the y's to recover either of the x's, they'd need to solve the discrete logarithm problem, which is hard.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D29A02B-4346-4498-AC31-9C25F5E7B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5F52BB-A454-4AF5-ACF1-C730A72F7FB3}" type="slidenum">
              <a:rPr lang="en-AU" altLang="en-US"/>
              <a:pPr eaLnBrk="1" hangingPunct="1"/>
              <a:t>17</a:t>
            </a:fld>
            <a:endParaRPr lang="en-AU" altLang="en-US"/>
          </a:p>
        </p:txBody>
      </p:sp>
      <p:sp>
        <p:nvSpPr>
          <p:cNvPr id="50179" name="Rectangle 2">
            <a:extLst>
              <a:ext uri="{FF2B5EF4-FFF2-40B4-BE49-F238E27FC236}">
                <a16:creationId xmlns:a16="http://schemas.microsoft.com/office/drawing/2014/main" id="{62CD2AA1-8677-4930-875B-88A8760096B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A4B33A03-2E17-4D05-B421-33ADDE15AC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 actual key exchange for either party consists of raising the others "public key' to power of their private key. The resulting number (or as much of as is necessary) is used as the key for a block cipher or other private key scheme. For an attacker to obtain the same value they need at least one of the secret numbers, which means solving a discrete log, which is computationally infeasible given large enough numbers. Note that if Alice and Bob subsequently communicate, they will have the </a:t>
            </a:r>
            <a:r>
              <a:rPr lang="en-AU" altLang="en-US" b="1"/>
              <a:t>same</a:t>
            </a:r>
            <a:r>
              <a:rPr lang="en-AU" altLang="en-US"/>
              <a:t> key as before, unless they choose new public-keys.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416DC8C3-57E7-4B5D-9277-EDAE719A09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E92D0C-15FA-4B45-A1C3-24400108ACCA}" type="slidenum">
              <a:rPr lang="en-AU" altLang="en-US"/>
              <a:pPr eaLnBrk="1" hangingPunct="1"/>
              <a:t>18</a:t>
            </a:fld>
            <a:endParaRPr lang="en-AU" altLang="en-US"/>
          </a:p>
        </p:txBody>
      </p:sp>
      <p:sp>
        <p:nvSpPr>
          <p:cNvPr id="51203" name="Rectangle 1026">
            <a:extLst>
              <a:ext uri="{FF2B5EF4-FFF2-40B4-BE49-F238E27FC236}">
                <a16:creationId xmlns:a16="http://schemas.microsoft.com/office/drawing/2014/main" id="{8EB7C5AC-9484-496E-9B65-F0816D6004B6}"/>
              </a:ext>
            </a:extLst>
          </p:cNvPr>
          <p:cNvSpPr>
            <a:spLocks noGrp="1" noRot="1" noChangeAspect="1" noChangeArrowheads="1" noTextEdit="1"/>
          </p:cNvSpPr>
          <p:nvPr>
            <p:ph type="sldImg"/>
          </p:nvPr>
        </p:nvSpPr>
        <p:spPr>
          <a:ln/>
        </p:spPr>
      </p:sp>
      <p:sp>
        <p:nvSpPr>
          <p:cNvPr id="51204" name="Rectangle 1027">
            <a:extLst>
              <a:ext uri="{FF2B5EF4-FFF2-40B4-BE49-F238E27FC236}">
                <a16:creationId xmlns:a16="http://schemas.microsoft.com/office/drawing/2014/main" id="{7C6E22A6-5C88-48D3-A09F-1BB802F300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Here is an example of Diffie-Hellman from the text.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DA3BE8B-9829-4FC2-B0E3-57001FF8DE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2ADCB8A-F9BD-48A3-B19F-7326E84CD4BC}" type="slidenum">
              <a:rPr lang="en-AU" altLang="en-US"/>
              <a:pPr eaLnBrk="1" hangingPunct="1"/>
              <a:t>19</a:t>
            </a:fld>
            <a:endParaRPr lang="en-AU" altLang="en-US"/>
          </a:p>
        </p:txBody>
      </p:sp>
      <p:sp>
        <p:nvSpPr>
          <p:cNvPr id="52227" name="Rectangle 1026">
            <a:extLst>
              <a:ext uri="{FF2B5EF4-FFF2-40B4-BE49-F238E27FC236}">
                <a16:creationId xmlns:a16="http://schemas.microsoft.com/office/drawing/2014/main" id="{5D034491-A5E0-453D-B7E2-40971C6F7DEE}"/>
              </a:ext>
            </a:extLst>
          </p:cNvPr>
          <p:cNvSpPr>
            <a:spLocks noGrp="1" noRot="1" noChangeAspect="1" noChangeArrowheads="1" noTextEdit="1"/>
          </p:cNvSpPr>
          <p:nvPr>
            <p:ph type="sldImg"/>
          </p:nvPr>
        </p:nvSpPr>
        <p:spPr>
          <a:solidFill>
            <a:srgbClr val="FFFFFF"/>
          </a:solidFill>
          <a:ln/>
        </p:spPr>
      </p:sp>
      <p:sp>
        <p:nvSpPr>
          <p:cNvPr id="52228" name="Rectangle 1027">
            <a:extLst>
              <a:ext uri="{FF2B5EF4-FFF2-40B4-BE49-F238E27FC236}">
                <a16:creationId xmlns:a16="http://schemas.microsoft.com/office/drawing/2014/main" id="{A900A2E0-7D56-43F9-8496-DC542C373797}"/>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Detail a couple of possible </a:t>
            </a:r>
            <a:r>
              <a:rPr lang="en-US" altLang="en-US"/>
              <a:t>Key Exchange Protocols based on </a:t>
            </a:r>
            <a:r>
              <a:rPr lang="en-AU" altLang="en-US"/>
              <a:t>Diffie-Hellman. Note that these are vulnerable to a meet-in-the-Middle Attack, and that authentication of the keys is needed.</a:t>
            </a:r>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B6216133-4BB9-4202-A870-4B28BE75FD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53BF5E5-63DB-4D60-AB72-4715B2B1DB11}" type="slidenum">
              <a:rPr lang="en-AU" altLang="en-US" sz="1200"/>
              <a:pPr eaLnBrk="1" hangingPunct="1"/>
              <a:t>20</a:t>
            </a:fld>
            <a:endParaRPr lang="en-AU" altLang="en-US" sz="1200"/>
          </a:p>
        </p:txBody>
      </p:sp>
      <p:sp>
        <p:nvSpPr>
          <p:cNvPr id="27651" name="Rectangle 2">
            <a:extLst>
              <a:ext uri="{FF2B5EF4-FFF2-40B4-BE49-F238E27FC236}">
                <a16:creationId xmlns:a16="http://schemas.microsoft.com/office/drawing/2014/main" id="{C76BAAB2-4EFC-4275-98D1-5EDDC743FAD9}"/>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9CD135E7-C712-4AC7-BC5D-19704BACAB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i="1"/>
              <a:t>Up untill now, have been concerned with protecting message content (ie secrecy) by encrypting the message. Will now consider how to protect message integrity (ie protection from modification), as well as confirming the identity of the sender. Generically this is the problem of message authentication, and in eCommerce applications is arguably more important than secrecy.</a:t>
            </a:r>
            <a:r>
              <a:rPr lang="en-AU" altLang="en-US"/>
              <a:t> Message Authentication is concerned with: protecting the integrity of a message, validating identity of originator, &amp; non-repudiation of origin (dispute resolution). There are three </a:t>
            </a:r>
            <a:r>
              <a:rPr lang="en-US" altLang="en-US">
                <a:latin typeface="Times-Roman" charset="0"/>
              </a:rPr>
              <a:t>types of functions that may be used to produce an authenticator: </a:t>
            </a:r>
            <a:r>
              <a:rPr lang="en-US" altLang="en-US"/>
              <a:t>message encryption, message authentication code (MAC), or a hash function.</a:t>
            </a:r>
          </a:p>
          <a:p>
            <a:pPr eaLnBrk="1" hangingPunct="1"/>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F82B636-BAB2-469A-86BC-F85DA2FEEA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329FBCF-89B5-4215-9743-FDF662CFA933}" type="slidenum">
              <a:rPr lang="en-AU" altLang="en-US" sz="1200"/>
              <a:pPr eaLnBrk="1" hangingPunct="1"/>
              <a:t>21</a:t>
            </a:fld>
            <a:endParaRPr lang="en-AU" altLang="en-US" sz="1200"/>
          </a:p>
        </p:txBody>
      </p:sp>
      <p:sp>
        <p:nvSpPr>
          <p:cNvPr id="28675" name="Rectangle 2">
            <a:extLst>
              <a:ext uri="{FF2B5EF4-FFF2-40B4-BE49-F238E27FC236}">
                <a16:creationId xmlns:a16="http://schemas.microsoft.com/office/drawing/2014/main" id="{CD25CE15-B759-48B4-BD76-409ACA44A354}"/>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752833BA-592C-4091-9F7F-6A1F9B3F40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In the context of communications across a network, the attacks listed above can be identified.</a:t>
            </a:r>
            <a:endParaRPr lang="en-US" altLang="en-US"/>
          </a:p>
          <a:p>
            <a:pPr eaLnBrk="1" hangingPunct="1"/>
            <a:r>
              <a:rPr lang="en-US" altLang="en-US"/>
              <a:t>The first two requirements belong in the realm of message confidentiality, and are handled using the encryption techniques already discussed.</a:t>
            </a:r>
          </a:p>
          <a:p>
            <a:pPr eaLnBrk="1" hangingPunct="1"/>
            <a:r>
              <a:rPr lang="en-US" altLang="en-US"/>
              <a:t>The remaining requirements belong in the realm of message authentication. At its core this addresses the issue of ensuring that a message comes from the alleged source and has not been altered. It may also address sequencing and timeliness. The use of a digital signature can also address issues of repudiation </a:t>
            </a:r>
            <a:r>
              <a:rPr lang="en-US" altLang="en-US">
                <a:latin typeface="Times-Roman" charset="0"/>
              </a:rPr>
              <a:t>by the source.</a:t>
            </a:r>
            <a:r>
              <a:rPr lang="en-US" altLang="en-US">
                <a:latin typeface="Helvetica" panose="020B0604020202020204" pitchFamily="34" charset="0"/>
              </a:rPr>
              <a:t> </a:t>
            </a:r>
            <a:endParaRPr lang="en-AU" altLang="en-US">
              <a:latin typeface="Helvetica"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E0FF165-D0C0-49D3-85C7-D552242985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57405A8-963E-4B51-A2EE-C42944B0C2BD}" type="slidenum">
              <a:rPr lang="en-AU" altLang="en-US" sz="1200"/>
              <a:pPr eaLnBrk="1" hangingPunct="1"/>
              <a:t>22</a:t>
            </a:fld>
            <a:endParaRPr lang="en-AU" altLang="en-US" sz="1200"/>
          </a:p>
        </p:txBody>
      </p:sp>
      <p:sp>
        <p:nvSpPr>
          <p:cNvPr id="29699" name="Rectangle 2">
            <a:extLst>
              <a:ext uri="{FF2B5EF4-FFF2-40B4-BE49-F238E27FC236}">
                <a16:creationId xmlns:a16="http://schemas.microsoft.com/office/drawing/2014/main" id="{387AB0EA-44E7-416D-A635-D46AD8294DC3}"/>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C87AB39A-7CF9-4553-BE02-D52157E13D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Message encryption by itself can provide a measure of authentication. </a:t>
            </a:r>
            <a:r>
              <a:rPr lang="en-US" altLang="en-US"/>
              <a:t>Here, the ciphertext of the entire message serves as its authenticator, on the basis that only those who know the appropriate keys could have validly encrypted the message. This is provided you can recognize a valid message (ie if the message has </a:t>
            </a:r>
            <a:r>
              <a:rPr lang="en-AU" altLang="en-US"/>
              <a:t>suitable structure such as redundancy or a checksum to detect any changes).</a:t>
            </a:r>
          </a:p>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E9B9091-CDE6-41D5-A04E-BA34A22952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6D2B01C-AC71-4A90-A9A4-D8955CBD74D4}" type="slidenum">
              <a:rPr lang="en-AU" altLang="en-US" sz="1200"/>
              <a:pPr eaLnBrk="1" hangingPunct="1"/>
              <a:t>23</a:t>
            </a:fld>
            <a:endParaRPr lang="en-AU" altLang="en-US" sz="1200"/>
          </a:p>
        </p:txBody>
      </p:sp>
      <p:sp>
        <p:nvSpPr>
          <p:cNvPr id="30723" name="Rectangle 1026">
            <a:extLst>
              <a:ext uri="{FF2B5EF4-FFF2-40B4-BE49-F238E27FC236}">
                <a16:creationId xmlns:a16="http://schemas.microsoft.com/office/drawing/2014/main" id="{7D00CA54-93CB-4AA6-8FF2-E4DAECE933FD}"/>
              </a:ext>
            </a:extLst>
          </p:cNvPr>
          <p:cNvSpPr>
            <a:spLocks noGrp="1" noRot="1" noChangeAspect="1" noChangeArrowheads="1" noTextEdit="1"/>
          </p:cNvSpPr>
          <p:nvPr>
            <p:ph type="sldImg"/>
          </p:nvPr>
        </p:nvSpPr>
        <p:spPr>
          <a:ln/>
        </p:spPr>
      </p:sp>
      <p:sp>
        <p:nvSpPr>
          <p:cNvPr id="30724" name="Rectangle 1027">
            <a:extLst>
              <a:ext uri="{FF2B5EF4-FFF2-40B4-BE49-F238E27FC236}">
                <a16:creationId xmlns:a16="http://schemas.microsoft.com/office/drawing/2014/main" id="{ED89FE71-3A0D-4053-B7BA-521430A580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With public-key techniques, can get a digital signature which can only have been created by key owner. But at cost of two public-key operations at each end on message.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D534DBA-FB3A-4134-8D5D-7E497983B2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9FECC0E0-3A6B-4446-8F2A-C19EE4617F8B}" type="slidenum">
              <a:rPr lang="en-AU" altLang="en-US" sz="1200"/>
              <a:pPr eaLnBrk="1" hangingPunct="1"/>
              <a:t>24</a:t>
            </a:fld>
            <a:endParaRPr lang="en-AU" altLang="en-US" sz="1200"/>
          </a:p>
        </p:txBody>
      </p:sp>
      <p:sp>
        <p:nvSpPr>
          <p:cNvPr id="31747" name="Rectangle 2">
            <a:extLst>
              <a:ext uri="{FF2B5EF4-FFF2-40B4-BE49-F238E27FC236}">
                <a16:creationId xmlns:a16="http://schemas.microsoft.com/office/drawing/2014/main" id="{5BC83060-2807-4D89-9225-7B2987B870A8}"/>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D60F28C1-F6FA-450D-A054-891B29199F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An alternative authentication technique involves the use of a secret key to generate a small fixed-size block of data, known as a cryptographic checksum or MAC that is appended to the message. This technique assumes that two communicating parties, say A and B, share a common secret key K. </a:t>
            </a:r>
            <a:r>
              <a:rPr lang="en-US" altLang="en-US">
                <a:latin typeface="Times-Roman" charset="0"/>
              </a:rPr>
              <a:t>A MAC function is similar to encryption, except that the MAC algorithm need not be reversible, as it must for decryption.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FA532DF1-DE59-4D05-9E64-FD4D0EA261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DA809E9-08BA-472B-AFD4-FCE976A5BAC8}" type="slidenum">
              <a:rPr lang="en-AU" altLang="en-US" sz="1200"/>
              <a:pPr eaLnBrk="1" hangingPunct="1"/>
              <a:t>25</a:t>
            </a:fld>
            <a:endParaRPr lang="en-AU" altLang="en-US" sz="1200"/>
          </a:p>
        </p:txBody>
      </p:sp>
      <p:sp>
        <p:nvSpPr>
          <p:cNvPr id="32771" name="Rectangle 2">
            <a:extLst>
              <a:ext uri="{FF2B5EF4-FFF2-40B4-BE49-F238E27FC236}">
                <a16:creationId xmlns:a16="http://schemas.microsoft.com/office/drawing/2014/main" id="{9E8F9F09-1FCE-4B64-877A-2592D8A60941}"/>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F9AEE4C1-4D07-4D7E-A0C5-F8AEB8EB64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11.4a “Message Authentication” shows the use of a MAC just for authentication.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8F328483-93A3-49CE-B977-8CA68CFE38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03E91F7-F7BC-43A7-853B-F37242A16F9A}" type="slidenum">
              <a:rPr lang="en-AU" altLang="en-US" sz="1200"/>
              <a:pPr eaLnBrk="1" hangingPunct="1"/>
              <a:t>26</a:t>
            </a:fld>
            <a:endParaRPr lang="en-AU" altLang="en-US" sz="1200"/>
          </a:p>
        </p:txBody>
      </p:sp>
      <p:sp>
        <p:nvSpPr>
          <p:cNvPr id="33795" name="Rectangle 2">
            <a:extLst>
              <a:ext uri="{FF2B5EF4-FFF2-40B4-BE49-F238E27FC236}">
                <a16:creationId xmlns:a16="http://schemas.microsoft.com/office/drawing/2014/main" id="{8C59A46F-FFC0-47D8-A583-BABCB5DAAC98}"/>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1338B0B-8BD9-420C-B869-C411BC0546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Can combine use of MAC with encryption in various ways to provide both authentication &amp; secrecy.</a:t>
            </a:r>
          </a:p>
          <a:p>
            <a:pPr eaLnBrk="1" hangingPunct="1"/>
            <a:r>
              <a:rPr lang="en-US" altLang="en-US"/>
              <a:t>Use MAC in circumstances where just authentication is needed (or needs to be kept), see text for examples.</a:t>
            </a:r>
          </a:p>
          <a:p>
            <a:pPr eaLnBrk="1" hangingPunct="1"/>
            <a:r>
              <a:rPr lang="en-US" altLang="en-US"/>
              <a:t>A MAC is NOT a digital signature since both sender &amp; receiver share key and could create 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E95D7483-8E94-44D3-A364-3BD5E47AB1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535E173-C441-47FB-9D66-54CAFDC6D653}" type="slidenum">
              <a:rPr lang="en-AU" altLang="en-US" sz="1200"/>
              <a:pPr eaLnBrk="1" hangingPunct="1"/>
              <a:t>27</a:t>
            </a:fld>
            <a:endParaRPr lang="en-AU" altLang="en-US" sz="1200"/>
          </a:p>
        </p:txBody>
      </p:sp>
      <p:sp>
        <p:nvSpPr>
          <p:cNvPr id="34819" name="Rectangle 2">
            <a:extLst>
              <a:ext uri="{FF2B5EF4-FFF2-40B4-BE49-F238E27FC236}">
                <a16:creationId xmlns:a16="http://schemas.microsoft.com/office/drawing/2014/main" id="{45FC43DD-9B6B-40AE-B812-50E5572D891B}"/>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7924B33-9FE2-4A9B-8F2B-9A21889D57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 MAC, also known as a cryptographic checksum,is generated by a function C. The MAC is appended to the message at the source at a time when the message is assumed or known to be correct. The receiver authenticates that message by re-computing the MAC. </a:t>
            </a:r>
          </a:p>
          <a:p>
            <a:pPr eaLnBrk="1" hangingPunct="1"/>
            <a:r>
              <a:rPr lang="en-US" altLang="en-US"/>
              <a:t>The MAC function is a many-to-one function, since potentially many arbitrarily long messages can be condensed to the same summary value, but don’t want finding them to be easy!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6431EAD-E98E-428B-A446-ED5672B3C0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7A25EB5-E557-4D94-9AFA-A07704262D09}" type="slidenum">
              <a:rPr lang="en-AU" altLang="en-US" sz="1200"/>
              <a:pPr eaLnBrk="1" hangingPunct="1"/>
              <a:t>28</a:t>
            </a:fld>
            <a:endParaRPr lang="en-AU" altLang="en-US" sz="1200"/>
          </a:p>
        </p:txBody>
      </p:sp>
      <p:sp>
        <p:nvSpPr>
          <p:cNvPr id="35843" name="Rectangle 2">
            <a:extLst>
              <a:ext uri="{FF2B5EF4-FFF2-40B4-BE49-F238E27FC236}">
                <a16:creationId xmlns:a16="http://schemas.microsoft.com/office/drawing/2014/main" id="{02B98819-106B-48E0-82C0-BA9732CF25F1}"/>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43D7AA2F-13F1-4247-9A1A-C72A11E86A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In assessing the security of a MAC function, we need to consider the types of attacks that may be mounted against it. Hence it needs to satisfy the listed requirements.</a:t>
            </a:r>
          </a:p>
          <a:p>
            <a:pPr eaLnBrk="1" hangingPunct="1"/>
            <a:r>
              <a:rPr lang="en-US" altLang="en-US"/>
              <a:t>The first requirement deals with message replacement attacks, in which an opponent is able to construct a new message to match a given MAC, even though the opponent does not know and does not learn the key.</a:t>
            </a:r>
          </a:p>
          <a:p>
            <a:pPr eaLnBrk="1" hangingPunct="1"/>
            <a:r>
              <a:rPr lang="en-US" altLang="en-US"/>
              <a:t>The second requirement deals with the need to thwart a brute-force attack based on chosen plaintext. </a:t>
            </a:r>
          </a:p>
          <a:p>
            <a:pPr eaLnBrk="1" hangingPunct="1"/>
            <a:r>
              <a:rPr lang="en-US" altLang="en-US"/>
              <a:t>The final requirement dictates that the authentication algorithm should not be weaker with respect to certain parts or bits of the message than others.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0EF4F39-B6ED-419F-BA63-AF40814216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9CC936A-BC39-424B-9485-BFCF682E5DB6}" type="slidenum">
              <a:rPr lang="en-AU" altLang="en-US" sz="1200"/>
              <a:pPr eaLnBrk="1" hangingPunct="1"/>
              <a:t>29</a:t>
            </a:fld>
            <a:endParaRPr lang="en-AU" altLang="en-US" sz="1200"/>
          </a:p>
        </p:txBody>
      </p:sp>
      <p:sp>
        <p:nvSpPr>
          <p:cNvPr id="36867" name="Rectangle 2">
            <a:extLst>
              <a:ext uri="{FF2B5EF4-FFF2-40B4-BE49-F238E27FC236}">
                <a16:creationId xmlns:a16="http://schemas.microsoft.com/office/drawing/2014/main" id="{6DB4017D-3CB9-4D5F-A698-47F04AE46FDE}"/>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C085BF06-1A4A-40FB-8234-F13AC8C285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Can also use block cipher chaining modes to create a separate authenticator, by just sending the last block. This was done with the </a:t>
            </a:r>
            <a:r>
              <a:rPr lang="en-US" altLang="en-US" b="1"/>
              <a:t>Data Authentication Algorithm (DAA)</a:t>
            </a:r>
            <a:r>
              <a:rPr lang="en-US" altLang="en-US"/>
              <a:t>, a widely used MAC based on DES-CBC (next slide). </a:t>
            </a:r>
            <a:r>
              <a:rPr lang="en-AU" altLang="en-US"/>
              <a:t>However this suffers from being too small for acceptable use today.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9D2739D-6C86-4AA8-9ABE-79952C9383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13BDF3B-49B8-499D-B49B-C13C1421999A}" type="slidenum">
              <a:rPr lang="en-AU" altLang="en-US" sz="1200"/>
              <a:pPr eaLnBrk="1" hangingPunct="1"/>
              <a:t>30</a:t>
            </a:fld>
            <a:endParaRPr lang="en-AU" altLang="en-US" sz="1200"/>
          </a:p>
        </p:txBody>
      </p:sp>
      <p:sp>
        <p:nvSpPr>
          <p:cNvPr id="37891" name="Rectangle 2">
            <a:extLst>
              <a:ext uri="{FF2B5EF4-FFF2-40B4-BE49-F238E27FC236}">
                <a16:creationId xmlns:a16="http://schemas.microsoft.com/office/drawing/2014/main" id="{35B2FEC6-CBCC-4D5C-9745-E42B5B00C5CE}"/>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8459FE5E-91E3-47B7-BDFA-0BBB3FEB2D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11.6 “</a:t>
            </a:r>
            <a:r>
              <a:rPr lang="en-US" altLang="en-US" sz="1000"/>
              <a:t>Data Authentication Algorithm”, illustrates the FIPS PUB 113 / ANSI X9.17 MAC based on DES-CBC with IV 0 and 0-pad of the final block if needed. Resulting MAC can be 16-64 bits of the final block. But this is now too small for security.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90E15B8-4876-482B-AC8D-B4BAE6843A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FBB15BD-FF29-40C1-BEE5-7D5ED7FDB645}" type="slidenum">
              <a:rPr lang="en-AU" altLang="en-US" sz="1200"/>
              <a:pPr eaLnBrk="1" hangingPunct="1"/>
              <a:t>31</a:t>
            </a:fld>
            <a:endParaRPr lang="en-AU" altLang="en-US" sz="1200"/>
          </a:p>
        </p:txBody>
      </p:sp>
      <p:sp>
        <p:nvSpPr>
          <p:cNvPr id="38915" name="Rectangle 2">
            <a:extLst>
              <a:ext uri="{FF2B5EF4-FFF2-40B4-BE49-F238E27FC236}">
                <a16:creationId xmlns:a16="http://schemas.microsoft.com/office/drawing/2014/main" id="{E0BAB9AC-4010-4B57-BC2E-C83B4773CE94}"/>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D32351DA-6BA7-4C58-8D6B-01E920337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 variation on the message authentication code is the one-way hash function. As with the message authentication code, a hash function accepts a variable-size message M as input and produces a fixed-size output, referred to as a hash code H(M). Unlike a MAC, a hash code does not use a key but is a function only of the input message. The hash code is also referred to as a message digest or hash value.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89B7B47-6CD5-4651-8616-B72350C67B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D90B44F-58F7-4353-B8AD-AD36DD481FD9}" type="slidenum">
              <a:rPr lang="en-AU" altLang="en-US" sz="1200"/>
              <a:pPr eaLnBrk="1" hangingPunct="1"/>
              <a:t>32</a:t>
            </a:fld>
            <a:endParaRPr lang="en-AU" altLang="en-US" sz="1200"/>
          </a:p>
        </p:txBody>
      </p:sp>
      <p:sp>
        <p:nvSpPr>
          <p:cNvPr id="39939" name="Rectangle 2">
            <a:extLst>
              <a:ext uri="{FF2B5EF4-FFF2-40B4-BE49-F238E27FC236}">
                <a16:creationId xmlns:a16="http://schemas.microsoft.com/office/drawing/2014/main" id="{0A7CBA06-F61F-4CE7-9AF7-260B5A8C714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6A69B443-5469-438C-A772-CBC3B9D79D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11.5c “Basic Uses of Hash Functions” shows the hash being “signed” with the senders private key, thus forming a digital signature.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B642682-820F-433A-92AC-C8E5C0C5AC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7837FCE-8617-42D4-BBF3-B39BDAF5A0E9}" type="slidenum">
              <a:rPr lang="en-AU" altLang="en-US" sz="1200"/>
              <a:pPr eaLnBrk="1" hangingPunct="1"/>
              <a:t>33</a:t>
            </a:fld>
            <a:endParaRPr lang="en-AU" altLang="en-US" sz="1200"/>
          </a:p>
        </p:txBody>
      </p:sp>
      <p:sp>
        <p:nvSpPr>
          <p:cNvPr id="40963" name="Rectangle 2">
            <a:extLst>
              <a:ext uri="{FF2B5EF4-FFF2-40B4-BE49-F238E27FC236}">
                <a16:creationId xmlns:a16="http://schemas.microsoft.com/office/drawing/2014/main" id="{B85C63E0-ACE1-4339-8ACE-78C9B8F6C1A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2959B413-4C7A-438B-94E9-28749E03EF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purpose of a hash function is to produce a “fingerprint”of a file, message, or other block of data.</a:t>
            </a:r>
            <a:endParaRPr lang="en-AU" altLang="en-US"/>
          </a:p>
          <a:p>
            <a:pPr eaLnBrk="1" hangingPunct="1"/>
            <a:r>
              <a:rPr lang="en-AU" altLang="en-US"/>
              <a:t>These are the specifications for good hash functions. Essentially it must be extremely difficult to find 2 messages with the same hash, and the hash should not be related to the message in any obvious way (ie it should be a complex non-linear function of the message). There are quite a few similarities in the evolution of hash functions &amp; block ciphers, and in the evolution of the design requirements on both.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95D5AB3A-18C6-467B-A947-EA0694BA03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5143FD27-2DD1-418B-AE2A-E7056261B3C9}" type="slidenum">
              <a:rPr lang="en-AU" altLang="en-US" sz="1200"/>
              <a:pPr eaLnBrk="1" hangingPunct="1"/>
              <a:t>34</a:t>
            </a:fld>
            <a:endParaRPr lang="en-AU" altLang="en-US" sz="1200"/>
          </a:p>
        </p:txBody>
      </p:sp>
      <p:sp>
        <p:nvSpPr>
          <p:cNvPr id="41987" name="Rectangle 2">
            <a:extLst>
              <a:ext uri="{FF2B5EF4-FFF2-40B4-BE49-F238E27FC236}">
                <a16:creationId xmlns:a16="http://schemas.microsoft.com/office/drawing/2014/main" id="{7EEB1A52-A3D7-472A-8D02-3D62E80DED59}"/>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26857D24-A695-4736-AA1A-1609C1F298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All hash functions operate using the following general principles. The input (message, file,etc.) is viewed as a sequence of n-bit blocks, processed one block at a time in an iterative fashion to produce an n-bit hash function. Can construct a range of possible simple hash functions by just XOR’ing blocks with rotates etc. None of these are secure, since can predict how changes to message affect the resulting hash.</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8D324816-1DA8-4227-A4C0-0107DB0629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E4378931-3850-43E9-A790-B37AB580E3D3}" type="slidenum">
              <a:rPr lang="en-AU" altLang="en-US" sz="1200"/>
              <a:pPr eaLnBrk="1" hangingPunct="1"/>
              <a:t>35</a:t>
            </a:fld>
            <a:endParaRPr lang="en-AU" altLang="en-US" sz="1200"/>
          </a:p>
        </p:txBody>
      </p:sp>
      <p:sp>
        <p:nvSpPr>
          <p:cNvPr id="43011" name="Rectangle 2">
            <a:extLst>
              <a:ext uri="{FF2B5EF4-FFF2-40B4-BE49-F238E27FC236}">
                <a16:creationId xmlns:a16="http://schemas.microsoft.com/office/drawing/2014/main" id="{D62F7A51-095D-45A8-8112-146579ECC120}"/>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B780AB13-B3A1-4365-917E-4441469FA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Birthday Attack exploits the birthday paradox – the chance that in a group of people two will share the same birthday – only 23 people are needed for a Pr&gt;0.5 of this. Can generalize the problem to one wanting a matching pair from any two sets, and show need 2</a:t>
            </a:r>
            <a:r>
              <a:rPr lang="en-US" altLang="en-US" baseline="60000"/>
              <a:t>m</a:t>
            </a:r>
            <a:r>
              <a:rPr lang="en-US" altLang="en-US" baseline="40000"/>
              <a:t>/</a:t>
            </a:r>
            <a:r>
              <a:rPr lang="en-US" altLang="en-US" baseline="20000"/>
              <a:t>2</a:t>
            </a:r>
            <a:r>
              <a:rPr lang="en-US" altLang="en-US"/>
              <a:t> in each to get a matching m-bit hash.</a:t>
            </a:r>
          </a:p>
          <a:p>
            <a:pPr eaLnBrk="1" hangingPunct="1"/>
            <a:r>
              <a:rPr lang="en-US" altLang="en-US"/>
              <a:t>Note that creating many message variants is relatively easy, either by rewording or just varying the amount of white-space in the message. All of which indicates that larger MACs/Hashes are needed.</a:t>
            </a:r>
            <a:endParaRPr lang="en-AU"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C4E4D97-C596-4FCF-B2DB-276C970C61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B7EA327-AED9-445A-83B4-B43B95E3B39B}" type="slidenum">
              <a:rPr lang="en-AU" altLang="en-US" sz="1200"/>
              <a:pPr eaLnBrk="1" hangingPunct="1"/>
              <a:t>37</a:t>
            </a:fld>
            <a:endParaRPr lang="en-AU" altLang="en-US" sz="1200"/>
          </a:p>
        </p:txBody>
      </p:sp>
      <p:sp>
        <p:nvSpPr>
          <p:cNvPr id="44035" name="Rectangle 2">
            <a:extLst>
              <a:ext uri="{FF2B5EF4-FFF2-40B4-BE49-F238E27FC236}">
                <a16:creationId xmlns:a16="http://schemas.microsoft.com/office/drawing/2014/main" id="{1E126B2D-6A77-433B-ACC4-D2534D12BE57}"/>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C1E4A532-5CF4-4D22-B6A6-9BE4F99B36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 number of proposals have been made for hash functions based on using a cipher block chaining technique, but without the secret key (instead using the message blocks as keys). Unfortunately these are subject to both the birthday attack, and to a “meet-in-the-middle” attack. Thus, attention has been directed at finding other approaches to hashing.</a:t>
            </a:r>
          </a:p>
          <a:p>
            <a:pPr lvl="1"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393C84A-F2FF-4950-B246-A37962EC7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1DB4BFC-78D1-40C1-85D3-155C3F4378F5}" type="slidenum">
              <a:rPr lang="en-AU" altLang="en-US" sz="1200"/>
              <a:pPr eaLnBrk="1" hangingPunct="1"/>
              <a:t>38</a:t>
            </a:fld>
            <a:endParaRPr lang="en-AU" altLang="en-US" sz="1200"/>
          </a:p>
        </p:txBody>
      </p:sp>
      <p:sp>
        <p:nvSpPr>
          <p:cNvPr id="45059" name="Rectangle 2">
            <a:extLst>
              <a:ext uri="{FF2B5EF4-FFF2-40B4-BE49-F238E27FC236}">
                <a16:creationId xmlns:a16="http://schemas.microsoft.com/office/drawing/2014/main" id="{9903F2CC-194A-43C2-B974-7BB357DDC49A}"/>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89CE6EE-D64C-4EE7-BF10-3A54BA2120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Just as with symmetric and public-key encryption, we can group attacks on hash functions and MACs into two categories: brute-force attacks and cryptanalysis. </a:t>
            </a:r>
          </a:p>
          <a:p>
            <a:pPr eaLnBrk="1" hangingPunct="1"/>
            <a:r>
              <a:rPr lang="en-US" altLang="en-US"/>
              <a:t>The strength of a hash function against brute-force attacks depends solely on the length of the hash code produced by the algorithm, with cost O(2^m/2). See proposal in text for a h/w MD5 cracker.</a:t>
            </a:r>
          </a:p>
          <a:p>
            <a:pPr eaLnBrk="1" hangingPunct="1"/>
            <a:r>
              <a:rPr lang="en-US" altLang="en-US"/>
              <a:t>A brute-force attack on a MAC is a more difficult undertaking because it requires known message-MAC pairs. However analysis shows cost is related to min(2^k, 2^n), similar to symmetric encryption algorithms.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DE878ED-C44D-4D2F-9449-67068392B0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A1355683-3BC6-4EF2-A8E6-B98BCDAC4B39}" type="slidenum">
              <a:rPr lang="en-AU" altLang="en-US" sz="1200"/>
              <a:pPr eaLnBrk="1" hangingPunct="1"/>
              <a:t>39</a:t>
            </a:fld>
            <a:endParaRPr lang="en-AU" altLang="en-US" sz="1200"/>
          </a:p>
        </p:txBody>
      </p:sp>
      <p:sp>
        <p:nvSpPr>
          <p:cNvPr id="46083" name="Rectangle 2">
            <a:extLst>
              <a:ext uri="{FF2B5EF4-FFF2-40B4-BE49-F238E27FC236}">
                <a16:creationId xmlns:a16="http://schemas.microsoft.com/office/drawing/2014/main" id="{E311B2B4-A760-4957-97FB-95E02400D96E}"/>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072D4307-53BF-479C-B050-8E667F5A03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As with encryption algorithms, cryptanalytic attacks on hash functions and MAC algorithms seek to exploit some property of the algorithm to perform some attack other than an exhaustive search. The way to measure the resistance of a hash or MAC algorithm to cryptanalysis is to compare its strength to the effort required for a brute-force attack. That is, an ideal hash or MAC algorithm will require a cryptanalytic effort greater than or equal to the brute-force effort. </a:t>
            </a:r>
          </a:p>
          <a:p>
            <a:pPr eaLnBrk="1" hangingPunct="1"/>
            <a:r>
              <a:rPr lang="en-US" altLang="en-US"/>
              <a:t>Cryptanalysis of hash functions focuses on the internal structure of the compression function f and is based on attempts to find efficient techniques for producing collisions for a single execution of f. Keep in mind that for any hash function there must exist collisions, but want it to be computationally infeasible to find these collisions.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a:extLst>
              <a:ext uri="{FF2B5EF4-FFF2-40B4-BE49-F238E27FC236}">
                <a16:creationId xmlns:a16="http://schemas.microsoft.com/office/drawing/2014/main" id="{466E3820-05A0-4331-815D-7213A6752A78}"/>
              </a:ext>
            </a:extLst>
          </p:cNvPr>
          <p:cNvGrpSpPr>
            <a:grpSpLocks/>
          </p:cNvGrpSpPr>
          <p:nvPr/>
        </p:nvGrpSpPr>
        <p:grpSpPr bwMode="auto">
          <a:xfrm>
            <a:off x="3175" y="4267200"/>
            <a:ext cx="9140825" cy="2590800"/>
            <a:chOff x="2" y="2688"/>
            <a:chExt cx="5758" cy="1632"/>
          </a:xfrm>
        </p:grpSpPr>
        <p:sp>
          <p:nvSpPr>
            <p:cNvPr id="5" name="Freeform 1027">
              <a:extLst>
                <a:ext uri="{FF2B5EF4-FFF2-40B4-BE49-F238E27FC236}">
                  <a16:creationId xmlns:a16="http://schemas.microsoft.com/office/drawing/2014/main" id="{9FDB4B6E-DD1C-42D4-98B7-1ADABC1F74E8}"/>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grpSp>
          <p:nvGrpSpPr>
            <p:cNvPr id="6" name="Group 1028">
              <a:extLst>
                <a:ext uri="{FF2B5EF4-FFF2-40B4-BE49-F238E27FC236}">
                  <a16:creationId xmlns:a16="http://schemas.microsoft.com/office/drawing/2014/main" id="{F2432B13-497F-45F5-A2CB-F26C79E04F1D}"/>
                </a:ext>
              </a:extLst>
            </p:cNvPr>
            <p:cNvGrpSpPr>
              <a:grpSpLocks/>
            </p:cNvGrpSpPr>
            <p:nvPr/>
          </p:nvGrpSpPr>
          <p:grpSpPr bwMode="auto">
            <a:xfrm>
              <a:off x="1776" y="3024"/>
              <a:ext cx="3929" cy="1290"/>
              <a:chOff x="1776" y="3024"/>
              <a:chExt cx="3929" cy="1290"/>
            </a:xfrm>
          </p:grpSpPr>
          <p:grpSp>
            <p:nvGrpSpPr>
              <p:cNvPr id="7" name="Group 1029">
                <a:extLst>
                  <a:ext uri="{FF2B5EF4-FFF2-40B4-BE49-F238E27FC236}">
                    <a16:creationId xmlns:a16="http://schemas.microsoft.com/office/drawing/2014/main" id="{3B1E5D23-DF14-494C-801C-C19F50956041}"/>
                  </a:ext>
                </a:extLst>
              </p:cNvPr>
              <p:cNvGrpSpPr>
                <a:grpSpLocks/>
              </p:cNvGrpSpPr>
              <p:nvPr/>
            </p:nvGrpSpPr>
            <p:grpSpPr bwMode="auto">
              <a:xfrm>
                <a:off x="2268" y="3934"/>
                <a:ext cx="638" cy="377"/>
                <a:chOff x="2268" y="3934"/>
                <a:chExt cx="638" cy="377"/>
              </a:xfrm>
            </p:grpSpPr>
            <p:sp>
              <p:nvSpPr>
                <p:cNvPr id="60" name="Oval 1030">
                  <a:extLst>
                    <a:ext uri="{FF2B5EF4-FFF2-40B4-BE49-F238E27FC236}">
                      <a16:creationId xmlns:a16="http://schemas.microsoft.com/office/drawing/2014/main" id="{3E21FB19-2463-46DF-9412-6154EC5B9828}"/>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en-US"/>
                </a:p>
              </p:txBody>
            </p:sp>
            <p:sp>
              <p:nvSpPr>
                <p:cNvPr id="61" name="Oval 1031">
                  <a:extLst>
                    <a:ext uri="{FF2B5EF4-FFF2-40B4-BE49-F238E27FC236}">
                      <a16:creationId xmlns:a16="http://schemas.microsoft.com/office/drawing/2014/main" id="{C4A65EED-C3D1-45D0-89D8-BA6255BC0890}"/>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en-US"/>
                </a:p>
              </p:txBody>
            </p:sp>
            <p:sp>
              <p:nvSpPr>
                <p:cNvPr id="62" name="Oval 1032">
                  <a:extLst>
                    <a:ext uri="{FF2B5EF4-FFF2-40B4-BE49-F238E27FC236}">
                      <a16:creationId xmlns:a16="http://schemas.microsoft.com/office/drawing/2014/main" id="{9D846B22-C17E-4124-8D29-EF2740672C2F}"/>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en-US"/>
                </a:p>
              </p:txBody>
            </p:sp>
            <p:sp>
              <p:nvSpPr>
                <p:cNvPr id="63" name="Oval 1033">
                  <a:extLst>
                    <a:ext uri="{FF2B5EF4-FFF2-40B4-BE49-F238E27FC236}">
                      <a16:creationId xmlns:a16="http://schemas.microsoft.com/office/drawing/2014/main" id="{16532DB6-90D6-4BFF-88CA-B248E6A68F6C}"/>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en-US"/>
                </a:p>
              </p:txBody>
            </p:sp>
            <p:sp>
              <p:nvSpPr>
                <p:cNvPr id="64" name="Oval 1034">
                  <a:extLst>
                    <a:ext uri="{FF2B5EF4-FFF2-40B4-BE49-F238E27FC236}">
                      <a16:creationId xmlns:a16="http://schemas.microsoft.com/office/drawing/2014/main" id="{CA709EFD-CB28-4486-8906-F326B698184A}"/>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sp>
              <p:nvSpPr>
                <p:cNvPr id="65" name="Oval 1035">
                  <a:extLst>
                    <a:ext uri="{FF2B5EF4-FFF2-40B4-BE49-F238E27FC236}">
                      <a16:creationId xmlns:a16="http://schemas.microsoft.com/office/drawing/2014/main" id="{D1D1B393-52A4-4D69-BE96-B66299ABD16E}"/>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en-US"/>
                </a:p>
              </p:txBody>
            </p:sp>
            <p:sp>
              <p:nvSpPr>
                <p:cNvPr id="66" name="Oval 1036">
                  <a:extLst>
                    <a:ext uri="{FF2B5EF4-FFF2-40B4-BE49-F238E27FC236}">
                      <a16:creationId xmlns:a16="http://schemas.microsoft.com/office/drawing/2014/main" id="{A83863F0-AF3D-430C-A9E1-8F683047225A}"/>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en-US"/>
                </a:p>
              </p:txBody>
            </p:sp>
            <p:sp>
              <p:nvSpPr>
                <p:cNvPr id="67" name="Oval 1037">
                  <a:extLst>
                    <a:ext uri="{FF2B5EF4-FFF2-40B4-BE49-F238E27FC236}">
                      <a16:creationId xmlns:a16="http://schemas.microsoft.com/office/drawing/2014/main" id="{AE48188F-0FF1-41AA-94E9-63D2BDC73A95}"/>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en-US"/>
                </a:p>
              </p:txBody>
            </p:sp>
          </p:grpSp>
          <p:sp>
            <p:nvSpPr>
              <p:cNvPr id="8" name="Oval 1038">
                <a:extLst>
                  <a:ext uri="{FF2B5EF4-FFF2-40B4-BE49-F238E27FC236}">
                    <a16:creationId xmlns:a16="http://schemas.microsoft.com/office/drawing/2014/main" id="{5D611B6D-ECED-4DD3-9046-3E7C2FFB3DDD}"/>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en-US"/>
              </a:p>
            </p:txBody>
          </p:sp>
          <p:sp>
            <p:nvSpPr>
              <p:cNvPr id="9" name="Oval 1039">
                <a:extLst>
                  <a:ext uri="{FF2B5EF4-FFF2-40B4-BE49-F238E27FC236}">
                    <a16:creationId xmlns:a16="http://schemas.microsoft.com/office/drawing/2014/main" id="{76130517-15F4-43F1-8C32-C0646C0E2BE6}"/>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en-US"/>
              </a:p>
            </p:txBody>
          </p:sp>
          <p:sp>
            <p:nvSpPr>
              <p:cNvPr id="10" name="Oval 1040">
                <a:extLst>
                  <a:ext uri="{FF2B5EF4-FFF2-40B4-BE49-F238E27FC236}">
                    <a16:creationId xmlns:a16="http://schemas.microsoft.com/office/drawing/2014/main" id="{1DADB0E2-7459-43A5-89F9-F047CBBBB15E}"/>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11" name="Oval 1041">
                <a:extLst>
                  <a:ext uri="{FF2B5EF4-FFF2-40B4-BE49-F238E27FC236}">
                    <a16:creationId xmlns:a16="http://schemas.microsoft.com/office/drawing/2014/main" id="{B58D58BF-1198-4D28-9E82-7B41F249D15F}"/>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en-US"/>
              </a:p>
            </p:txBody>
          </p:sp>
          <p:sp>
            <p:nvSpPr>
              <p:cNvPr id="12" name="Oval 1042">
                <a:extLst>
                  <a:ext uri="{FF2B5EF4-FFF2-40B4-BE49-F238E27FC236}">
                    <a16:creationId xmlns:a16="http://schemas.microsoft.com/office/drawing/2014/main" id="{968589A1-473A-4B8E-A5F0-03C3B3C1B5AE}"/>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13" name="Freeform 1043">
                <a:extLst>
                  <a:ext uri="{FF2B5EF4-FFF2-40B4-BE49-F238E27FC236}">
                    <a16:creationId xmlns:a16="http://schemas.microsoft.com/office/drawing/2014/main" id="{833D0A07-CF35-4C05-B324-B88436848364}"/>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en-US"/>
              </a:p>
            </p:txBody>
          </p:sp>
          <p:sp>
            <p:nvSpPr>
              <p:cNvPr id="14" name="Freeform 1044">
                <a:extLst>
                  <a:ext uri="{FF2B5EF4-FFF2-40B4-BE49-F238E27FC236}">
                    <a16:creationId xmlns:a16="http://schemas.microsoft.com/office/drawing/2014/main" id="{990DB619-81F5-4789-A0C8-3CE0D39BC2E7}"/>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en-US"/>
              </a:p>
            </p:txBody>
          </p:sp>
          <p:sp>
            <p:nvSpPr>
              <p:cNvPr id="15" name="Freeform 1045">
                <a:extLst>
                  <a:ext uri="{FF2B5EF4-FFF2-40B4-BE49-F238E27FC236}">
                    <a16:creationId xmlns:a16="http://schemas.microsoft.com/office/drawing/2014/main" id="{E6B98DE2-1081-4E5C-BF2F-863DFF55902F}"/>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16" name="Freeform 1046">
                <a:extLst>
                  <a:ext uri="{FF2B5EF4-FFF2-40B4-BE49-F238E27FC236}">
                    <a16:creationId xmlns:a16="http://schemas.microsoft.com/office/drawing/2014/main" id="{DCAEEE0C-96FD-42CC-B1C1-82F17B4C879F}"/>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en-US"/>
              </a:p>
            </p:txBody>
          </p:sp>
          <p:sp>
            <p:nvSpPr>
              <p:cNvPr id="17" name="Freeform 1047">
                <a:extLst>
                  <a:ext uri="{FF2B5EF4-FFF2-40B4-BE49-F238E27FC236}">
                    <a16:creationId xmlns:a16="http://schemas.microsoft.com/office/drawing/2014/main" id="{38453B26-CB1F-4383-9293-8E8A68558A11}"/>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en-US"/>
              </a:p>
            </p:txBody>
          </p:sp>
          <p:sp>
            <p:nvSpPr>
              <p:cNvPr id="18" name="Freeform 1048">
                <a:extLst>
                  <a:ext uri="{FF2B5EF4-FFF2-40B4-BE49-F238E27FC236}">
                    <a16:creationId xmlns:a16="http://schemas.microsoft.com/office/drawing/2014/main" id="{7F7F59DE-5E88-4D54-98CD-72DFF9CFB30F}"/>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en-US"/>
              </a:p>
            </p:txBody>
          </p:sp>
          <p:sp>
            <p:nvSpPr>
              <p:cNvPr id="19" name="Freeform 1049">
                <a:extLst>
                  <a:ext uri="{FF2B5EF4-FFF2-40B4-BE49-F238E27FC236}">
                    <a16:creationId xmlns:a16="http://schemas.microsoft.com/office/drawing/2014/main" id="{9D6D0C97-2B53-4B25-9635-494052E9F860}"/>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en-US"/>
              </a:p>
            </p:txBody>
          </p:sp>
          <p:sp>
            <p:nvSpPr>
              <p:cNvPr id="20" name="Freeform 1050">
                <a:extLst>
                  <a:ext uri="{FF2B5EF4-FFF2-40B4-BE49-F238E27FC236}">
                    <a16:creationId xmlns:a16="http://schemas.microsoft.com/office/drawing/2014/main" id="{1DAD5AF3-A096-4F8F-B36D-70422774DE84}"/>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en-US"/>
              </a:p>
            </p:txBody>
          </p:sp>
          <p:sp>
            <p:nvSpPr>
              <p:cNvPr id="21" name="Freeform 1051">
                <a:extLst>
                  <a:ext uri="{FF2B5EF4-FFF2-40B4-BE49-F238E27FC236}">
                    <a16:creationId xmlns:a16="http://schemas.microsoft.com/office/drawing/2014/main" id="{B8139302-DFD6-4F5A-AA20-01889475B0F9}"/>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en-US"/>
              </a:p>
            </p:txBody>
          </p:sp>
          <p:sp>
            <p:nvSpPr>
              <p:cNvPr id="22" name="Freeform 1052">
                <a:extLst>
                  <a:ext uri="{FF2B5EF4-FFF2-40B4-BE49-F238E27FC236}">
                    <a16:creationId xmlns:a16="http://schemas.microsoft.com/office/drawing/2014/main" id="{FA0E7912-9937-4CA6-A2EC-C32B4B866942}"/>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en-US"/>
              </a:p>
            </p:txBody>
          </p:sp>
          <p:sp>
            <p:nvSpPr>
              <p:cNvPr id="23" name="Freeform 1053">
                <a:extLst>
                  <a:ext uri="{FF2B5EF4-FFF2-40B4-BE49-F238E27FC236}">
                    <a16:creationId xmlns:a16="http://schemas.microsoft.com/office/drawing/2014/main" id="{F62834CB-0073-4B4C-A8F3-E3BF39AAE71B}"/>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en-US"/>
              </a:p>
            </p:txBody>
          </p:sp>
          <p:sp>
            <p:nvSpPr>
              <p:cNvPr id="24" name="Freeform 1054">
                <a:extLst>
                  <a:ext uri="{FF2B5EF4-FFF2-40B4-BE49-F238E27FC236}">
                    <a16:creationId xmlns:a16="http://schemas.microsoft.com/office/drawing/2014/main" id="{CEF2414E-DCF1-4747-8292-EB9E951E72B7}"/>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en-US"/>
              </a:p>
            </p:txBody>
          </p:sp>
          <p:sp>
            <p:nvSpPr>
              <p:cNvPr id="25" name="Freeform 1055">
                <a:extLst>
                  <a:ext uri="{FF2B5EF4-FFF2-40B4-BE49-F238E27FC236}">
                    <a16:creationId xmlns:a16="http://schemas.microsoft.com/office/drawing/2014/main" id="{F70D76A6-41CC-4072-ADC0-459C1F7F3A9D}"/>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26" name="Freeform 1056">
                <a:extLst>
                  <a:ext uri="{FF2B5EF4-FFF2-40B4-BE49-F238E27FC236}">
                    <a16:creationId xmlns:a16="http://schemas.microsoft.com/office/drawing/2014/main" id="{35C1F6FE-8BC4-4302-A8C6-D72B255EBBB5}"/>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27" name="Freeform 1057">
                <a:extLst>
                  <a:ext uri="{FF2B5EF4-FFF2-40B4-BE49-F238E27FC236}">
                    <a16:creationId xmlns:a16="http://schemas.microsoft.com/office/drawing/2014/main" id="{6C0E4FC7-69F7-4748-AE92-CB6CEEEF7ED0}"/>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28" name="Freeform 1058">
                <a:extLst>
                  <a:ext uri="{FF2B5EF4-FFF2-40B4-BE49-F238E27FC236}">
                    <a16:creationId xmlns:a16="http://schemas.microsoft.com/office/drawing/2014/main" id="{EEEB0251-1F74-447D-943A-37934FDF85F3}"/>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en-US"/>
              </a:p>
            </p:txBody>
          </p:sp>
          <p:sp>
            <p:nvSpPr>
              <p:cNvPr id="29" name="Freeform 1059">
                <a:extLst>
                  <a:ext uri="{FF2B5EF4-FFF2-40B4-BE49-F238E27FC236}">
                    <a16:creationId xmlns:a16="http://schemas.microsoft.com/office/drawing/2014/main" id="{27F8658B-F94B-4834-B9D7-4B6EBB8C05BB}"/>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30" name="Freeform 1060">
                <a:extLst>
                  <a:ext uri="{FF2B5EF4-FFF2-40B4-BE49-F238E27FC236}">
                    <a16:creationId xmlns:a16="http://schemas.microsoft.com/office/drawing/2014/main" id="{0AA9FD48-CC46-4754-9788-7F240F43D050}"/>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31" name="Freeform 1061">
                <a:extLst>
                  <a:ext uri="{FF2B5EF4-FFF2-40B4-BE49-F238E27FC236}">
                    <a16:creationId xmlns:a16="http://schemas.microsoft.com/office/drawing/2014/main" id="{65F7CAE9-0BE2-46D0-85FD-A0F9A6C73BD5}"/>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en-US"/>
              </a:p>
            </p:txBody>
          </p:sp>
          <p:sp>
            <p:nvSpPr>
              <p:cNvPr id="32" name="Freeform 1062">
                <a:extLst>
                  <a:ext uri="{FF2B5EF4-FFF2-40B4-BE49-F238E27FC236}">
                    <a16:creationId xmlns:a16="http://schemas.microsoft.com/office/drawing/2014/main" id="{668847C8-E5CB-424C-9EF4-2FDEB79A5100}"/>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33" name="Freeform 1063">
                <a:extLst>
                  <a:ext uri="{FF2B5EF4-FFF2-40B4-BE49-F238E27FC236}">
                    <a16:creationId xmlns:a16="http://schemas.microsoft.com/office/drawing/2014/main" id="{7F9D1EE7-83A2-4F8A-AA67-833CB46A1F7E}"/>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34" name="Freeform 1064">
                <a:extLst>
                  <a:ext uri="{FF2B5EF4-FFF2-40B4-BE49-F238E27FC236}">
                    <a16:creationId xmlns:a16="http://schemas.microsoft.com/office/drawing/2014/main" id="{5D067DC5-CB49-45FC-851F-9834A26740A7}"/>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35" name="Freeform 1065">
                <a:extLst>
                  <a:ext uri="{FF2B5EF4-FFF2-40B4-BE49-F238E27FC236}">
                    <a16:creationId xmlns:a16="http://schemas.microsoft.com/office/drawing/2014/main" id="{2E7442CB-A894-4259-8D7F-F292CD4B594A}"/>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36" name="Freeform 1066">
                <a:extLst>
                  <a:ext uri="{FF2B5EF4-FFF2-40B4-BE49-F238E27FC236}">
                    <a16:creationId xmlns:a16="http://schemas.microsoft.com/office/drawing/2014/main" id="{838EC596-1314-4C7C-AED9-242247207C11}"/>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en-US"/>
              </a:p>
            </p:txBody>
          </p:sp>
          <p:sp>
            <p:nvSpPr>
              <p:cNvPr id="37" name="Freeform 1067">
                <a:extLst>
                  <a:ext uri="{FF2B5EF4-FFF2-40B4-BE49-F238E27FC236}">
                    <a16:creationId xmlns:a16="http://schemas.microsoft.com/office/drawing/2014/main" id="{D44CCCAE-6B3E-4CC1-BB70-E440C6140746}"/>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en-US"/>
              </a:p>
            </p:txBody>
          </p:sp>
          <p:sp>
            <p:nvSpPr>
              <p:cNvPr id="38" name="Freeform 1068">
                <a:extLst>
                  <a:ext uri="{FF2B5EF4-FFF2-40B4-BE49-F238E27FC236}">
                    <a16:creationId xmlns:a16="http://schemas.microsoft.com/office/drawing/2014/main" id="{1A626480-808E-4A68-BFED-FD490F232571}"/>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39" name="Freeform 1069">
                <a:extLst>
                  <a:ext uri="{FF2B5EF4-FFF2-40B4-BE49-F238E27FC236}">
                    <a16:creationId xmlns:a16="http://schemas.microsoft.com/office/drawing/2014/main" id="{85649855-D368-4502-AB20-E579F364437F}"/>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40" name="Freeform 1070">
                <a:extLst>
                  <a:ext uri="{FF2B5EF4-FFF2-40B4-BE49-F238E27FC236}">
                    <a16:creationId xmlns:a16="http://schemas.microsoft.com/office/drawing/2014/main" id="{67A41FC6-4640-4664-A77A-3E7FCD308EF8}"/>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41" name="Freeform 1071">
                <a:extLst>
                  <a:ext uri="{FF2B5EF4-FFF2-40B4-BE49-F238E27FC236}">
                    <a16:creationId xmlns:a16="http://schemas.microsoft.com/office/drawing/2014/main" id="{BD2EBE29-778B-4AAF-BFED-595D22D74089}"/>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42" name="Freeform 1072">
                <a:extLst>
                  <a:ext uri="{FF2B5EF4-FFF2-40B4-BE49-F238E27FC236}">
                    <a16:creationId xmlns:a16="http://schemas.microsoft.com/office/drawing/2014/main" id="{27FC5B0A-A2DD-496E-B717-8131858C094B}"/>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43" name="Freeform 1073">
                <a:extLst>
                  <a:ext uri="{FF2B5EF4-FFF2-40B4-BE49-F238E27FC236}">
                    <a16:creationId xmlns:a16="http://schemas.microsoft.com/office/drawing/2014/main" id="{1B9AC7B1-2198-4492-92A5-2F3AAA6C0A6F}"/>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44" name="Freeform 1074">
                <a:extLst>
                  <a:ext uri="{FF2B5EF4-FFF2-40B4-BE49-F238E27FC236}">
                    <a16:creationId xmlns:a16="http://schemas.microsoft.com/office/drawing/2014/main" id="{147C0904-8F7D-4E11-9C76-96BEB927EEE3}"/>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sp>
            <p:nvSpPr>
              <p:cNvPr id="45" name="Freeform 1075">
                <a:extLst>
                  <a:ext uri="{FF2B5EF4-FFF2-40B4-BE49-F238E27FC236}">
                    <a16:creationId xmlns:a16="http://schemas.microsoft.com/office/drawing/2014/main" id="{F5543618-6809-4940-81DD-09C64359A4A0}"/>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sp>
            <p:nvSpPr>
              <p:cNvPr id="46" name="Freeform 1076">
                <a:extLst>
                  <a:ext uri="{FF2B5EF4-FFF2-40B4-BE49-F238E27FC236}">
                    <a16:creationId xmlns:a16="http://schemas.microsoft.com/office/drawing/2014/main" id="{9B4F9E4D-05D6-43C9-89B9-A03244F714F8}"/>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47" name="Oval 1077">
                <a:extLst>
                  <a:ext uri="{FF2B5EF4-FFF2-40B4-BE49-F238E27FC236}">
                    <a16:creationId xmlns:a16="http://schemas.microsoft.com/office/drawing/2014/main" id="{2C31F85B-7D1D-4632-BC71-6645A93D0638}"/>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grpSp>
            <p:nvGrpSpPr>
              <p:cNvPr id="48" name="Group 1078">
                <a:extLst>
                  <a:ext uri="{FF2B5EF4-FFF2-40B4-BE49-F238E27FC236}">
                    <a16:creationId xmlns:a16="http://schemas.microsoft.com/office/drawing/2014/main" id="{3CD27B66-561B-470B-B7F5-41DA5C8CC4C8}"/>
                  </a:ext>
                </a:extLst>
              </p:cNvPr>
              <p:cNvGrpSpPr>
                <a:grpSpLocks/>
              </p:cNvGrpSpPr>
              <p:nvPr/>
            </p:nvGrpSpPr>
            <p:grpSpPr bwMode="auto">
              <a:xfrm>
                <a:off x="4546" y="3608"/>
                <a:ext cx="518" cy="319"/>
                <a:chOff x="4546" y="3608"/>
                <a:chExt cx="518" cy="319"/>
              </a:xfrm>
            </p:grpSpPr>
            <p:sp>
              <p:nvSpPr>
                <p:cNvPr id="54" name="Oval 1079">
                  <a:extLst>
                    <a:ext uri="{FF2B5EF4-FFF2-40B4-BE49-F238E27FC236}">
                      <a16:creationId xmlns:a16="http://schemas.microsoft.com/office/drawing/2014/main" id="{53554E24-DA2D-4E46-951C-C285E1A9D53D}"/>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en-US"/>
                </a:p>
              </p:txBody>
            </p:sp>
            <p:sp>
              <p:nvSpPr>
                <p:cNvPr id="55" name="Oval 1080">
                  <a:extLst>
                    <a:ext uri="{FF2B5EF4-FFF2-40B4-BE49-F238E27FC236}">
                      <a16:creationId xmlns:a16="http://schemas.microsoft.com/office/drawing/2014/main" id="{EA318CFD-6D1D-4D16-B6FD-2A9F149955DA}"/>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en-US"/>
                </a:p>
              </p:txBody>
            </p:sp>
            <p:sp>
              <p:nvSpPr>
                <p:cNvPr id="56" name="Oval 1081">
                  <a:extLst>
                    <a:ext uri="{FF2B5EF4-FFF2-40B4-BE49-F238E27FC236}">
                      <a16:creationId xmlns:a16="http://schemas.microsoft.com/office/drawing/2014/main" id="{13CDF5B9-C3F9-44ED-948B-EA134D0D4E1C}"/>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57" name="Oval 1082">
                  <a:extLst>
                    <a:ext uri="{FF2B5EF4-FFF2-40B4-BE49-F238E27FC236}">
                      <a16:creationId xmlns:a16="http://schemas.microsoft.com/office/drawing/2014/main" id="{883B43E9-63EE-4ED6-8CF9-5353CB0DF789}"/>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sp>
              <p:nvSpPr>
                <p:cNvPr id="58" name="Oval 1083">
                  <a:extLst>
                    <a:ext uri="{FF2B5EF4-FFF2-40B4-BE49-F238E27FC236}">
                      <a16:creationId xmlns:a16="http://schemas.microsoft.com/office/drawing/2014/main" id="{2003627D-0555-4D62-B47C-57AF54FF9C13}"/>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59" name="Oval 1084">
                  <a:extLst>
                    <a:ext uri="{FF2B5EF4-FFF2-40B4-BE49-F238E27FC236}">
                      <a16:creationId xmlns:a16="http://schemas.microsoft.com/office/drawing/2014/main" id="{3BA24580-80D9-4EE2-BFDE-DB25BB933FF1}"/>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en-US"/>
                </a:p>
              </p:txBody>
            </p:sp>
          </p:grpSp>
          <p:grpSp>
            <p:nvGrpSpPr>
              <p:cNvPr id="49" name="Group 1085">
                <a:extLst>
                  <a:ext uri="{FF2B5EF4-FFF2-40B4-BE49-F238E27FC236}">
                    <a16:creationId xmlns:a16="http://schemas.microsoft.com/office/drawing/2014/main" id="{B2E571E1-FCBD-4997-B69D-2B539BA15D5F}"/>
                  </a:ext>
                </a:extLst>
              </p:cNvPr>
              <p:cNvGrpSpPr>
                <a:grpSpLocks/>
              </p:cNvGrpSpPr>
              <p:nvPr/>
            </p:nvGrpSpPr>
            <p:grpSpPr bwMode="auto">
              <a:xfrm>
                <a:off x="5381" y="3085"/>
                <a:ext cx="227" cy="132"/>
                <a:chOff x="5381" y="3085"/>
                <a:chExt cx="227" cy="132"/>
              </a:xfrm>
            </p:grpSpPr>
            <p:sp>
              <p:nvSpPr>
                <p:cNvPr id="50" name="Oval 1086">
                  <a:extLst>
                    <a:ext uri="{FF2B5EF4-FFF2-40B4-BE49-F238E27FC236}">
                      <a16:creationId xmlns:a16="http://schemas.microsoft.com/office/drawing/2014/main" id="{89445721-6B55-483F-A02B-6994B9AB7A0B}"/>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en-US"/>
                </a:p>
              </p:txBody>
            </p:sp>
            <p:sp>
              <p:nvSpPr>
                <p:cNvPr id="51" name="Oval 1087">
                  <a:extLst>
                    <a:ext uri="{FF2B5EF4-FFF2-40B4-BE49-F238E27FC236}">
                      <a16:creationId xmlns:a16="http://schemas.microsoft.com/office/drawing/2014/main" id="{733482A3-66FE-4FD4-8EB7-58DB26B499F8}"/>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en-US"/>
                </a:p>
              </p:txBody>
            </p:sp>
            <p:sp>
              <p:nvSpPr>
                <p:cNvPr id="52" name="Oval 1088">
                  <a:extLst>
                    <a:ext uri="{FF2B5EF4-FFF2-40B4-BE49-F238E27FC236}">
                      <a16:creationId xmlns:a16="http://schemas.microsoft.com/office/drawing/2014/main" id="{76520ABD-8B68-4E88-966F-67EDCE7CFD3F}"/>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en-US"/>
                </a:p>
              </p:txBody>
            </p:sp>
            <p:sp>
              <p:nvSpPr>
                <p:cNvPr id="53" name="Oval 1089">
                  <a:extLst>
                    <a:ext uri="{FF2B5EF4-FFF2-40B4-BE49-F238E27FC236}">
                      <a16:creationId xmlns:a16="http://schemas.microsoft.com/office/drawing/2014/main" id="{5B8F96FE-3DFB-4F18-82F6-1CD58B57254F}"/>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en-US"/>
                </a:p>
              </p:txBody>
            </p:sp>
          </p:grpSp>
        </p:grpSp>
      </p:grpSp>
      <p:sp>
        <p:nvSpPr>
          <p:cNvPr id="80962"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0963"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1092">
            <a:extLst>
              <a:ext uri="{FF2B5EF4-FFF2-40B4-BE49-F238E27FC236}">
                <a16:creationId xmlns:a16="http://schemas.microsoft.com/office/drawing/2014/main" id="{B4C2FAD3-4E48-42D6-B1C8-B8F41B0F9439}"/>
              </a:ext>
            </a:extLst>
          </p:cNvPr>
          <p:cNvSpPr>
            <a:spLocks noGrp="1" noChangeArrowheads="1"/>
          </p:cNvSpPr>
          <p:nvPr>
            <p:ph type="dt" sz="quarter" idx="10"/>
          </p:nvPr>
        </p:nvSpPr>
        <p:spPr/>
        <p:txBody>
          <a:bodyPr/>
          <a:lstStyle>
            <a:lvl1pPr>
              <a:defRPr smtClean="0"/>
            </a:lvl1pPr>
          </a:lstStyle>
          <a:p>
            <a:pPr>
              <a:defRPr/>
            </a:pPr>
            <a:endParaRPr lang="en-US"/>
          </a:p>
        </p:txBody>
      </p:sp>
      <p:sp>
        <p:nvSpPr>
          <p:cNvPr id="69" name="Rectangle 1093">
            <a:extLst>
              <a:ext uri="{FF2B5EF4-FFF2-40B4-BE49-F238E27FC236}">
                <a16:creationId xmlns:a16="http://schemas.microsoft.com/office/drawing/2014/main" id="{BCA99E43-CA66-4B17-9AA1-5DFB7B59AD17}"/>
              </a:ext>
            </a:extLst>
          </p:cNvPr>
          <p:cNvSpPr>
            <a:spLocks noGrp="1" noChangeArrowheads="1"/>
          </p:cNvSpPr>
          <p:nvPr>
            <p:ph type="ftr" sz="quarter" idx="11"/>
          </p:nvPr>
        </p:nvSpPr>
        <p:spPr/>
        <p:txBody>
          <a:bodyPr/>
          <a:lstStyle>
            <a:lvl1pPr>
              <a:defRPr smtClean="0"/>
            </a:lvl1pPr>
          </a:lstStyle>
          <a:p>
            <a:pPr>
              <a:defRPr/>
            </a:pPr>
            <a:endParaRPr lang="en-US"/>
          </a:p>
        </p:txBody>
      </p:sp>
      <p:sp>
        <p:nvSpPr>
          <p:cNvPr id="70" name="Rectangle 1094">
            <a:extLst>
              <a:ext uri="{FF2B5EF4-FFF2-40B4-BE49-F238E27FC236}">
                <a16:creationId xmlns:a16="http://schemas.microsoft.com/office/drawing/2014/main" id="{4F1DDDD8-A176-4E55-AA09-66665D896730}"/>
              </a:ext>
            </a:extLst>
          </p:cNvPr>
          <p:cNvSpPr>
            <a:spLocks noGrp="1" noChangeArrowheads="1"/>
          </p:cNvSpPr>
          <p:nvPr>
            <p:ph type="sldNum" sz="quarter" idx="12"/>
          </p:nvPr>
        </p:nvSpPr>
        <p:spPr/>
        <p:txBody>
          <a:bodyPr/>
          <a:lstStyle>
            <a:lvl1pPr>
              <a:defRPr/>
            </a:lvl1pPr>
          </a:lstStyle>
          <a:p>
            <a:fld id="{AEDD6A6F-D45E-4C89-88D5-33E81B4E2334}" type="slidenum">
              <a:rPr lang="en-US" altLang="en-US"/>
              <a:pPr/>
              <a:t>‹#›</a:t>
            </a:fld>
            <a:endParaRPr lang="en-US" altLang="en-US"/>
          </a:p>
        </p:txBody>
      </p:sp>
    </p:spTree>
    <p:extLst>
      <p:ext uri="{BB962C8B-B14F-4D97-AF65-F5344CB8AC3E}">
        <p14:creationId xmlns:p14="http://schemas.microsoft.com/office/powerpoint/2010/main" val="3061949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91">
            <a:extLst>
              <a:ext uri="{FF2B5EF4-FFF2-40B4-BE49-F238E27FC236}">
                <a16:creationId xmlns:a16="http://schemas.microsoft.com/office/drawing/2014/main" id="{80BC5A2F-0EA3-4E08-95C9-42E111AB543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3682B50A-0BDA-4221-B7E5-5292B62E17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0A5C946F-8772-4E6B-AE74-F6A483B144D2}"/>
              </a:ext>
            </a:extLst>
          </p:cNvPr>
          <p:cNvSpPr>
            <a:spLocks noGrp="1" noChangeArrowheads="1"/>
          </p:cNvSpPr>
          <p:nvPr>
            <p:ph type="sldNum" sz="quarter" idx="12"/>
          </p:nvPr>
        </p:nvSpPr>
        <p:spPr>
          <a:ln/>
        </p:spPr>
        <p:txBody>
          <a:bodyPr/>
          <a:lstStyle>
            <a:lvl1pPr>
              <a:defRPr/>
            </a:lvl1pPr>
          </a:lstStyle>
          <a:p>
            <a:fld id="{853F7E19-ACC4-4970-933C-7C4D1B4261F3}" type="slidenum">
              <a:rPr lang="en-US" altLang="en-US"/>
              <a:pPr/>
              <a:t>‹#›</a:t>
            </a:fld>
            <a:endParaRPr lang="en-US" altLang="en-US"/>
          </a:p>
        </p:txBody>
      </p:sp>
    </p:spTree>
    <p:extLst>
      <p:ext uri="{BB962C8B-B14F-4D97-AF65-F5344CB8AC3E}">
        <p14:creationId xmlns:p14="http://schemas.microsoft.com/office/powerpoint/2010/main" val="3217000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91">
            <a:extLst>
              <a:ext uri="{FF2B5EF4-FFF2-40B4-BE49-F238E27FC236}">
                <a16:creationId xmlns:a16="http://schemas.microsoft.com/office/drawing/2014/main" id="{A17BA73B-D27D-4001-8449-CB187C59D0C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2A4795EB-4833-4735-9487-A78B4C46BB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A96F9015-9C39-4DCA-BFDA-C346007CCE4A}"/>
              </a:ext>
            </a:extLst>
          </p:cNvPr>
          <p:cNvSpPr>
            <a:spLocks noGrp="1" noChangeArrowheads="1"/>
          </p:cNvSpPr>
          <p:nvPr>
            <p:ph type="sldNum" sz="quarter" idx="12"/>
          </p:nvPr>
        </p:nvSpPr>
        <p:spPr>
          <a:ln/>
        </p:spPr>
        <p:txBody>
          <a:bodyPr/>
          <a:lstStyle>
            <a:lvl1pPr>
              <a:defRPr/>
            </a:lvl1pPr>
          </a:lstStyle>
          <a:p>
            <a:fld id="{301A4F58-8C51-457E-8CE1-A61A372DD4EB}" type="slidenum">
              <a:rPr lang="en-US" altLang="en-US"/>
              <a:pPr/>
              <a:t>‹#›</a:t>
            </a:fld>
            <a:endParaRPr lang="en-US" altLang="en-US"/>
          </a:p>
        </p:txBody>
      </p:sp>
    </p:spTree>
    <p:extLst>
      <p:ext uri="{BB962C8B-B14F-4D97-AF65-F5344CB8AC3E}">
        <p14:creationId xmlns:p14="http://schemas.microsoft.com/office/powerpoint/2010/main" val="3572868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91">
            <a:extLst>
              <a:ext uri="{FF2B5EF4-FFF2-40B4-BE49-F238E27FC236}">
                <a16:creationId xmlns:a16="http://schemas.microsoft.com/office/drawing/2014/main" id="{84DD9007-031B-4CD2-A860-1ABD92DD9DA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A5CD1504-95B4-4EDD-B7F0-DF87EF7519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5338402F-5885-410F-9483-5F4AFF3545D0}"/>
              </a:ext>
            </a:extLst>
          </p:cNvPr>
          <p:cNvSpPr>
            <a:spLocks noGrp="1" noChangeArrowheads="1"/>
          </p:cNvSpPr>
          <p:nvPr>
            <p:ph type="sldNum" sz="quarter" idx="12"/>
          </p:nvPr>
        </p:nvSpPr>
        <p:spPr>
          <a:ln/>
        </p:spPr>
        <p:txBody>
          <a:bodyPr/>
          <a:lstStyle>
            <a:lvl1pPr>
              <a:defRPr/>
            </a:lvl1pPr>
          </a:lstStyle>
          <a:p>
            <a:fld id="{10FD0F9E-F0CB-4401-8D2F-D39B7858A453}" type="slidenum">
              <a:rPr lang="en-US" altLang="en-US"/>
              <a:pPr/>
              <a:t>‹#›</a:t>
            </a:fld>
            <a:endParaRPr lang="en-US" altLang="en-US"/>
          </a:p>
        </p:txBody>
      </p:sp>
    </p:spTree>
    <p:extLst>
      <p:ext uri="{BB962C8B-B14F-4D97-AF65-F5344CB8AC3E}">
        <p14:creationId xmlns:p14="http://schemas.microsoft.com/office/powerpoint/2010/main" val="325505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91">
            <a:extLst>
              <a:ext uri="{FF2B5EF4-FFF2-40B4-BE49-F238E27FC236}">
                <a16:creationId xmlns:a16="http://schemas.microsoft.com/office/drawing/2014/main" id="{815D9F0B-A6A8-4512-9CDB-CC0BFBE0864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092">
            <a:extLst>
              <a:ext uri="{FF2B5EF4-FFF2-40B4-BE49-F238E27FC236}">
                <a16:creationId xmlns:a16="http://schemas.microsoft.com/office/drawing/2014/main" id="{9FA36E89-4C6E-48BB-8A44-523D6CA1026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093">
            <a:extLst>
              <a:ext uri="{FF2B5EF4-FFF2-40B4-BE49-F238E27FC236}">
                <a16:creationId xmlns:a16="http://schemas.microsoft.com/office/drawing/2014/main" id="{676A3C58-A84C-4534-A9DB-CFF1276DACE1}"/>
              </a:ext>
            </a:extLst>
          </p:cNvPr>
          <p:cNvSpPr>
            <a:spLocks noGrp="1" noChangeArrowheads="1"/>
          </p:cNvSpPr>
          <p:nvPr>
            <p:ph type="sldNum" sz="quarter" idx="12"/>
          </p:nvPr>
        </p:nvSpPr>
        <p:spPr>
          <a:ln/>
        </p:spPr>
        <p:txBody>
          <a:bodyPr/>
          <a:lstStyle>
            <a:lvl1pPr>
              <a:defRPr/>
            </a:lvl1pPr>
          </a:lstStyle>
          <a:p>
            <a:fld id="{81DE07E7-2CD9-4733-AAD1-FE9F2645E643}" type="slidenum">
              <a:rPr lang="en-US" altLang="en-US"/>
              <a:pPr/>
              <a:t>‹#›</a:t>
            </a:fld>
            <a:endParaRPr lang="en-US" altLang="en-US"/>
          </a:p>
        </p:txBody>
      </p:sp>
    </p:spTree>
    <p:extLst>
      <p:ext uri="{BB962C8B-B14F-4D97-AF65-F5344CB8AC3E}">
        <p14:creationId xmlns:p14="http://schemas.microsoft.com/office/powerpoint/2010/main" val="1525798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91">
            <a:extLst>
              <a:ext uri="{FF2B5EF4-FFF2-40B4-BE49-F238E27FC236}">
                <a16:creationId xmlns:a16="http://schemas.microsoft.com/office/drawing/2014/main" id="{CFADEDFA-A629-45C3-AB23-67299F921E3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092">
            <a:extLst>
              <a:ext uri="{FF2B5EF4-FFF2-40B4-BE49-F238E27FC236}">
                <a16:creationId xmlns:a16="http://schemas.microsoft.com/office/drawing/2014/main" id="{DFA7FEDB-D05A-4CF5-B795-594B092A3E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093">
            <a:extLst>
              <a:ext uri="{FF2B5EF4-FFF2-40B4-BE49-F238E27FC236}">
                <a16:creationId xmlns:a16="http://schemas.microsoft.com/office/drawing/2014/main" id="{8D5C4215-AC2D-4245-B113-4E81ABDBE7CE}"/>
              </a:ext>
            </a:extLst>
          </p:cNvPr>
          <p:cNvSpPr>
            <a:spLocks noGrp="1" noChangeArrowheads="1"/>
          </p:cNvSpPr>
          <p:nvPr>
            <p:ph type="sldNum" sz="quarter" idx="12"/>
          </p:nvPr>
        </p:nvSpPr>
        <p:spPr>
          <a:ln/>
        </p:spPr>
        <p:txBody>
          <a:bodyPr/>
          <a:lstStyle>
            <a:lvl1pPr>
              <a:defRPr/>
            </a:lvl1pPr>
          </a:lstStyle>
          <a:p>
            <a:fld id="{103A717A-D912-4DCF-9DA6-850E78DF6307}" type="slidenum">
              <a:rPr lang="en-US" altLang="en-US"/>
              <a:pPr/>
              <a:t>‹#›</a:t>
            </a:fld>
            <a:endParaRPr lang="en-US" altLang="en-US"/>
          </a:p>
        </p:txBody>
      </p:sp>
    </p:spTree>
    <p:extLst>
      <p:ext uri="{BB962C8B-B14F-4D97-AF65-F5344CB8AC3E}">
        <p14:creationId xmlns:p14="http://schemas.microsoft.com/office/powerpoint/2010/main" val="3353600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91">
            <a:extLst>
              <a:ext uri="{FF2B5EF4-FFF2-40B4-BE49-F238E27FC236}">
                <a16:creationId xmlns:a16="http://schemas.microsoft.com/office/drawing/2014/main" id="{CA45AD9B-4DA4-4B93-9E90-C12BB235D5E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092">
            <a:extLst>
              <a:ext uri="{FF2B5EF4-FFF2-40B4-BE49-F238E27FC236}">
                <a16:creationId xmlns:a16="http://schemas.microsoft.com/office/drawing/2014/main" id="{99DBD8C4-A9E8-4B3D-8A12-BF918589E0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093">
            <a:extLst>
              <a:ext uri="{FF2B5EF4-FFF2-40B4-BE49-F238E27FC236}">
                <a16:creationId xmlns:a16="http://schemas.microsoft.com/office/drawing/2014/main" id="{21E2C9F7-B4CC-46B7-A4CE-214E3AB85CFB}"/>
              </a:ext>
            </a:extLst>
          </p:cNvPr>
          <p:cNvSpPr>
            <a:spLocks noGrp="1" noChangeArrowheads="1"/>
          </p:cNvSpPr>
          <p:nvPr>
            <p:ph type="sldNum" sz="quarter" idx="12"/>
          </p:nvPr>
        </p:nvSpPr>
        <p:spPr>
          <a:ln/>
        </p:spPr>
        <p:txBody>
          <a:bodyPr/>
          <a:lstStyle>
            <a:lvl1pPr>
              <a:defRPr/>
            </a:lvl1pPr>
          </a:lstStyle>
          <a:p>
            <a:fld id="{0B8839DD-5B24-4AF6-88D0-37187C338528}" type="slidenum">
              <a:rPr lang="en-US" altLang="en-US"/>
              <a:pPr/>
              <a:t>‹#›</a:t>
            </a:fld>
            <a:endParaRPr lang="en-US" altLang="en-US"/>
          </a:p>
        </p:txBody>
      </p:sp>
    </p:spTree>
    <p:extLst>
      <p:ext uri="{BB962C8B-B14F-4D97-AF65-F5344CB8AC3E}">
        <p14:creationId xmlns:p14="http://schemas.microsoft.com/office/powerpoint/2010/main" val="1942393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91">
            <a:extLst>
              <a:ext uri="{FF2B5EF4-FFF2-40B4-BE49-F238E27FC236}">
                <a16:creationId xmlns:a16="http://schemas.microsoft.com/office/drawing/2014/main" id="{D60A9F6D-3596-4BD8-9A03-63BAB847C64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C5C4161C-C749-4D27-91A2-2FA4506C0D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535DC4AA-4ED6-40D3-B30E-09C9743A1B16}"/>
              </a:ext>
            </a:extLst>
          </p:cNvPr>
          <p:cNvSpPr>
            <a:spLocks noGrp="1" noChangeArrowheads="1"/>
          </p:cNvSpPr>
          <p:nvPr>
            <p:ph type="sldNum" sz="quarter" idx="12"/>
          </p:nvPr>
        </p:nvSpPr>
        <p:spPr>
          <a:ln/>
        </p:spPr>
        <p:txBody>
          <a:bodyPr/>
          <a:lstStyle>
            <a:lvl1pPr>
              <a:defRPr/>
            </a:lvl1pPr>
          </a:lstStyle>
          <a:p>
            <a:fld id="{17BD6CC4-6100-4D1E-80A5-1DEC401EB253}" type="slidenum">
              <a:rPr lang="en-US" altLang="en-US"/>
              <a:pPr/>
              <a:t>‹#›</a:t>
            </a:fld>
            <a:endParaRPr lang="en-US" altLang="en-US"/>
          </a:p>
        </p:txBody>
      </p:sp>
    </p:spTree>
    <p:extLst>
      <p:ext uri="{BB962C8B-B14F-4D97-AF65-F5344CB8AC3E}">
        <p14:creationId xmlns:p14="http://schemas.microsoft.com/office/powerpoint/2010/main" val="2314447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91">
            <a:extLst>
              <a:ext uri="{FF2B5EF4-FFF2-40B4-BE49-F238E27FC236}">
                <a16:creationId xmlns:a16="http://schemas.microsoft.com/office/drawing/2014/main" id="{B680A741-E995-4727-8226-C623D37FA4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92">
            <a:extLst>
              <a:ext uri="{FF2B5EF4-FFF2-40B4-BE49-F238E27FC236}">
                <a16:creationId xmlns:a16="http://schemas.microsoft.com/office/drawing/2014/main" id="{94FA66D3-FADC-4EFE-A3B3-F506DA2EFB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a:extLst>
              <a:ext uri="{FF2B5EF4-FFF2-40B4-BE49-F238E27FC236}">
                <a16:creationId xmlns:a16="http://schemas.microsoft.com/office/drawing/2014/main" id="{29349967-352E-4C0C-8365-59481D4F269D}"/>
              </a:ext>
            </a:extLst>
          </p:cNvPr>
          <p:cNvSpPr>
            <a:spLocks noGrp="1" noChangeArrowheads="1"/>
          </p:cNvSpPr>
          <p:nvPr>
            <p:ph type="sldNum" sz="quarter" idx="12"/>
          </p:nvPr>
        </p:nvSpPr>
        <p:spPr>
          <a:ln/>
        </p:spPr>
        <p:txBody>
          <a:bodyPr/>
          <a:lstStyle>
            <a:lvl1pPr>
              <a:defRPr/>
            </a:lvl1pPr>
          </a:lstStyle>
          <a:p>
            <a:fld id="{3521C305-B5C3-4C8D-AC39-6324AAA70A12}" type="slidenum">
              <a:rPr lang="en-US" altLang="en-US"/>
              <a:pPr/>
              <a:t>‹#›</a:t>
            </a:fld>
            <a:endParaRPr lang="en-US" altLang="en-US"/>
          </a:p>
        </p:txBody>
      </p:sp>
    </p:spTree>
    <p:extLst>
      <p:ext uri="{BB962C8B-B14F-4D97-AF65-F5344CB8AC3E}">
        <p14:creationId xmlns:p14="http://schemas.microsoft.com/office/powerpoint/2010/main" val="3722320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91">
            <a:extLst>
              <a:ext uri="{FF2B5EF4-FFF2-40B4-BE49-F238E27FC236}">
                <a16:creationId xmlns:a16="http://schemas.microsoft.com/office/drawing/2014/main" id="{06C83570-32F0-4334-9217-63493AA9628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85554221-11BC-4710-931B-18311234D6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E31F505D-FE5A-452B-BD92-FE352EBF8413}"/>
              </a:ext>
            </a:extLst>
          </p:cNvPr>
          <p:cNvSpPr>
            <a:spLocks noGrp="1" noChangeArrowheads="1"/>
          </p:cNvSpPr>
          <p:nvPr>
            <p:ph type="sldNum" sz="quarter" idx="12"/>
          </p:nvPr>
        </p:nvSpPr>
        <p:spPr>
          <a:ln/>
        </p:spPr>
        <p:txBody>
          <a:bodyPr/>
          <a:lstStyle>
            <a:lvl1pPr>
              <a:defRPr/>
            </a:lvl1pPr>
          </a:lstStyle>
          <a:p>
            <a:fld id="{58FB2FC0-9FDA-4E13-93FF-B5373F4F7EE0}" type="slidenum">
              <a:rPr lang="en-US" altLang="en-US"/>
              <a:pPr/>
              <a:t>‹#›</a:t>
            </a:fld>
            <a:endParaRPr lang="en-US" altLang="en-US"/>
          </a:p>
        </p:txBody>
      </p:sp>
    </p:spTree>
    <p:extLst>
      <p:ext uri="{BB962C8B-B14F-4D97-AF65-F5344CB8AC3E}">
        <p14:creationId xmlns:p14="http://schemas.microsoft.com/office/powerpoint/2010/main" val="80331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91">
            <a:extLst>
              <a:ext uri="{FF2B5EF4-FFF2-40B4-BE49-F238E27FC236}">
                <a16:creationId xmlns:a16="http://schemas.microsoft.com/office/drawing/2014/main" id="{79F57A57-A3BF-408A-9AD4-0C7723298D8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92">
            <a:extLst>
              <a:ext uri="{FF2B5EF4-FFF2-40B4-BE49-F238E27FC236}">
                <a16:creationId xmlns:a16="http://schemas.microsoft.com/office/drawing/2014/main" id="{4E57ACD2-D7B5-4E8E-AC2F-22B424882EE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93">
            <a:extLst>
              <a:ext uri="{FF2B5EF4-FFF2-40B4-BE49-F238E27FC236}">
                <a16:creationId xmlns:a16="http://schemas.microsoft.com/office/drawing/2014/main" id="{376AE82C-ABA7-4999-88BE-6067E5FF71D0}"/>
              </a:ext>
            </a:extLst>
          </p:cNvPr>
          <p:cNvSpPr>
            <a:spLocks noGrp="1" noChangeArrowheads="1"/>
          </p:cNvSpPr>
          <p:nvPr>
            <p:ph type="sldNum" sz="quarter" idx="12"/>
          </p:nvPr>
        </p:nvSpPr>
        <p:spPr>
          <a:ln/>
        </p:spPr>
        <p:txBody>
          <a:bodyPr/>
          <a:lstStyle>
            <a:lvl1pPr>
              <a:defRPr/>
            </a:lvl1pPr>
          </a:lstStyle>
          <a:p>
            <a:fld id="{6CC48DF2-4E45-42B3-916E-5486635EBB2F}" type="slidenum">
              <a:rPr lang="en-US" altLang="en-US"/>
              <a:pPr/>
              <a:t>‹#›</a:t>
            </a:fld>
            <a:endParaRPr lang="en-US" altLang="en-US"/>
          </a:p>
        </p:txBody>
      </p:sp>
    </p:spTree>
    <p:extLst>
      <p:ext uri="{BB962C8B-B14F-4D97-AF65-F5344CB8AC3E}">
        <p14:creationId xmlns:p14="http://schemas.microsoft.com/office/powerpoint/2010/main" val="718192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a:extLst>
              <a:ext uri="{FF2B5EF4-FFF2-40B4-BE49-F238E27FC236}">
                <a16:creationId xmlns:a16="http://schemas.microsoft.com/office/drawing/2014/main" id="{EB7D57F9-AF48-443B-AE14-D1C9F6B36315}"/>
              </a:ext>
            </a:extLst>
          </p:cNvPr>
          <p:cNvGrpSpPr>
            <a:grpSpLocks/>
          </p:cNvGrpSpPr>
          <p:nvPr/>
        </p:nvGrpSpPr>
        <p:grpSpPr bwMode="auto">
          <a:xfrm>
            <a:off x="3175" y="4267200"/>
            <a:ext cx="9140825" cy="2590800"/>
            <a:chOff x="2" y="2688"/>
            <a:chExt cx="5758" cy="1632"/>
          </a:xfrm>
        </p:grpSpPr>
        <p:sp>
          <p:nvSpPr>
            <p:cNvPr id="79875" name="Freeform 1027">
              <a:extLst>
                <a:ext uri="{FF2B5EF4-FFF2-40B4-BE49-F238E27FC236}">
                  <a16:creationId xmlns:a16="http://schemas.microsoft.com/office/drawing/2014/main" id="{19133535-A5D6-4D69-A561-2CAA6B400230}"/>
                </a:ext>
              </a:extLst>
            </p:cNvPr>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grpSp>
          <p:nvGrpSpPr>
            <p:cNvPr id="1033" name="Group 1028">
              <a:extLst>
                <a:ext uri="{FF2B5EF4-FFF2-40B4-BE49-F238E27FC236}">
                  <a16:creationId xmlns:a16="http://schemas.microsoft.com/office/drawing/2014/main" id="{F1936285-5B11-4BC7-83F2-62957C08E2AA}"/>
                </a:ext>
              </a:extLst>
            </p:cNvPr>
            <p:cNvGrpSpPr>
              <a:grpSpLocks/>
            </p:cNvGrpSpPr>
            <p:nvPr/>
          </p:nvGrpSpPr>
          <p:grpSpPr bwMode="auto">
            <a:xfrm>
              <a:off x="1776" y="3024"/>
              <a:ext cx="3929" cy="1290"/>
              <a:chOff x="1776" y="3024"/>
              <a:chExt cx="3929" cy="1290"/>
            </a:xfrm>
          </p:grpSpPr>
          <p:grpSp>
            <p:nvGrpSpPr>
              <p:cNvPr id="1034" name="Group 1029">
                <a:extLst>
                  <a:ext uri="{FF2B5EF4-FFF2-40B4-BE49-F238E27FC236}">
                    <a16:creationId xmlns:a16="http://schemas.microsoft.com/office/drawing/2014/main" id="{F5826254-B116-46BB-9BCF-61273AD74BAE}"/>
                  </a:ext>
                </a:extLst>
              </p:cNvPr>
              <p:cNvGrpSpPr>
                <a:grpSpLocks/>
              </p:cNvGrpSpPr>
              <p:nvPr userDrawn="1"/>
            </p:nvGrpSpPr>
            <p:grpSpPr bwMode="auto">
              <a:xfrm>
                <a:off x="2268" y="3934"/>
                <a:ext cx="638" cy="377"/>
                <a:chOff x="2268" y="3934"/>
                <a:chExt cx="638" cy="377"/>
              </a:xfrm>
            </p:grpSpPr>
            <p:sp>
              <p:nvSpPr>
                <p:cNvPr id="79878" name="Oval 1030">
                  <a:extLst>
                    <a:ext uri="{FF2B5EF4-FFF2-40B4-BE49-F238E27FC236}">
                      <a16:creationId xmlns:a16="http://schemas.microsoft.com/office/drawing/2014/main" id="{C356FE81-B3DF-40B9-B258-37073C8F0F10}"/>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a:defRPr/>
                  </a:pPr>
                  <a:endParaRPr lang="en-US"/>
                </a:p>
              </p:txBody>
            </p:sp>
            <p:sp>
              <p:nvSpPr>
                <p:cNvPr id="79879" name="Oval 1031">
                  <a:extLst>
                    <a:ext uri="{FF2B5EF4-FFF2-40B4-BE49-F238E27FC236}">
                      <a16:creationId xmlns:a16="http://schemas.microsoft.com/office/drawing/2014/main" id="{355DCB29-CE20-41DF-96BF-777FC268352A}"/>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a:defRPr/>
                  </a:pPr>
                  <a:endParaRPr lang="en-US"/>
                </a:p>
              </p:txBody>
            </p:sp>
            <p:sp>
              <p:nvSpPr>
                <p:cNvPr id="79880" name="Oval 1032">
                  <a:extLst>
                    <a:ext uri="{FF2B5EF4-FFF2-40B4-BE49-F238E27FC236}">
                      <a16:creationId xmlns:a16="http://schemas.microsoft.com/office/drawing/2014/main" id="{BC8C46BE-EEA1-4CF6-9DD6-F9ABED54D10C}"/>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a:defRPr/>
                  </a:pPr>
                  <a:endParaRPr lang="en-US"/>
                </a:p>
              </p:txBody>
            </p:sp>
            <p:sp>
              <p:nvSpPr>
                <p:cNvPr id="79881" name="Oval 1033">
                  <a:extLst>
                    <a:ext uri="{FF2B5EF4-FFF2-40B4-BE49-F238E27FC236}">
                      <a16:creationId xmlns:a16="http://schemas.microsoft.com/office/drawing/2014/main" id="{28F29ADA-55C0-4118-8C6F-1F31FB1E3F22}"/>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en-US"/>
                </a:p>
              </p:txBody>
            </p:sp>
            <p:sp>
              <p:nvSpPr>
                <p:cNvPr id="79882" name="Oval 1034">
                  <a:extLst>
                    <a:ext uri="{FF2B5EF4-FFF2-40B4-BE49-F238E27FC236}">
                      <a16:creationId xmlns:a16="http://schemas.microsoft.com/office/drawing/2014/main" id="{91FC6948-03FF-4696-A927-DC4CB0B54B8A}"/>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sp>
              <p:nvSpPr>
                <p:cNvPr id="79883" name="Oval 1035">
                  <a:extLst>
                    <a:ext uri="{FF2B5EF4-FFF2-40B4-BE49-F238E27FC236}">
                      <a16:creationId xmlns:a16="http://schemas.microsoft.com/office/drawing/2014/main" id="{25B89AC8-EA34-4449-8E54-15AE0923B3AB}"/>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a:defRPr/>
                  </a:pPr>
                  <a:endParaRPr lang="en-US"/>
                </a:p>
              </p:txBody>
            </p:sp>
            <p:sp>
              <p:nvSpPr>
                <p:cNvPr id="79884" name="Oval 1036">
                  <a:extLst>
                    <a:ext uri="{FF2B5EF4-FFF2-40B4-BE49-F238E27FC236}">
                      <a16:creationId xmlns:a16="http://schemas.microsoft.com/office/drawing/2014/main" id="{82D6B912-5203-4A0F-B499-D7409BB0D7C9}"/>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a:defRPr/>
                  </a:pPr>
                  <a:endParaRPr lang="en-US"/>
                </a:p>
              </p:txBody>
            </p:sp>
            <p:sp>
              <p:nvSpPr>
                <p:cNvPr id="79885" name="Oval 1037">
                  <a:extLst>
                    <a:ext uri="{FF2B5EF4-FFF2-40B4-BE49-F238E27FC236}">
                      <a16:creationId xmlns:a16="http://schemas.microsoft.com/office/drawing/2014/main" id="{2BC48C88-83B8-482F-97FF-7B95E9749C3E}"/>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a:defRPr/>
                  </a:pPr>
                  <a:endParaRPr lang="en-US"/>
                </a:p>
              </p:txBody>
            </p:sp>
          </p:grpSp>
          <p:sp>
            <p:nvSpPr>
              <p:cNvPr id="79886" name="Oval 1038">
                <a:extLst>
                  <a:ext uri="{FF2B5EF4-FFF2-40B4-BE49-F238E27FC236}">
                    <a16:creationId xmlns:a16="http://schemas.microsoft.com/office/drawing/2014/main" id="{E8D9ECA0-1F39-4238-8ECC-6692748015A0}"/>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a:defRPr/>
                </a:pPr>
                <a:endParaRPr lang="en-US"/>
              </a:p>
            </p:txBody>
          </p:sp>
          <p:sp>
            <p:nvSpPr>
              <p:cNvPr id="79887" name="Oval 1039">
                <a:extLst>
                  <a:ext uri="{FF2B5EF4-FFF2-40B4-BE49-F238E27FC236}">
                    <a16:creationId xmlns:a16="http://schemas.microsoft.com/office/drawing/2014/main" id="{EEC0FFA4-2806-4366-8E19-B599030418E8}"/>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a:defRPr/>
                </a:pPr>
                <a:endParaRPr lang="en-US"/>
              </a:p>
            </p:txBody>
          </p:sp>
          <p:sp>
            <p:nvSpPr>
              <p:cNvPr id="79888" name="Oval 1040">
                <a:extLst>
                  <a:ext uri="{FF2B5EF4-FFF2-40B4-BE49-F238E27FC236}">
                    <a16:creationId xmlns:a16="http://schemas.microsoft.com/office/drawing/2014/main" id="{453E50BA-B9AA-4AF5-A86B-A4E77E075D66}"/>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79889" name="Oval 1041">
                <a:extLst>
                  <a:ext uri="{FF2B5EF4-FFF2-40B4-BE49-F238E27FC236}">
                    <a16:creationId xmlns:a16="http://schemas.microsoft.com/office/drawing/2014/main" id="{6CE943F3-B2E9-4C26-9063-3CD227E9A011}"/>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en-US"/>
              </a:p>
            </p:txBody>
          </p:sp>
          <p:sp>
            <p:nvSpPr>
              <p:cNvPr id="79890" name="Oval 1042">
                <a:extLst>
                  <a:ext uri="{FF2B5EF4-FFF2-40B4-BE49-F238E27FC236}">
                    <a16:creationId xmlns:a16="http://schemas.microsoft.com/office/drawing/2014/main" id="{26401768-DB10-4E76-8E1A-2C1F599E2D8C}"/>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79891" name="Freeform 1043">
                <a:extLst>
                  <a:ext uri="{FF2B5EF4-FFF2-40B4-BE49-F238E27FC236}">
                    <a16:creationId xmlns:a16="http://schemas.microsoft.com/office/drawing/2014/main" id="{C43D96B5-A572-4E01-9589-E8196451A6DD}"/>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a:defRPr/>
                </a:pPr>
                <a:endParaRPr lang="en-US"/>
              </a:p>
            </p:txBody>
          </p:sp>
          <p:sp>
            <p:nvSpPr>
              <p:cNvPr id="79892" name="Freeform 1044">
                <a:extLst>
                  <a:ext uri="{FF2B5EF4-FFF2-40B4-BE49-F238E27FC236}">
                    <a16:creationId xmlns:a16="http://schemas.microsoft.com/office/drawing/2014/main" id="{995A9769-DA2C-4E1F-8DC4-B4F074A7F0DC}"/>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a:defRPr/>
                </a:pPr>
                <a:endParaRPr lang="en-US"/>
              </a:p>
            </p:txBody>
          </p:sp>
          <p:sp>
            <p:nvSpPr>
              <p:cNvPr id="79893" name="Freeform 1045">
                <a:extLst>
                  <a:ext uri="{FF2B5EF4-FFF2-40B4-BE49-F238E27FC236}">
                    <a16:creationId xmlns:a16="http://schemas.microsoft.com/office/drawing/2014/main" id="{07106B52-EEFB-4A07-A86D-311C1A518F6C}"/>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79894" name="Freeform 1046">
                <a:extLst>
                  <a:ext uri="{FF2B5EF4-FFF2-40B4-BE49-F238E27FC236}">
                    <a16:creationId xmlns:a16="http://schemas.microsoft.com/office/drawing/2014/main" id="{9774F3EE-5146-46B3-AFBB-037005EF2C83}"/>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a:defRPr/>
                </a:pPr>
                <a:endParaRPr lang="en-US"/>
              </a:p>
            </p:txBody>
          </p:sp>
          <p:sp>
            <p:nvSpPr>
              <p:cNvPr id="79895" name="Freeform 1047">
                <a:extLst>
                  <a:ext uri="{FF2B5EF4-FFF2-40B4-BE49-F238E27FC236}">
                    <a16:creationId xmlns:a16="http://schemas.microsoft.com/office/drawing/2014/main" id="{39E35644-4235-4BBA-8B86-4E2FE7BB85AE}"/>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a:defRPr/>
                </a:pPr>
                <a:endParaRPr lang="en-US"/>
              </a:p>
            </p:txBody>
          </p:sp>
          <p:sp>
            <p:nvSpPr>
              <p:cNvPr id="79896" name="Freeform 1048">
                <a:extLst>
                  <a:ext uri="{FF2B5EF4-FFF2-40B4-BE49-F238E27FC236}">
                    <a16:creationId xmlns:a16="http://schemas.microsoft.com/office/drawing/2014/main" id="{138E8B40-47C6-483F-AD66-8262E6501C06}"/>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a:defRPr/>
                </a:pPr>
                <a:endParaRPr lang="en-US"/>
              </a:p>
            </p:txBody>
          </p:sp>
          <p:sp>
            <p:nvSpPr>
              <p:cNvPr id="79897" name="Freeform 1049">
                <a:extLst>
                  <a:ext uri="{FF2B5EF4-FFF2-40B4-BE49-F238E27FC236}">
                    <a16:creationId xmlns:a16="http://schemas.microsoft.com/office/drawing/2014/main" id="{D9C48D9C-3303-4AD8-B1AF-CCF1074F0804}"/>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a:defRPr/>
                </a:pPr>
                <a:endParaRPr lang="en-US"/>
              </a:p>
            </p:txBody>
          </p:sp>
          <p:sp>
            <p:nvSpPr>
              <p:cNvPr id="79898" name="Freeform 1050">
                <a:extLst>
                  <a:ext uri="{FF2B5EF4-FFF2-40B4-BE49-F238E27FC236}">
                    <a16:creationId xmlns:a16="http://schemas.microsoft.com/office/drawing/2014/main" id="{68665169-6E65-4EE8-B8D8-131068E7CD1E}"/>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a:defRPr/>
                </a:pPr>
                <a:endParaRPr lang="en-US"/>
              </a:p>
            </p:txBody>
          </p:sp>
          <p:sp>
            <p:nvSpPr>
              <p:cNvPr id="79899" name="Freeform 1051">
                <a:extLst>
                  <a:ext uri="{FF2B5EF4-FFF2-40B4-BE49-F238E27FC236}">
                    <a16:creationId xmlns:a16="http://schemas.microsoft.com/office/drawing/2014/main" id="{3C784E1F-DD80-4A17-BC77-D76CE763AB1B}"/>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a:defRPr/>
                </a:pPr>
                <a:endParaRPr lang="en-US"/>
              </a:p>
            </p:txBody>
          </p:sp>
          <p:sp>
            <p:nvSpPr>
              <p:cNvPr id="79900" name="Freeform 1052">
                <a:extLst>
                  <a:ext uri="{FF2B5EF4-FFF2-40B4-BE49-F238E27FC236}">
                    <a16:creationId xmlns:a16="http://schemas.microsoft.com/office/drawing/2014/main" id="{3923E884-6E96-42F0-83F3-D1450CEA41C7}"/>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a:defRPr/>
                </a:pPr>
                <a:endParaRPr lang="en-US"/>
              </a:p>
            </p:txBody>
          </p:sp>
          <p:sp>
            <p:nvSpPr>
              <p:cNvPr id="79901" name="Freeform 1053">
                <a:extLst>
                  <a:ext uri="{FF2B5EF4-FFF2-40B4-BE49-F238E27FC236}">
                    <a16:creationId xmlns:a16="http://schemas.microsoft.com/office/drawing/2014/main" id="{699E4EA5-E8A0-48BF-8E4B-1D212C441299}"/>
                  </a:ext>
                </a:extLst>
              </p:cNvPr>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lstStyle/>
              <a:p>
                <a:pPr>
                  <a:defRPr/>
                </a:pPr>
                <a:endParaRPr lang="en-US"/>
              </a:p>
            </p:txBody>
          </p:sp>
          <p:sp>
            <p:nvSpPr>
              <p:cNvPr id="79902" name="Freeform 1054">
                <a:extLst>
                  <a:ext uri="{FF2B5EF4-FFF2-40B4-BE49-F238E27FC236}">
                    <a16:creationId xmlns:a16="http://schemas.microsoft.com/office/drawing/2014/main" id="{1E1131BA-94EA-4FF2-AA43-EF9D05833BDB}"/>
                  </a:ext>
                </a:extLst>
              </p:cNvPr>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lstStyle/>
              <a:p>
                <a:pPr>
                  <a:defRPr/>
                </a:pPr>
                <a:endParaRPr lang="en-US"/>
              </a:p>
            </p:txBody>
          </p:sp>
          <p:sp>
            <p:nvSpPr>
              <p:cNvPr id="79903" name="Freeform 1055">
                <a:extLst>
                  <a:ext uri="{FF2B5EF4-FFF2-40B4-BE49-F238E27FC236}">
                    <a16:creationId xmlns:a16="http://schemas.microsoft.com/office/drawing/2014/main" id="{244A238F-2C20-45CC-9A04-FA34E5B5580B}"/>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79904" name="Freeform 1056">
                <a:extLst>
                  <a:ext uri="{FF2B5EF4-FFF2-40B4-BE49-F238E27FC236}">
                    <a16:creationId xmlns:a16="http://schemas.microsoft.com/office/drawing/2014/main" id="{59A98899-2FF9-4DBA-8B4B-29BFFF89AFC7}"/>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79905" name="Freeform 1057">
                <a:extLst>
                  <a:ext uri="{FF2B5EF4-FFF2-40B4-BE49-F238E27FC236}">
                    <a16:creationId xmlns:a16="http://schemas.microsoft.com/office/drawing/2014/main" id="{B2860478-A6A9-4AE5-901B-D0B1BA70A177}"/>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a:defRPr/>
                </a:pPr>
                <a:endParaRPr lang="en-US"/>
              </a:p>
            </p:txBody>
          </p:sp>
          <p:sp>
            <p:nvSpPr>
              <p:cNvPr id="79906" name="Freeform 1058">
                <a:extLst>
                  <a:ext uri="{FF2B5EF4-FFF2-40B4-BE49-F238E27FC236}">
                    <a16:creationId xmlns:a16="http://schemas.microsoft.com/office/drawing/2014/main" id="{70004FA8-FFF3-4EE6-8FC9-1C247FE15F39}"/>
                  </a:ext>
                </a:extLst>
              </p:cNvPr>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lstStyle/>
              <a:p>
                <a:pPr>
                  <a:defRPr/>
                </a:pPr>
                <a:endParaRPr lang="en-US"/>
              </a:p>
            </p:txBody>
          </p:sp>
          <p:sp>
            <p:nvSpPr>
              <p:cNvPr id="79907" name="Freeform 1059">
                <a:extLst>
                  <a:ext uri="{FF2B5EF4-FFF2-40B4-BE49-F238E27FC236}">
                    <a16:creationId xmlns:a16="http://schemas.microsoft.com/office/drawing/2014/main" id="{06D4A8B9-682C-4C41-9FF0-818C919AD444}"/>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79908" name="Freeform 1060">
                <a:extLst>
                  <a:ext uri="{FF2B5EF4-FFF2-40B4-BE49-F238E27FC236}">
                    <a16:creationId xmlns:a16="http://schemas.microsoft.com/office/drawing/2014/main" id="{40C48843-8591-4AD7-96EB-7AB5E8BC288F}"/>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79909" name="Freeform 1061">
                <a:extLst>
                  <a:ext uri="{FF2B5EF4-FFF2-40B4-BE49-F238E27FC236}">
                    <a16:creationId xmlns:a16="http://schemas.microsoft.com/office/drawing/2014/main" id="{81EF41A5-0655-45D5-AACF-69869F05C0F2}"/>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a:defRPr/>
                </a:pPr>
                <a:endParaRPr lang="en-US"/>
              </a:p>
            </p:txBody>
          </p:sp>
          <p:sp>
            <p:nvSpPr>
              <p:cNvPr id="79910" name="Freeform 1062">
                <a:extLst>
                  <a:ext uri="{FF2B5EF4-FFF2-40B4-BE49-F238E27FC236}">
                    <a16:creationId xmlns:a16="http://schemas.microsoft.com/office/drawing/2014/main" id="{B6935847-4F50-41EE-ABD2-672605DE5E12}"/>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79911" name="Freeform 1063">
                <a:extLst>
                  <a:ext uri="{FF2B5EF4-FFF2-40B4-BE49-F238E27FC236}">
                    <a16:creationId xmlns:a16="http://schemas.microsoft.com/office/drawing/2014/main" id="{8A232A26-E067-4EB4-89C0-3EDBB6C14D77}"/>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79912" name="Freeform 1064">
                <a:extLst>
                  <a:ext uri="{FF2B5EF4-FFF2-40B4-BE49-F238E27FC236}">
                    <a16:creationId xmlns:a16="http://schemas.microsoft.com/office/drawing/2014/main" id="{0A5E6EA5-D10E-41A1-A6D6-DCC6B66FCC80}"/>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79913" name="Freeform 1065">
                <a:extLst>
                  <a:ext uri="{FF2B5EF4-FFF2-40B4-BE49-F238E27FC236}">
                    <a16:creationId xmlns:a16="http://schemas.microsoft.com/office/drawing/2014/main" id="{499FDC8E-0D60-4E25-B410-77B002860C97}"/>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a:defRPr/>
                </a:pPr>
                <a:endParaRPr lang="en-US"/>
              </a:p>
            </p:txBody>
          </p:sp>
          <p:sp>
            <p:nvSpPr>
              <p:cNvPr id="79914" name="Freeform 1066">
                <a:extLst>
                  <a:ext uri="{FF2B5EF4-FFF2-40B4-BE49-F238E27FC236}">
                    <a16:creationId xmlns:a16="http://schemas.microsoft.com/office/drawing/2014/main" id="{C1B149CF-69CB-44EE-BAA5-EABE611D5DF1}"/>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a:defRPr/>
                </a:pPr>
                <a:endParaRPr lang="en-US"/>
              </a:p>
            </p:txBody>
          </p:sp>
          <p:sp>
            <p:nvSpPr>
              <p:cNvPr id="79915" name="Freeform 1067">
                <a:extLst>
                  <a:ext uri="{FF2B5EF4-FFF2-40B4-BE49-F238E27FC236}">
                    <a16:creationId xmlns:a16="http://schemas.microsoft.com/office/drawing/2014/main" id="{1E54500F-B1F7-4877-9C23-8C890CE1F552}"/>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a:defRPr/>
                </a:pPr>
                <a:endParaRPr lang="en-US"/>
              </a:p>
            </p:txBody>
          </p:sp>
          <p:sp>
            <p:nvSpPr>
              <p:cNvPr id="79916" name="Freeform 1068">
                <a:extLst>
                  <a:ext uri="{FF2B5EF4-FFF2-40B4-BE49-F238E27FC236}">
                    <a16:creationId xmlns:a16="http://schemas.microsoft.com/office/drawing/2014/main" id="{780D62B1-AD0C-4B20-8B34-69F4AD7F0065}"/>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79917" name="Freeform 1069">
                <a:extLst>
                  <a:ext uri="{FF2B5EF4-FFF2-40B4-BE49-F238E27FC236}">
                    <a16:creationId xmlns:a16="http://schemas.microsoft.com/office/drawing/2014/main" id="{27BDC374-F04D-4EF7-BEAA-F795A0C094E5}"/>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a:defRPr/>
                </a:pPr>
                <a:endParaRPr lang="en-US"/>
              </a:p>
            </p:txBody>
          </p:sp>
          <p:sp>
            <p:nvSpPr>
              <p:cNvPr id="79918" name="Freeform 1070">
                <a:extLst>
                  <a:ext uri="{FF2B5EF4-FFF2-40B4-BE49-F238E27FC236}">
                    <a16:creationId xmlns:a16="http://schemas.microsoft.com/office/drawing/2014/main" id="{B9906429-19C6-4714-BB61-AF31D07DE77D}"/>
                  </a:ext>
                </a:extLst>
              </p:cNvPr>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79919" name="Freeform 1071">
                <a:extLst>
                  <a:ext uri="{FF2B5EF4-FFF2-40B4-BE49-F238E27FC236}">
                    <a16:creationId xmlns:a16="http://schemas.microsoft.com/office/drawing/2014/main" id="{6BEF0164-DCE8-47B6-804D-3F91EA784B3F}"/>
                  </a:ext>
                </a:extLst>
              </p:cNvPr>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79920" name="Freeform 1072">
                <a:extLst>
                  <a:ext uri="{FF2B5EF4-FFF2-40B4-BE49-F238E27FC236}">
                    <a16:creationId xmlns:a16="http://schemas.microsoft.com/office/drawing/2014/main" id="{438AB3D0-B315-49D8-B7AF-D498185DCBBD}"/>
                  </a:ext>
                </a:extLst>
              </p:cNvPr>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79921" name="Freeform 1073">
                <a:extLst>
                  <a:ext uri="{FF2B5EF4-FFF2-40B4-BE49-F238E27FC236}">
                    <a16:creationId xmlns:a16="http://schemas.microsoft.com/office/drawing/2014/main" id="{28682C94-CDCD-4B8F-A5E3-3077DDA60663}"/>
                  </a:ext>
                </a:extLst>
              </p:cNvPr>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79922" name="Freeform 1074">
                <a:extLst>
                  <a:ext uri="{FF2B5EF4-FFF2-40B4-BE49-F238E27FC236}">
                    <a16:creationId xmlns:a16="http://schemas.microsoft.com/office/drawing/2014/main" id="{2CDE73B8-0544-487D-976E-812734A2787D}"/>
                  </a:ext>
                </a:extLst>
              </p:cNvPr>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sp>
            <p:nvSpPr>
              <p:cNvPr id="79923" name="Freeform 1075">
                <a:extLst>
                  <a:ext uri="{FF2B5EF4-FFF2-40B4-BE49-F238E27FC236}">
                    <a16:creationId xmlns:a16="http://schemas.microsoft.com/office/drawing/2014/main" id="{5C139F9A-52EF-405D-B41F-ED3E1E6DBBD5}"/>
                  </a:ext>
                </a:extLst>
              </p:cNvPr>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lstStyle/>
              <a:p>
                <a:pPr>
                  <a:defRPr/>
                </a:pPr>
                <a:endParaRPr lang="en-US"/>
              </a:p>
            </p:txBody>
          </p:sp>
          <p:sp>
            <p:nvSpPr>
              <p:cNvPr id="79924" name="Freeform 1076">
                <a:extLst>
                  <a:ext uri="{FF2B5EF4-FFF2-40B4-BE49-F238E27FC236}">
                    <a16:creationId xmlns:a16="http://schemas.microsoft.com/office/drawing/2014/main" id="{11AF24F1-314E-4F67-90FC-B2FC936EAB21}"/>
                  </a:ext>
                </a:extLst>
              </p:cNvPr>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lstStyle/>
              <a:p>
                <a:pPr>
                  <a:defRPr/>
                </a:pPr>
                <a:endParaRPr lang="en-US"/>
              </a:p>
            </p:txBody>
          </p:sp>
          <p:sp>
            <p:nvSpPr>
              <p:cNvPr id="79925" name="Oval 1077">
                <a:extLst>
                  <a:ext uri="{FF2B5EF4-FFF2-40B4-BE49-F238E27FC236}">
                    <a16:creationId xmlns:a16="http://schemas.microsoft.com/office/drawing/2014/main" id="{332B1219-BA82-4669-9DD9-BB2CAF201164}"/>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grpSp>
            <p:nvGrpSpPr>
              <p:cNvPr id="1075" name="Group 1078">
                <a:extLst>
                  <a:ext uri="{FF2B5EF4-FFF2-40B4-BE49-F238E27FC236}">
                    <a16:creationId xmlns:a16="http://schemas.microsoft.com/office/drawing/2014/main" id="{29A47B0D-CB60-45AC-A540-0ABE537C2D4D}"/>
                  </a:ext>
                </a:extLst>
              </p:cNvPr>
              <p:cNvGrpSpPr>
                <a:grpSpLocks/>
              </p:cNvGrpSpPr>
              <p:nvPr userDrawn="1"/>
            </p:nvGrpSpPr>
            <p:grpSpPr bwMode="auto">
              <a:xfrm>
                <a:off x="4546" y="3608"/>
                <a:ext cx="518" cy="319"/>
                <a:chOff x="4546" y="3608"/>
                <a:chExt cx="518" cy="319"/>
              </a:xfrm>
            </p:grpSpPr>
            <p:sp>
              <p:nvSpPr>
                <p:cNvPr id="79927" name="Oval 1079">
                  <a:extLst>
                    <a:ext uri="{FF2B5EF4-FFF2-40B4-BE49-F238E27FC236}">
                      <a16:creationId xmlns:a16="http://schemas.microsoft.com/office/drawing/2014/main" id="{FF65C19D-09C0-42D5-93ED-C9C91C9C517F}"/>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a:defRPr/>
                  </a:pPr>
                  <a:endParaRPr lang="en-US"/>
                </a:p>
              </p:txBody>
            </p:sp>
            <p:sp>
              <p:nvSpPr>
                <p:cNvPr id="79928" name="Oval 1080">
                  <a:extLst>
                    <a:ext uri="{FF2B5EF4-FFF2-40B4-BE49-F238E27FC236}">
                      <a16:creationId xmlns:a16="http://schemas.microsoft.com/office/drawing/2014/main" id="{E977D25B-7AB2-4DCA-A5D3-C1CE96C6EDEB}"/>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a:defRPr/>
                  </a:pPr>
                  <a:endParaRPr lang="en-US"/>
                </a:p>
              </p:txBody>
            </p:sp>
            <p:sp>
              <p:nvSpPr>
                <p:cNvPr id="79929" name="Oval 1081">
                  <a:extLst>
                    <a:ext uri="{FF2B5EF4-FFF2-40B4-BE49-F238E27FC236}">
                      <a16:creationId xmlns:a16="http://schemas.microsoft.com/office/drawing/2014/main" id="{2AD437EA-257D-4132-B2A0-48FBF99C041E}"/>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79930" name="Oval 1082">
                  <a:extLst>
                    <a:ext uri="{FF2B5EF4-FFF2-40B4-BE49-F238E27FC236}">
                      <a16:creationId xmlns:a16="http://schemas.microsoft.com/office/drawing/2014/main" id="{175F50C5-8D74-425E-B33E-670E6FE2FB6A}"/>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a:defRPr/>
                  </a:pPr>
                  <a:endParaRPr lang="en-US"/>
                </a:p>
              </p:txBody>
            </p:sp>
            <p:sp>
              <p:nvSpPr>
                <p:cNvPr id="79931" name="Oval 1083">
                  <a:extLst>
                    <a:ext uri="{FF2B5EF4-FFF2-40B4-BE49-F238E27FC236}">
                      <a16:creationId xmlns:a16="http://schemas.microsoft.com/office/drawing/2014/main" id="{82D38327-7E0B-46C4-9AB7-B5EB0304E6DA}"/>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a:defRPr/>
                  </a:pPr>
                  <a:endParaRPr lang="en-US"/>
                </a:p>
              </p:txBody>
            </p:sp>
            <p:sp>
              <p:nvSpPr>
                <p:cNvPr id="79932" name="Oval 1084">
                  <a:extLst>
                    <a:ext uri="{FF2B5EF4-FFF2-40B4-BE49-F238E27FC236}">
                      <a16:creationId xmlns:a16="http://schemas.microsoft.com/office/drawing/2014/main" id="{E917C11A-C07F-4954-9270-58116AE764ED}"/>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a:defRPr/>
                  </a:pPr>
                  <a:endParaRPr lang="en-US"/>
                </a:p>
              </p:txBody>
            </p:sp>
          </p:grpSp>
          <p:grpSp>
            <p:nvGrpSpPr>
              <p:cNvPr id="1076" name="Group 1085">
                <a:extLst>
                  <a:ext uri="{FF2B5EF4-FFF2-40B4-BE49-F238E27FC236}">
                    <a16:creationId xmlns:a16="http://schemas.microsoft.com/office/drawing/2014/main" id="{9BDF79A5-3576-4C19-9B44-F727A775E337}"/>
                  </a:ext>
                </a:extLst>
              </p:cNvPr>
              <p:cNvGrpSpPr>
                <a:grpSpLocks/>
              </p:cNvGrpSpPr>
              <p:nvPr userDrawn="1"/>
            </p:nvGrpSpPr>
            <p:grpSpPr bwMode="auto">
              <a:xfrm>
                <a:off x="5381" y="3085"/>
                <a:ext cx="227" cy="132"/>
                <a:chOff x="5381" y="3085"/>
                <a:chExt cx="227" cy="132"/>
              </a:xfrm>
            </p:grpSpPr>
            <p:sp>
              <p:nvSpPr>
                <p:cNvPr id="79934" name="Oval 1086">
                  <a:extLst>
                    <a:ext uri="{FF2B5EF4-FFF2-40B4-BE49-F238E27FC236}">
                      <a16:creationId xmlns:a16="http://schemas.microsoft.com/office/drawing/2014/main" id="{E24C645D-7087-41AA-A74A-484034601527}"/>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en-US"/>
                </a:p>
              </p:txBody>
            </p:sp>
            <p:sp>
              <p:nvSpPr>
                <p:cNvPr id="79935" name="Oval 1087">
                  <a:extLst>
                    <a:ext uri="{FF2B5EF4-FFF2-40B4-BE49-F238E27FC236}">
                      <a16:creationId xmlns:a16="http://schemas.microsoft.com/office/drawing/2014/main" id="{1405DED6-C056-4459-A7F2-E8721D6F0D22}"/>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en-US"/>
                </a:p>
              </p:txBody>
            </p:sp>
            <p:sp>
              <p:nvSpPr>
                <p:cNvPr id="79936" name="Oval 1088">
                  <a:extLst>
                    <a:ext uri="{FF2B5EF4-FFF2-40B4-BE49-F238E27FC236}">
                      <a16:creationId xmlns:a16="http://schemas.microsoft.com/office/drawing/2014/main" id="{B27281A9-AFA2-419D-B3D6-A290A07AA0FA}"/>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lstStyle/>
                <a:p>
                  <a:pPr>
                    <a:defRPr/>
                  </a:pPr>
                  <a:endParaRPr lang="en-US"/>
                </a:p>
              </p:txBody>
            </p:sp>
            <p:sp>
              <p:nvSpPr>
                <p:cNvPr id="79937" name="Oval 1089">
                  <a:extLst>
                    <a:ext uri="{FF2B5EF4-FFF2-40B4-BE49-F238E27FC236}">
                      <a16:creationId xmlns:a16="http://schemas.microsoft.com/office/drawing/2014/main" id="{94795B12-AAAD-4F39-845C-66A72A5B72E2}"/>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lstStyle/>
                <a:p>
                  <a:pPr>
                    <a:defRPr/>
                  </a:pPr>
                  <a:endParaRPr lang="en-US"/>
                </a:p>
              </p:txBody>
            </p:sp>
          </p:grpSp>
        </p:grpSp>
      </p:grpSp>
      <p:sp>
        <p:nvSpPr>
          <p:cNvPr id="79938" name="Rectangle 1090">
            <a:extLst>
              <a:ext uri="{FF2B5EF4-FFF2-40B4-BE49-F238E27FC236}">
                <a16:creationId xmlns:a16="http://schemas.microsoft.com/office/drawing/2014/main" id="{FC72DD5D-804F-4CBE-A599-0354F1F3A608}"/>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9939" name="Rectangle 1091">
            <a:extLst>
              <a:ext uri="{FF2B5EF4-FFF2-40B4-BE49-F238E27FC236}">
                <a16:creationId xmlns:a16="http://schemas.microsoft.com/office/drawing/2014/main" id="{9A846D26-AA1C-474F-A611-D8203365692C}"/>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smtClean="0">
                <a:effectLst>
                  <a:outerShdw blurRad="38100" dist="38100" dir="2700000" algn="tl">
                    <a:srgbClr val="000000"/>
                  </a:outerShdw>
                </a:effectLst>
              </a:defRPr>
            </a:lvl1pPr>
          </a:lstStyle>
          <a:p>
            <a:pPr>
              <a:defRPr/>
            </a:pPr>
            <a:endParaRPr lang="en-US"/>
          </a:p>
        </p:txBody>
      </p:sp>
      <p:sp>
        <p:nvSpPr>
          <p:cNvPr id="79940" name="Rectangle 1092">
            <a:extLst>
              <a:ext uri="{FF2B5EF4-FFF2-40B4-BE49-F238E27FC236}">
                <a16:creationId xmlns:a16="http://schemas.microsoft.com/office/drawing/2014/main" id="{FC9DB01C-F48B-4415-BD1D-2C2B641C4A08}"/>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smtClean="0">
                <a:effectLst>
                  <a:outerShdw blurRad="38100" dist="38100" dir="2700000" algn="tl">
                    <a:srgbClr val="000000"/>
                  </a:outerShdw>
                </a:effectLst>
              </a:defRPr>
            </a:lvl1pPr>
          </a:lstStyle>
          <a:p>
            <a:pPr>
              <a:defRPr/>
            </a:pPr>
            <a:endParaRPr lang="en-US"/>
          </a:p>
        </p:txBody>
      </p:sp>
      <p:sp>
        <p:nvSpPr>
          <p:cNvPr id="79941" name="Rectangle 1093">
            <a:extLst>
              <a:ext uri="{FF2B5EF4-FFF2-40B4-BE49-F238E27FC236}">
                <a16:creationId xmlns:a16="http://schemas.microsoft.com/office/drawing/2014/main" id="{68E6F63B-629D-427D-963B-F60246EEF289}"/>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3739495E-D0DE-461E-8DF6-C85BA49A01DA}" type="slidenum">
              <a:rPr lang="en-US" altLang="en-US"/>
              <a:pPr/>
              <a:t>‹#›</a:t>
            </a:fld>
            <a:endParaRPr lang="en-US" altLang="en-US"/>
          </a:p>
        </p:txBody>
      </p:sp>
      <p:sp>
        <p:nvSpPr>
          <p:cNvPr id="79942" name="Rectangle 1094">
            <a:extLst>
              <a:ext uri="{FF2B5EF4-FFF2-40B4-BE49-F238E27FC236}">
                <a16:creationId xmlns:a16="http://schemas.microsoft.com/office/drawing/2014/main" id="{CA74E561-62EC-408F-92D8-FAAFCD4FC90B}"/>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a:extLst>
              <a:ext uri="{FF2B5EF4-FFF2-40B4-BE49-F238E27FC236}">
                <a16:creationId xmlns:a16="http://schemas.microsoft.com/office/drawing/2014/main" id="{3038947B-75BD-4CEF-9336-4377721CB89F}"/>
              </a:ext>
            </a:extLst>
          </p:cNvPr>
          <p:cNvSpPr>
            <a:spLocks noGrp="1" noChangeArrowheads="1"/>
          </p:cNvSpPr>
          <p:nvPr>
            <p:ph type="ctrTitle"/>
          </p:nvPr>
        </p:nvSpPr>
        <p:spPr>
          <a:xfrm>
            <a:off x="838200" y="457200"/>
            <a:ext cx="7848600" cy="2765425"/>
          </a:xfrm>
        </p:spPr>
        <p:txBody>
          <a:bodyPr/>
          <a:lstStyle/>
          <a:p>
            <a:pPr eaLnBrk="1" hangingPunct="1">
              <a:defRPr/>
            </a:pPr>
            <a:r>
              <a:rPr lang="en-US"/>
              <a:t>Cryptography and Network Security</a:t>
            </a:r>
            <a:br>
              <a:rPr lang="en-US"/>
            </a:br>
            <a:r>
              <a:rPr lang="en-US"/>
              <a:t>Chapter 10</a:t>
            </a:r>
            <a:endParaRPr lang="en-AU"/>
          </a:p>
        </p:txBody>
      </p:sp>
      <p:sp>
        <p:nvSpPr>
          <p:cNvPr id="7" name="Rectangle 2">
            <a:extLst>
              <a:ext uri="{FF2B5EF4-FFF2-40B4-BE49-F238E27FC236}">
                <a16:creationId xmlns:a16="http://schemas.microsoft.com/office/drawing/2014/main" id="{3D95F0A5-8CF2-48DC-B0E3-BF4B6019B169}"/>
              </a:ext>
            </a:extLst>
          </p:cNvPr>
          <p:cNvSpPr txBox="1">
            <a:spLocks noChangeArrowheads="1"/>
          </p:cNvSpPr>
          <p:nvPr/>
        </p:nvSpPr>
        <p:spPr bwMode="black">
          <a:xfrm>
            <a:off x="285750" y="4071938"/>
            <a:ext cx="8229600" cy="1139825"/>
          </a:xfrm>
          <a:prstGeom prst="rect">
            <a:avLst/>
          </a:prstGeom>
          <a:noFill/>
          <a:ln w="9525">
            <a:noFill/>
            <a:miter lim="800000"/>
            <a:headEnd/>
            <a:tailEnd/>
          </a:ln>
          <a:effectLst/>
        </p:spPr>
        <p:txBody>
          <a:bodyPr anchor="b" anchorCtr="1"/>
          <a:lstStyle/>
          <a:p>
            <a:pPr algn="ctr">
              <a:defRPr/>
            </a:pPr>
            <a:r>
              <a:rPr lang="en-AU" sz="4000" b="1" kern="0" dirty="0">
                <a:solidFill>
                  <a:schemeClr val="tx2"/>
                </a:solidFill>
                <a:effectLst>
                  <a:outerShdw blurRad="38100" dist="38100" dir="2700000" algn="tl">
                    <a:srgbClr val="000000"/>
                  </a:outerShdw>
                </a:effectLst>
                <a:latin typeface="+mj-lt"/>
                <a:ea typeface="+mj-ea"/>
                <a:cs typeface="+mj-cs"/>
              </a:rPr>
              <a:t>Key Management</a:t>
            </a:r>
          </a:p>
          <a:p>
            <a:pPr algn="ctr">
              <a:defRPr/>
            </a:pPr>
            <a:r>
              <a:rPr lang="en-AU" sz="4000" b="1" kern="0" dirty="0">
                <a:solidFill>
                  <a:schemeClr val="tx2"/>
                </a:solidFill>
                <a:effectLst>
                  <a:outerShdw blurRad="38100" dist="38100" dir="2700000" algn="tl">
                    <a:srgbClr val="000000"/>
                  </a:outerShdw>
                </a:effectLst>
                <a:latin typeface="+mj-lt"/>
                <a:ea typeface="+mj-ea"/>
                <a:cs typeface="+mj-cs"/>
              </a:rPr>
              <a:t>Other Public Key Cryptosystems</a:t>
            </a:r>
          </a:p>
        </p:txBody>
      </p:sp>
      <p:sp>
        <p:nvSpPr>
          <p:cNvPr id="8" name="Slide Number Placeholder 7">
            <a:extLst>
              <a:ext uri="{FF2B5EF4-FFF2-40B4-BE49-F238E27FC236}">
                <a16:creationId xmlns:a16="http://schemas.microsoft.com/office/drawing/2014/main" id="{62FBC672-2329-4D1A-A714-87F3C13BF70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6574C-A186-46C9-B263-020251F04FF1}" type="slidenum">
              <a:rPr lang="en-US" altLang="en-US"/>
              <a:pPr eaLnBrk="1" hangingPunct="1"/>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06811EC-16CB-4088-8656-42F757C953EC}"/>
              </a:ext>
            </a:extLst>
          </p:cNvPr>
          <p:cNvSpPr>
            <a:spLocks noGrp="1" noChangeArrowheads="1"/>
          </p:cNvSpPr>
          <p:nvPr>
            <p:ph type="title"/>
          </p:nvPr>
        </p:nvSpPr>
        <p:spPr/>
        <p:txBody>
          <a:bodyPr/>
          <a:lstStyle/>
          <a:p>
            <a:pPr eaLnBrk="1" hangingPunct="1">
              <a:defRPr/>
            </a:pPr>
            <a:r>
              <a:rPr lang="en-AU"/>
              <a:t>Key Management</a:t>
            </a:r>
          </a:p>
        </p:txBody>
      </p:sp>
      <p:sp>
        <p:nvSpPr>
          <p:cNvPr id="46083" name="Rectangle 3">
            <a:extLst>
              <a:ext uri="{FF2B5EF4-FFF2-40B4-BE49-F238E27FC236}">
                <a16:creationId xmlns:a16="http://schemas.microsoft.com/office/drawing/2014/main" id="{B793CC9D-0461-432E-AD6C-DC78501FA761}"/>
              </a:ext>
            </a:extLst>
          </p:cNvPr>
          <p:cNvSpPr>
            <a:spLocks noGrp="1" noChangeArrowheads="1"/>
          </p:cNvSpPr>
          <p:nvPr>
            <p:ph type="body" idx="1"/>
          </p:nvPr>
        </p:nvSpPr>
        <p:spPr/>
        <p:txBody>
          <a:bodyPr/>
          <a:lstStyle/>
          <a:p>
            <a:pPr eaLnBrk="1" hangingPunct="1">
              <a:defRPr/>
            </a:pPr>
            <a:r>
              <a:rPr lang="en-US" dirty="0"/>
              <a:t>public-key encryption helps address </a:t>
            </a:r>
            <a:r>
              <a:rPr lang="en-AU" dirty="0"/>
              <a:t>key distribution problems</a:t>
            </a:r>
          </a:p>
          <a:p>
            <a:pPr eaLnBrk="1" hangingPunct="1">
              <a:defRPr/>
            </a:pPr>
            <a:r>
              <a:rPr lang="en-AU" dirty="0"/>
              <a:t>have two aspects of this:</a:t>
            </a:r>
          </a:p>
          <a:p>
            <a:pPr lvl="1" eaLnBrk="1" hangingPunct="1">
              <a:defRPr/>
            </a:pPr>
            <a:r>
              <a:rPr lang="en-US" dirty="0"/>
              <a:t>distribution of public keys</a:t>
            </a:r>
          </a:p>
          <a:p>
            <a:pPr lvl="1" eaLnBrk="1" hangingPunct="1">
              <a:defRPr/>
            </a:pPr>
            <a:r>
              <a:rPr lang="en-US" dirty="0"/>
              <a:t>use of public-key encryption to </a:t>
            </a:r>
            <a:r>
              <a:rPr lang="en-AU" dirty="0"/>
              <a:t>distribute secret keys</a:t>
            </a:r>
          </a:p>
        </p:txBody>
      </p:sp>
      <p:sp>
        <p:nvSpPr>
          <p:cNvPr id="6" name="Slide Number Placeholder 5">
            <a:extLst>
              <a:ext uri="{FF2B5EF4-FFF2-40B4-BE49-F238E27FC236}">
                <a16:creationId xmlns:a16="http://schemas.microsoft.com/office/drawing/2014/main" id="{ACDCD01B-5E6D-424A-9C9C-51142775A8A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4BDEC1-AB8A-4E7C-A9B4-00A4F124C3C2}" type="slidenum">
              <a:rPr lang="en-US" altLang="en-US"/>
              <a:pPr eaLnBrk="1" hangingPunct="1"/>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90FD007-064F-4A34-AD75-B4E587951F67}"/>
              </a:ext>
            </a:extLst>
          </p:cNvPr>
          <p:cNvSpPr>
            <a:spLocks noGrp="1" noChangeArrowheads="1"/>
          </p:cNvSpPr>
          <p:nvPr>
            <p:ph type="title"/>
          </p:nvPr>
        </p:nvSpPr>
        <p:spPr/>
        <p:txBody>
          <a:bodyPr/>
          <a:lstStyle/>
          <a:p>
            <a:pPr eaLnBrk="1" hangingPunct="1">
              <a:defRPr/>
            </a:pPr>
            <a:r>
              <a:rPr lang="en-US"/>
              <a:t>Distribution of Public Keys</a:t>
            </a:r>
            <a:endParaRPr lang="en-AU"/>
          </a:p>
        </p:txBody>
      </p:sp>
      <p:sp>
        <p:nvSpPr>
          <p:cNvPr id="47107" name="Rectangle 3">
            <a:extLst>
              <a:ext uri="{FF2B5EF4-FFF2-40B4-BE49-F238E27FC236}">
                <a16:creationId xmlns:a16="http://schemas.microsoft.com/office/drawing/2014/main" id="{CC15E294-56E1-45FA-BCF3-2B36940ED9CE}"/>
              </a:ext>
            </a:extLst>
          </p:cNvPr>
          <p:cNvSpPr>
            <a:spLocks noGrp="1" noChangeArrowheads="1"/>
          </p:cNvSpPr>
          <p:nvPr>
            <p:ph type="body" idx="1"/>
          </p:nvPr>
        </p:nvSpPr>
        <p:spPr/>
        <p:txBody>
          <a:bodyPr/>
          <a:lstStyle/>
          <a:p>
            <a:pPr eaLnBrk="1" hangingPunct="1">
              <a:defRPr/>
            </a:pPr>
            <a:r>
              <a:rPr lang="en-US"/>
              <a:t>can be considered as using one of:</a:t>
            </a:r>
          </a:p>
          <a:p>
            <a:pPr lvl="1" eaLnBrk="1" hangingPunct="1">
              <a:defRPr/>
            </a:pPr>
            <a:r>
              <a:rPr lang="en-AU"/>
              <a:t>public announcement</a:t>
            </a:r>
          </a:p>
          <a:p>
            <a:pPr lvl="1" eaLnBrk="1" hangingPunct="1">
              <a:defRPr/>
            </a:pPr>
            <a:r>
              <a:rPr lang="en-AU"/>
              <a:t>publicly available directory</a:t>
            </a:r>
          </a:p>
          <a:p>
            <a:pPr lvl="1" eaLnBrk="1" hangingPunct="1">
              <a:defRPr/>
            </a:pPr>
            <a:r>
              <a:rPr lang="en-AU"/>
              <a:t>public-key authority</a:t>
            </a:r>
          </a:p>
          <a:p>
            <a:pPr lvl="1" eaLnBrk="1" hangingPunct="1">
              <a:defRPr/>
            </a:pPr>
            <a:r>
              <a:rPr lang="en-AU"/>
              <a:t>public-key certificates</a:t>
            </a:r>
          </a:p>
          <a:p>
            <a:pPr eaLnBrk="1" hangingPunct="1">
              <a:buFont typeface="Wingdings" panose="05000000000000000000" pitchFamily="2" charset="2"/>
              <a:buNone/>
              <a:defRPr/>
            </a:pPr>
            <a:endParaRPr lang="en-AU"/>
          </a:p>
        </p:txBody>
      </p:sp>
      <p:sp>
        <p:nvSpPr>
          <p:cNvPr id="6" name="Slide Number Placeholder 5">
            <a:extLst>
              <a:ext uri="{FF2B5EF4-FFF2-40B4-BE49-F238E27FC236}">
                <a16:creationId xmlns:a16="http://schemas.microsoft.com/office/drawing/2014/main" id="{BEB344C4-DA78-4B90-943A-954B6F6184F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C4D162-D44C-48C7-9964-D6A9D4CA76E8}" type="slidenum">
              <a:rPr lang="en-US" altLang="en-US"/>
              <a:pPr eaLnBrk="1" hangingPunct="1"/>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4CEF0D9-1131-4299-8510-79721FBBECAE}"/>
              </a:ext>
            </a:extLst>
          </p:cNvPr>
          <p:cNvSpPr>
            <a:spLocks noGrp="1" noChangeArrowheads="1"/>
          </p:cNvSpPr>
          <p:nvPr>
            <p:ph type="title"/>
          </p:nvPr>
        </p:nvSpPr>
        <p:spPr/>
        <p:txBody>
          <a:bodyPr/>
          <a:lstStyle/>
          <a:p>
            <a:pPr eaLnBrk="1" hangingPunct="1">
              <a:defRPr/>
            </a:pPr>
            <a:r>
              <a:rPr lang="en-AU"/>
              <a:t>Public Announcement</a:t>
            </a:r>
          </a:p>
        </p:txBody>
      </p:sp>
      <p:sp>
        <p:nvSpPr>
          <p:cNvPr id="48131" name="Rectangle 3">
            <a:extLst>
              <a:ext uri="{FF2B5EF4-FFF2-40B4-BE49-F238E27FC236}">
                <a16:creationId xmlns:a16="http://schemas.microsoft.com/office/drawing/2014/main" id="{89F7EB73-A141-4B57-BDFE-ABBE5CBE71CF}"/>
              </a:ext>
            </a:extLst>
          </p:cNvPr>
          <p:cNvSpPr>
            <a:spLocks noGrp="1" noChangeArrowheads="1"/>
          </p:cNvSpPr>
          <p:nvPr>
            <p:ph type="body" idx="1"/>
          </p:nvPr>
        </p:nvSpPr>
        <p:spPr/>
        <p:txBody>
          <a:bodyPr/>
          <a:lstStyle/>
          <a:p>
            <a:pPr eaLnBrk="1" hangingPunct="1">
              <a:lnSpc>
                <a:spcPct val="90000"/>
              </a:lnSpc>
              <a:defRPr/>
            </a:pPr>
            <a:r>
              <a:rPr lang="en-US"/>
              <a:t>users distribute public keys to recipients or broadcast to community at large</a:t>
            </a:r>
          </a:p>
          <a:p>
            <a:pPr lvl="1" eaLnBrk="1" hangingPunct="1">
              <a:lnSpc>
                <a:spcPct val="90000"/>
              </a:lnSpc>
              <a:defRPr/>
            </a:pPr>
            <a:r>
              <a:rPr lang="en-US"/>
              <a:t>eg. append PGP keys to email messages or post to news groups or email list</a:t>
            </a:r>
          </a:p>
          <a:p>
            <a:pPr eaLnBrk="1" hangingPunct="1">
              <a:lnSpc>
                <a:spcPct val="90000"/>
              </a:lnSpc>
              <a:defRPr/>
            </a:pPr>
            <a:r>
              <a:rPr lang="en-US"/>
              <a:t>major weakness is forgery</a:t>
            </a:r>
          </a:p>
          <a:p>
            <a:pPr lvl="1" eaLnBrk="1" hangingPunct="1">
              <a:lnSpc>
                <a:spcPct val="90000"/>
              </a:lnSpc>
              <a:defRPr/>
            </a:pPr>
            <a:r>
              <a:rPr lang="en-US"/>
              <a:t>anyone can create a key claiming to be someone else and broadcast it</a:t>
            </a:r>
          </a:p>
          <a:p>
            <a:pPr lvl="1" eaLnBrk="1" hangingPunct="1">
              <a:lnSpc>
                <a:spcPct val="90000"/>
              </a:lnSpc>
              <a:defRPr/>
            </a:pPr>
            <a:r>
              <a:rPr lang="en-US"/>
              <a:t>until forgery is discovered can masquerade as claimed user</a:t>
            </a:r>
            <a:endParaRPr lang="en-AU"/>
          </a:p>
        </p:txBody>
      </p:sp>
      <p:sp>
        <p:nvSpPr>
          <p:cNvPr id="6" name="Slide Number Placeholder 5">
            <a:extLst>
              <a:ext uri="{FF2B5EF4-FFF2-40B4-BE49-F238E27FC236}">
                <a16:creationId xmlns:a16="http://schemas.microsoft.com/office/drawing/2014/main" id="{208CA102-821F-4BF2-A5B7-C5E7A55BC81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094A74-F339-480A-B9B2-B7AAC5C7679D}" type="slidenum">
              <a:rPr lang="en-US" altLang="en-US"/>
              <a:pPr eaLnBrk="1" hangingPunct="1"/>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198A762-C2DC-4B4F-BB95-B0142CFA1806}"/>
              </a:ext>
            </a:extLst>
          </p:cNvPr>
          <p:cNvSpPr>
            <a:spLocks noGrp="1" noChangeArrowheads="1"/>
          </p:cNvSpPr>
          <p:nvPr>
            <p:ph type="title"/>
          </p:nvPr>
        </p:nvSpPr>
        <p:spPr/>
        <p:txBody>
          <a:bodyPr/>
          <a:lstStyle/>
          <a:p>
            <a:pPr eaLnBrk="1" hangingPunct="1">
              <a:defRPr/>
            </a:pPr>
            <a:r>
              <a:rPr lang="en-AU"/>
              <a:t>Publicly Available Directory</a:t>
            </a:r>
          </a:p>
        </p:txBody>
      </p:sp>
      <p:sp>
        <p:nvSpPr>
          <p:cNvPr id="49155" name="Rectangle 3">
            <a:extLst>
              <a:ext uri="{FF2B5EF4-FFF2-40B4-BE49-F238E27FC236}">
                <a16:creationId xmlns:a16="http://schemas.microsoft.com/office/drawing/2014/main" id="{473941AD-9805-4E41-AB41-812F3AFA6246}"/>
              </a:ext>
            </a:extLst>
          </p:cNvPr>
          <p:cNvSpPr>
            <a:spLocks noGrp="1" noChangeArrowheads="1"/>
          </p:cNvSpPr>
          <p:nvPr>
            <p:ph type="body" idx="1"/>
          </p:nvPr>
        </p:nvSpPr>
        <p:spPr/>
        <p:txBody>
          <a:bodyPr/>
          <a:lstStyle/>
          <a:p>
            <a:pPr eaLnBrk="1" hangingPunct="1">
              <a:lnSpc>
                <a:spcPct val="90000"/>
              </a:lnSpc>
              <a:defRPr/>
            </a:pPr>
            <a:r>
              <a:rPr lang="en-US"/>
              <a:t>can obtain greater security by registering keys with a public directory</a:t>
            </a:r>
          </a:p>
          <a:p>
            <a:pPr eaLnBrk="1" hangingPunct="1">
              <a:lnSpc>
                <a:spcPct val="90000"/>
              </a:lnSpc>
              <a:defRPr/>
            </a:pPr>
            <a:r>
              <a:rPr lang="en-US"/>
              <a:t>directory must be trusted with properties:</a:t>
            </a:r>
          </a:p>
          <a:p>
            <a:pPr lvl="1" eaLnBrk="1" hangingPunct="1">
              <a:lnSpc>
                <a:spcPct val="90000"/>
              </a:lnSpc>
              <a:defRPr/>
            </a:pPr>
            <a:r>
              <a:rPr lang="en-US"/>
              <a:t>contains {name,public-key} entries</a:t>
            </a:r>
          </a:p>
          <a:p>
            <a:pPr lvl="1" eaLnBrk="1" hangingPunct="1">
              <a:lnSpc>
                <a:spcPct val="90000"/>
              </a:lnSpc>
              <a:defRPr/>
            </a:pPr>
            <a:r>
              <a:rPr lang="en-US"/>
              <a:t>participants register securely with directory</a:t>
            </a:r>
          </a:p>
          <a:p>
            <a:pPr lvl="1" eaLnBrk="1" hangingPunct="1">
              <a:lnSpc>
                <a:spcPct val="90000"/>
              </a:lnSpc>
              <a:defRPr/>
            </a:pPr>
            <a:r>
              <a:rPr lang="en-US"/>
              <a:t>participants can replace key at any time</a:t>
            </a:r>
          </a:p>
          <a:p>
            <a:pPr lvl="1" eaLnBrk="1" hangingPunct="1">
              <a:lnSpc>
                <a:spcPct val="90000"/>
              </a:lnSpc>
              <a:defRPr/>
            </a:pPr>
            <a:r>
              <a:rPr lang="en-US"/>
              <a:t>directory is periodically published</a:t>
            </a:r>
          </a:p>
          <a:p>
            <a:pPr lvl="1" eaLnBrk="1" hangingPunct="1">
              <a:lnSpc>
                <a:spcPct val="90000"/>
              </a:lnSpc>
              <a:defRPr/>
            </a:pPr>
            <a:r>
              <a:rPr lang="en-US"/>
              <a:t>directory can be accessed electronically</a:t>
            </a:r>
          </a:p>
          <a:p>
            <a:pPr eaLnBrk="1" hangingPunct="1">
              <a:lnSpc>
                <a:spcPct val="90000"/>
              </a:lnSpc>
              <a:defRPr/>
            </a:pPr>
            <a:r>
              <a:rPr lang="en-US"/>
              <a:t>still vulnerable to tampering or forgery</a:t>
            </a:r>
            <a:endParaRPr lang="en-AU"/>
          </a:p>
        </p:txBody>
      </p:sp>
      <p:sp>
        <p:nvSpPr>
          <p:cNvPr id="6" name="Slide Number Placeholder 5">
            <a:extLst>
              <a:ext uri="{FF2B5EF4-FFF2-40B4-BE49-F238E27FC236}">
                <a16:creationId xmlns:a16="http://schemas.microsoft.com/office/drawing/2014/main" id="{2A7921EB-9767-49B8-A662-B89D39D8ECF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0E37AB-E8AB-4F16-B12E-996AF0AACEBE}" type="slidenum">
              <a:rPr lang="en-US" altLang="en-US"/>
              <a:pPr eaLnBrk="1" hangingPunct="1"/>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1883B00-3153-4B19-8A9C-8A12ABE2E540}"/>
              </a:ext>
            </a:extLst>
          </p:cNvPr>
          <p:cNvSpPr>
            <a:spLocks noGrp="1" noChangeArrowheads="1"/>
          </p:cNvSpPr>
          <p:nvPr>
            <p:ph type="title"/>
          </p:nvPr>
        </p:nvSpPr>
        <p:spPr/>
        <p:txBody>
          <a:bodyPr/>
          <a:lstStyle/>
          <a:p>
            <a:pPr eaLnBrk="1" hangingPunct="1">
              <a:defRPr/>
            </a:pPr>
            <a:r>
              <a:rPr lang="en-AU"/>
              <a:t>Public-Key Authority</a:t>
            </a:r>
          </a:p>
        </p:txBody>
      </p:sp>
      <p:sp>
        <p:nvSpPr>
          <p:cNvPr id="50179" name="Rectangle 3">
            <a:extLst>
              <a:ext uri="{FF2B5EF4-FFF2-40B4-BE49-F238E27FC236}">
                <a16:creationId xmlns:a16="http://schemas.microsoft.com/office/drawing/2014/main" id="{BA4B6327-69B0-4E3A-AC0F-3BD0458AA5E4}"/>
              </a:ext>
            </a:extLst>
          </p:cNvPr>
          <p:cNvSpPr>
            <a:spLocks noGrp="1" noChangeArrowheads="1"/>
          </p:cNvSpPr>
          <p:nvPr>
            <p:ph type="body" idx="1"/>
          </p:nvPr>
        </p:nvSpPr>
        <p:spPr/>
        <p:txBody>
          <a:bodyPr/>
          <a:lstStyle/>
          <a:p>
            <a:pPr eaLnBrk="1" hangingPunct="1">
              <a:lnSpc>
                <a:spcPct val="90000"/>
              </a:lnSpc>
              <a:defRPr/>
            </a:pPr>
            <a:r>
              <a:rPr lang="en-US"/>
              <a:t>improve security by tightening control over distribution of keys from directory</a:t>
            </a:r>
          </a:p>
          <a:p>
            <a:pPr eaLnBrk="1" hangingPunct="1">
              <a:lnSpc>
                <a:spcPct val="90000"/>
              </a:lnSpc>
              <a:defRPr/>
            </a:pPr>
            <a:r>
              <a:rPr lang="en-US"/>
              <a:t>has properties of directory</a:t>
            </a:r>
          </a:p>
          <a:p>
            <a:pPr eaLnBrk="1" hangingPunct="1">
              <a:lnSpc>
                <a:spcPct val="90000"/>
              </a:lnSpc>
              <a:defRPr/>
            </a:pPr>
            <a:r>
              <a:rPr lang="en-US"/>
              <a:t>and requires users to know public key for the directory</a:t>
            </a:r>
          </a:p>
          <a:p>
            <a:pPr eaLnBrk="1" hangingPunct="1">
              <a:lnSpc>
                <a:spcPct val="90000"/>
              </a:lnSpc>
              <a:defRPr/>
            </a:pPr>
            <a:r>
              <a:rPr lang="en-US"/>
              <a:t>then users interact with directory to obtain any desired public key securely</a:t>
            </a:r>
          </a:p>
          <a:p>
            <a:pPr lvl="1" eaLnBrk="1" hangingPunct="1">
              <a:lnSpc>
                <a:spcPct val="90000"/>
              </a:lnSpc>
              <a:defRPr/>
            </a:pPr>
            <a:r>
              <a:rPr lang="en-US"/>
              <a:t>does require real-time access to directory when keys are needed</a:t>
            </a:r>
            <a:endParaRPr lang="en-AU"/>
          </a:p>
        </p:txBody>
      </p:sp>
      <p:sp>
        <p:nvSpPr>
          <p:cNvPr id="6" name="Slide Number Placeholder 5">
            <a:extLst>
              <a:ext uri="{FF2B5EF4-FFF2-40B4-BE49-F238E27FC236}">
                <a16:creationId xmlns:a16="http://schemas.microsoft.com/office/drawing/2014/main" id="{B5C2C538-9123-4F2F-9372-234F37E3CF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416B9-4CDE-4364-8AC4-842CEFC084C3}" type="slidenum">
              <a:rPr lang="en-US" altLang="en-US"/>
              <a:pPr eaLnBrk="1" hangingPunct="1"/>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39B4D6E-9635-4A56-83CB-13FED83CA704}"/>
              </a:ext>
            </a:extLst>
          </p:cNvPr>
          <p:cNvSpPr>
            <a:spLocks noGrp="1" noChangeArrowheads="1"/>
          </p:cNvSpPr>
          <p:nvPr>
            <p:ph type="title"/>
          </p:nvPr>
        </p:nvSpPr>
        <p:spPr/>
        <p:txBody>
          <a:bodyPr/>
          <a:lstStyle/>
          <a:p>
            <a:pPr eaLnBrk="1" hangingPunct="1">
              <a:defRPr/>
            </a:pPr>
            <a:r>
              <a:rPr lang="en-AU"/>
              <a:t>Public-Key Authority</a:t>
            </a:r>
          </a:p>
        </p:txBody>
      </p:sp>
      <p:pic>
        <p:nvPicPr>
          <p:cNvPr id="9219" name="Picture 4" descr="Key_Distribution3.pdf                                          00156198  Mnementh                      BEAE7A2F:">
            <a:extLst>
              <a:ext uri="{FF2B5EF4-FFF2-40B4-BE49-F238E27FC236}">
                <a16:creationId xmlns:a16="http://schemas.microsoft.com/office/drawing/2014/main" id="{4521F8FF-06E8-4B39-9A03-2047A48B9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33" b="18529"/>
          <a:stretch>
            <a:fillRect/>
          </a:stretch>
        </p:blipFill>
        <p:spPr bwMode="auto">
          <a:xfrm>
            <a:off x="1295400" y="1981200"/>
            <a:ext cx="663575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62540ACC-8CDC-4054-AB44-47704E18184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E20D21-9D23-41A4-9C7B-00CD8A973D54}" type="slidenum">
              <a:rPr lang="en-US" altLang="en-US"/>
              <a:pPr eaLnBrk="1" hangingPunct="1"/>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FD978E7-2363-4DEE-8A46-A43D8EEB043A}"/>
              </a:ext>
            </a:extLst>
          </p:cNvPr>
          <p:cNvSpPr>
            <a:spLocks noGrp="1" noChangeArrowheads="1"/>
          </p:cNvSpPr>
          <p:nvPr>
            <p:ph type="title"/>
          </p:nvPr>
        </p:nvSpPr>
        <p:spPr/>
        <p:txBody>
          <a:bodyPr/>
          <a:lstStyle/>
          <a:p>
            <a:pPr eaLnBrk="1" hangingPunct="1">
              <a:defRPr/>
            </a:pPr>
            <a:r>
              <a:rPr lang="en-AU"/>
              <a:t>Public-Key Certificates</a:t>
            </a:r>
          </a:p>
        </p:txBody>
      </p:sp>
      <p:sp>
        <p:nvSpPr>
          <p:cNvPr id="53251" name="Rectangle 3">
            <a:extLst>
              <a:ext uri="{FF2B5EF4-FFF2-40B4-BE49-F238E27FC236}">
                <a16:creationId xmlns:a16="http://schemas.microsoft.com/office/drawing/2014/main" id="{90FC5F74-7344-4C80-9E3F-FFB2697BCF2B}"/>
              </a:ext>
            </a:extLst>
          </p:cNvPr>
          <p:cNvSpPr>
            <a:spLocks noGrp="1" noChangeArrowheads="1"/>
          </p:cNvSpPr>
          <p:nvPr>
            <p:ph type="body" idx="1"/>
          </p:nvPr>
        </p:nvSpPr>
        <p:spPr/>
        <p:txBody>
          <a:bodyPr/>
          <a:lstStyle/>
          <a:p>
            <a:pPr eaLnBrk="1" hangingPunct="1">
              <a:lnSpc>
                <a:spcPct val="90000"/>
              </a:lnSpc>
              <a:defRPr/>
            </a:pPr>
            <a:r>
              <a:rPr lang="en-US"/>
              <a:t>certificates allow key exchange without real-time access to </a:t>
            </a:r>
            <a:r>
              <a:rPr lang="en-AU"/>
              <a:t>public-key authority</a:t>
            </a:r>
          </a:p>
          <a:p>
            <a:pPr eaLnBrk="1" hangingPunct="1">
              <a:lnSpc>
                <a:spcPct val="90000"/>
              </a:lnSpc>
              <a:defRPr/>
            </a:pPr>
            <a:r>
              <a:rPr lang="en-US"/>
              <a:t>a certificate </a:t>
            </a:r>
            <a:r>
              <a:rPr lang="en-AU"/>
              <a:t>binds </a:t>
            </a:r>
            <a:r>
              <a:rPr lang="en-AU" b="1"/>
              <a:t>identity</a:t>
            </a:r>
            <a:r>
              <a:rPr lang="en-AU"/>
              <a:t> to </a:t>
            </a:r>
            <a:r>
              <a:rPr lang="en-AU" b="1"/>
              <a:t>public key</a:t>
            </a:r>
            <a:r>
              <a:rPr lang="en-AU"/>
              <a:t> </a:t>
            </a:r>
          </a:p>
          <a:p>
            <a:pPr lvl="1" eaLnBrk="1" hangingPunct="1">
              <a:lnSpc>
                <a:spcPct val="90000"/>
              </a:lnSpc>
              <a:defRPr/>
            </a:pPr>
            <a:r>
              <a:rPr lang="en-AU"/>
              <a:t>usually with other info such as period of validity, rights of use etc</a:t>
            </a:r>
          </a:p>
          <a:p>
            <a:pPr eaLnBrk="1" hangingPunct="1">
              <a:lnSpc>
                <a:spcPct val="90000"/>
              </a:lnSpc>
              <a:defRPr/>
            </a:pPr>
            <a:r>
              <a:rPr lang="en-AU"/>
              <a:t>with all contents </a:t>
            </a:r>
            <a:r>
              <a:rPr lang="en-AU" b="1"/>
              <a:t>signed</a:t>
            </a:r>
            <a:r>
              <a:rPr lang="en-AU"/>
              <a:t> by a trusted Public-Key or Certificate Authority (CA)</a:t>
            </a:r>
          </a:p>
          <a:p>
            <a:pPr eaLnBrk="1" hangingPunct="1">
              <a:lnSpc>
                <a:spcPct val="90000"/>
              </a:lnSpc>
              <a:defRPr/>
            </a:pPr>
            <a:r>
              <a:rPr lang="en-AU"/>
              <a:t>can be verified by anyone who knows the public-key authorities public-key </a:t>
            </a:r>
          </a:p>
        </p:txBody>
      </p:sp>
      <p:sp>
        <p:nvSpPr>
          <p:cNvPr id="6" name="Slide Number Placeholder 5">
            <a:extLst>
              <a:ext uri="{FF2B5EF4-FFF2-40B4-BE49-F238E27FC236}">
                <a16:creationId xmlns:a16="http://schemas.microsoft.com/office/drawing/2014/main" id="{CBBAB10A-1A30-45B8-BB53-3A8FFC08BD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7A795D-A940-4BAD-B41E-728D05DE2C85}" type="slidenum">
              <a:rPr lang="en-US" altLang="en-US"/>
              <a:pPr eaLnBrk="1" hangingPunct="1"/>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16DA771-0788-4656-831E-989B5EC46F4C}"/>
              </a:ext>
            </a:extLst>
          </p:cNvPr>
          <p:cNvSpPr>
            <a:spLocks noGrp="1" noChangeArrowheads="1"/>
          </p:cNvSpPr>
          <p:nvPr>
            <p:ph type="title"/>
          </p:nvPr>
        </p:nvSpPr>
        <p:spPr/>
        <p:txBody>
          <a:bodyPr/>
          <a:lstStyle/>
          <a:p>
            <a:pPr eaLnBrk="1" hangingPunct="1">
              <a:defRPr/>
            </a:pPr>
            <a:r>
              <a:rPr lang="en-AU"/>
              <a:t>Public-Key Certificates</a:t>
            </a:r>
          </a:p>
        </p:txBody>
      </p:sp>
      <p:pic>
        <p:nvPicPr>
          <p:cNvPr id="11267" name="Picture 4" descr="Key_Distribution4.pdf                                          00156198  Mnementh                      BEAE7A2F:">
            <a:extLst>
              <a:ext uri="{FF2B5EF4-FFF2-40B4-BE49-F238E27FC236}">
                <a16:creationId xmlns:a16="http://schemas.microsoft.com/office/drawing/2014/main" id="{058BB09F-A35B-4C6B-9601-3A563E1D7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33" b="18529"/>
          <a:stretch>
            <a:fillRect/>
          </a:stretch>
        </p:blipFill>
        <p:spPr bwMode="auto">
          <a:xfrm>
            <a:off x="1219200" y="1905000"/>
            <a:ext cx="663575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E66A042E-63C2-4A18-9BA5-4ABE351D110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19D41F-F3FB-43D3-AEBA-EC83BEDE8972}" type="slidenum">
              <a:rPr lang="en-US" altLang="en-US"/>
              <a:pPr eaLnBrk="1" hangingPunct="1"/>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B46F9C5-4D05-417F-8534-8307AC7472E3}"/>
              </a:ext>
            </a:extLst>
          </p:cNvPr>
          <p:cNvSpPr>
            <a:spLocks noGrp="1" noChangeArrowheads="1"/>
          </p:cNvSpPr>
          <p:nvPr>
            <p:ph type="title"/>
          </p:nvPr>
        </p:nvSpPr>
        <p:spPr/>
        <p:txBody>
          <a:bodyPr/>
          <a:lstStyle/>
          <a:p>
            <a:pPr eaLnBrk="1" hangingPunct="1">
              <a:defRPr/>
            </a:pPr>
            <a:r>
              <a:rPr lang="en-US" sz="4000"/>
              <a:t>Public-Key D</a:t>
            </a:r>
            <a:r>
              <a:rPr lang="en-AU" sz="4000"/>
              <a:t>istribution of Secret Keys</a:t>
            </a:r>
          </a:p>
        </p:txBody>
      </p:sp>
      <p:sp>
        <p:nvSpPr>
          <p:cNvPr id="56323" name="Rectangle 3">
            <a:extLst>
              <a:ext uri="{FF2B5EF4-FFF2-40B4-BE49-F238E27FC236}">
                <a16:creationId xmlns:a16="http://schemas.microsoft.com/office/drawing/2014/main" id="{83F8DF53-5BCF-4C8E-9D68-875A535FA914}"/>
              </a:ext>
            </a:extLst>
          </p:cNvPr>
          <p:cNvSpPr>
            <a:spLocks noGrp="1" noChangeArrowheads="1"/>
          </p:cNvSpPr>
          <p:nvPr>
            <p:ph type="body" idx="1"/>
          </p:nvPr>
        </p:nvSpPr>
        <p:spPr/>
        <p:txBody>
          <a:bodyPr/>
          <a:lstStyle/>
          <a:p>
            <a:pPr eaLnBrk="1" hangingPunct="1">
              <a:lnSpc>
                <a:spcPct val="90000"/>
              </a:lnSpc>
              <a:defRPr/>
            </a:pPr>
            <a:r>
              <a:rPr lang="en-US"/>
              <a:t>use previous methods to obtain public-key</a:t>
            </a:r>
          </a:p>
          <a:p>
            <a:pPr eaLnBrk="1" hangingPunct="1">
              <a:lnSpc>
                <a:spcPct val="90000"/>
              </a:lnSpc>
              <a:defRPr/>
            </a:pPr>
            <a:r>
              <a:rPr lang="en-US"/>
              <a:t>can use for secrecy or authentication</a:t>
            </a:r>
          </a:p>
          <a:p>
            <a:pPr eaLnBrk="1" hangingPunct="1">
              <a:lnSpc>
                <a:spcPct val="90000"/>
              </a:lnSpc>
              <a:defRPr/>
            </a:pPr>
            <a:r>
              <a:rPr lang="en-US"/>
              <a:t>but public-key algorithms are slow</a:t>
            </a:r>
          </a:p>
          <a:p>
            <a:pPr eaLnBrk="1" hangingPunct="1">
              <a:lnSpc>
                <a:spcPct val="90000"/>
              </a:lnSpc>
              <a:defRPr/>
            </a:pPr>
            <a:r>
              <a:rPr lang="en-US"/>
              <a:t>so usually want to use private-key encryption to protect message contents</a:t>
            </a:r>
          </a:p>
          <a:p>
            <a:pPr eaLnBrk="1" hangingPunct="1">
              <a:lnSpc>
                <a:spcPct val="90000"/>
              </a:lnSpc>
              <a:defRPr/>
            </a:pPr>
            <a:r>
              <a:rPr lang="en-US"/>
              <a:t>hence need a session key</a:t>
            </a:r>
          </a:p>
          <a:p>
            <a:pPr eaLnBrk="1" hangingPunct="1">
              <a:lnSpc>
                <a:spcPct val="90000"/>
              </a:lnSpc>
              <a:defRPr/>
            </a:pPr>
            <a:r>
              <a:rPr lang="en-US"/>
              <a:t>have several alternatives for negotiating a suitable session</a:t>
            </a:r>
            <a:endParaRPr lang="en-AU"/>
          </a:p>
        </p:txBody>
      </p:sp>
      <p:sp>
        <p:nvSpPr>
          <p:cNvPr id="6" name="Slide Number Placeholder 5">
            <a:extLst>
              <a:ext uri="{FF2B5EF4-FFF2-40B4-BE49-F238E27FC236}">
                <a16:creationId xmlns:a16="http://schemas.microsoft.com/office/drawing/2014/main" id="{C807E5CC-A2D4-4FE6-8D23-9BC10613BBB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F77C57-9C3E-4297-9A9E-B64C7CC571CC}" type="slidenum">
              <a:rPr lang="en-US" altLang="en-US"/>
              <a:pPr eaLnBrk="1" hangingPunct="1"/>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D5E898E-EB8B-414C-B01F-8100C714F2AF}"/>
              </a:ext>
            </a:extLst>
          </p:cNvPr>
          <p:cNvSpPr>
            <a:spLocks noGrp="1" noChangeArrowheads="1"/>
          </p:cNvSpPr>
          <p:nvPr>
            <p:ph type="title"/>
          </p:nvPr>
        </p:nvSpPr>
        <p:spPr/>
        <p:txBody>
          <a:bodyPr/>
          <a:lstStyle/>
          <a:p>
            <a:pPr eaLnBrk="1" hangingPunct="1">
              <a:defRPr/>
            </a:pPr>
            <a:r>
              <a:rPr lang="en-US"/>
              <a:t>Simple Secret Key Distribution</a:t>
            </a:r>
            <a:endParaRPr lang="en-AU"/>
          </a:p>
        </p:txBody>
      </p:sp>
      <p:sp>
        <p:nvSpPr>
          <p:cNvPr id="57347" name="Rectangle 3">
            <a:extLst>
              <a:ext uri="{FF2B5EF4-FFF2-40B4-BE49-F238E27FC236}">
                <a16:creationId xmlns:a16="http://schemas.microsoft.com/office/drawing/2014/main" id="{03E64AD4-4C02-49A0-A400-F918F4E5E7A5}"/>
              </a:ext>
            </a:extLst>
          </p:cNvPr>
          <p:cNvSpPr>
            <a:spLocks noGrp="1" noChangeArrowheads="1"/>
          </p:cNvSpPr>
          <p:nvPr>
            <p:ph type="body" idx="1"/>
          </p:nvPr>
        </p:nvSpPr>
        <p:spPr/>
        <p:txBody>
          <a:bodyPr/>
          <a:lstStyle/>
          <a:p>
            <a:pPr eaLnBrk="1" hangingPunct="1">
              <a:defRPr/>
            </a:pPr>
            <a:r>
              <a:rPr lang="en-US"/>
              <a:t>proposed by Merkle in 1979</a:t>
            </a:r>
          </a:p>
          <a:p>
            <a:pPr lvl="1" eaLnBrk="1" hangingPunct="1">
              <a:defRPr/>
            </a:pPr>
            <a:r>
              <a:rPr lang="en-US"/>
              <a:t>A generates a new temporary public key pair</a:t>
            </a:r>
          </a:p>
          <a:p>
            <a:pPr lvl="1" eaLnBrk="1" hangingPunct="1">
              <a:defRPr/>
            </a:pPr>
            <a:r>
              <a:rPr lang="en-US"/>
              <a:t>A sends B the public key and their identity</a:t>
            </a:r>
          </a:p>
          <a:p>
            <a:pPr lvl="1" eaLnBrk="1" hangingPunct="1">
              <a:defRPr/>
            </a:pPr>
            <a:r>
              <a:rPr lang="en-US"/>
              <a:t>B generates a session key K sends it to A encrypted using the supplied public key</a:t>
            </a:r>
          </a:p>
          <a:p>
            <a:pPr lvl="1" eaLnBrk="1" hangingPunct="1">
              <a:defRPr/>
            </a:pPr>
            <a:r>
              <a:rPr lang="en-US"/>
              <a:t>A decrypts the session key and both use</a:t>
            </a:r>
          </a:p>
          <a:p>
            <a:pPr eaLnBrk="1" hangingPunct="1">
              <a:defRPr/>
            </a:pPr>
            <a:r>
              <a:rPr lang="en-US"/>
              <a:t>problem is that an opponent can intercept and impersonate both halves of protocol</a:t>
            </a:r>
            <a:endParaRPr lang="en-AU"/>
          </a:p>
        </p:txBody>
      </p:sp>
      <p:sp>
        <p:nvSpPr>
          <p:cNvPr id="6" name="Slide Number Placeholder 5">
            <a:extLst>
              <a:ext uri="{FF2B5EF4-FFF2-40B4-BE49-F238E27FC236}">
                <a16:creationId xmlns:a16="http://schemas.microsoft.com/office/drawing/2014/main" id="{5FDD11B3-2638-49AF-95FE-3C97AD510AB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18209E-9966-4CB9-9F48-DBC0D8E2F227}" type="slidenum">
              <a:rPr lang="en-US" altLang="en-US"/>
              <a:pPr eaLnBrk="1" hangingPunct="1"/>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A8FED9F-0FF1-4EAD-81D9-85B220B1AD20}"/>
              </a:ext>
            </a:extLst>
          </p:cNvPr>
          <p:cNvSpPr>
            <a:spLocks noGrp="1" noChangeArrowheads="1"/>
          </p:cNvSpPr>
          <p:nvPr>
            <p:ph type="title"/>
          </p:nvPr>
        </p:nvSpPr>
        <p:spPr/>
        <p:txBody>
          <a:bodyPr/>
          <a:lstStyle/>
          <a:p>
            <a:pPr eaLnBrk="1" hangingPunct="1">
              <a:defRPr/>
            </a:pPr>
            <a:r>
              <a:rPr lang="en-US" sz="4000"/>
              <a:t>Public-Key Distribution of Secret Keys</a:t>
            </a:r>
            <a:endParaRPr lang="en-AU" sz="4000"/>
          </a:p>
        </p:txBody>
      </p:sp>
      <p:sp>
        <p:nvSpPr>
          <p:cNvPr id="58371" name="Rectangle 3">
            <a:extLst>
              <a:ext uri="{FF2B5EF4-FFF2-40B4-BE49-F238E27FC236}">
                <a16:creationId xmlns:a16="http://schemas.microsoft.com/office/drawing/2014/main" id="{923DD0A3-F2F5-4782-8D88-D936931F3DBC}"/>
              </a:ext>
            </a:extLst>
          </p:cNvPr>
          <p:cNvSpPr>
            <a:spLocks noGrp="1" noChangeArrowheads="1"/>
          </p:cNvSpPr>
          <p:nvPr>
            <p:ph type="body" idx="1"/>
          </p:nvPr>
        </p:nvSpPr>
        <p:spPr/>
        <p:txBody>
          <a:bodyPr/>
          <a:lstStyle/>
          <a:p>
            <a:pPr eaLnBrk="1" hangingPunct="1">
              <a:defRPr/>
            </a:pPr>
            <a:r>
              <a:rPr lang="en-US"/>
              <a:t>if have securely exchanged public-keys:</a:t>
            </a:r>
            <a:endParaRPr lang="en-AU"/>
          </a:p>
        </p:txBody>
      </p:sp>
      <p:pic>
        <p:nvPicPr>
          <p:cNvPr id="14340" name="Picture 5" descr="Key_Distribution6.pdf                                          00156198  Mnementh                      BEAE7A2F:">
            <a:extLst>
              <a:ext uri="{FF2B5EF4-FFF2-40B4-BE49-F238E27FC236}">
                <a16:creationId xmlns:a16="http://schemas.microsoft.com/office/drawing/2014/main" id="{F7DEE38B-83E4-4B22-8C72-B39FA82BB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265" b="27794"/>
          <a:stretch>
            <a:fillRect/>
          </a:stretch>
        </p:blipFill>
        <p:spPr bwMode="auto">
          <a:xfrm>
            <a:off x="1295400" y="2895600"/>
            <a:ext cx="6635750" cy="322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198D29AE-470B-4D06-A864-C24DE25DD1B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67E68E-CBBA-4D13-84D3-32EA9ECA1916}" type="slidenum">
              <a:rPr lang="en-US" altLang="en-US"/>
              <a:pPr eaLnBrk="1" hangingPunct="1"/>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97CFE221-99FE-40C5-BF1C-D58637B86E2F}"/>
              </a:ext>
            </a:extLst>
          </p:cNvPr>
          <p:cNvSpPr>
            <a:spLocks noGrp="1" noChangeArrowheads="1"/>
          </p:cNvSpPr>
          <p:nvPr>
            <p:ph type="title"/>
          </p:nvPr>
        </p:nvSpPr>
        <p:spPr/>
        <p:txBody>
          <a:bodyPr/>
          <a:lstStyle/>
          <a:p>
            <a:pPr eaLnBrk="1" hangingPunct="1">
              <a:defRPr/>
            </a:pPr>
            <a:r>
              <a:rPr lang="en-US"/>
              <a:t>Hybrid Key Distribution</a:t>
            </a:r>
            <a:endParaRPr lang="en-AU"/>
          </a:p>
        </p:txBody>
      </p:sp>
      <p:sp>
        <p:nvSpPr>
          <p:cNvPr id="92163" name="Rectangle 3">
            <a:extLst>
              <a:ext uri="{FF2B5EF4-FFF2-40B4-BE49-F238E27FC236}">
                <a16:creationId xmlns:a16="http://schemas.microsoft.com/office/drawing/2014/main" id="{1E34AD1E-5D75-46AB-9FC4-1A714FD31E06}"/>
              </a:ext>
            </a:extLst>
          </p:cNvPr>
          <p:cNvSpPr>
            <a:spLocks noGrp="1" noChangeArrowheads="1"/>
          </p:cNvSpPr>
          <p:nvPr>
            <p:ph type="body" idx="1"/>
          </p:nvPr>
        </p:nvSpPr>
        <p:spPr/>
        <p:txBody>
          <a:bodyPr/>
          <a:lstStyle/>
          <a:p>
            <a:pPr eaLnBrk="1" hangingPunct="1">
              <a:defRPr/>
            </a:pPr>
            <a:r>
              <a:rPr lang="en-AU"/>
              <a:t>retain use of private-key KDC</a:t>
            </a:r>
          </a:p>
          <a:p>
            <a:pPr eaLnBrk="1" hangingPunct="1">
              <a:defRPr/>
            </a:pPr>
            <a:r>
              <a:rPr lang="en-AU"/>
              <a:t>shares secret master key with each user</a:t>
            </a:r>
          </a:p>
          <a:p>
            <a:pPr eaLnBrk="1" hangingPunct="1">
              <a:defRPr/>
            </a:pPr>
            <a:r>
              <a:rPr lang="en-AU"/>
              <a:t>distributes session key using master key</a:t>
            </a:r>
          </a:p>
          <a:p>
            <a:pPr eaLnBrk="1" hangingPunct="1">
              <a:defRPr/>
            </a:pPr>
            <a:r>
              <a:rPr lang="en-AU"/>
              <a:t>public-key used to distribute master keys</a:t>
            </a:r>
          </a:p>
          <a:p>
            <a:pPr lvl="1" eaLnBrk="1" hangingPunct="1">
              <a:defRPr/>
            </a:pPr>
            <a:r>
              <a:rPr lang="en-AU"/>
              <a:t>especially useful with widely distributed users</a:t>
            </a:r>
          </a:p>
          <a:p>
            <a:pPr eaLnBrk="1" hangingPunct="1">
              <a:defRPr/>
            </a:pPr>
            <a:r>
              <a:rPr lang="en-AU"/>
              <a:t>rationale</a:t>
            </a:r>
          </a:p>
          <a:p>
            <a:pPr lvl="1" eaLnBrk="1" hangingPunct="1">
              <a:defRPr/>
            </a:pPr>
            <a:r>
              <a:rPr lang="en-AU"/>
              <a:t>performance</a:t>
            </a:r>
          </a:p>
          <a:p>
            <a:pPr lvl="1" eaLnBrk="1" hangingPunct="1">
              <a:defRPr/>
            </a:pPr>
            <a:r>
              <a:rPr lang="en-AU"/>
              <a:t>backward compatibility</a:t>
            </a:r>
          </a:p>
        </p:txBody>
      </p:sp>
      <p:sp>
        <p:nvSpPr>
          <p:cNvPr id="6" name="Slide Number Placeholder 5">
            <a:extLst>
              <a:ext uri="{FF2B5EF4-FFF2-40B4-BE49-F238E27FC236}">
                <a16:creationId xmlns:a16="http://schemas.microsoft.com/office/drawing/2014/main" id="{C0875E60-1A0B-413E-A799-2720C540DB5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A5423C-7AC9-49A4-8AA0-96664651B4D9}" type="slidenum">
              <a:rPr lang="en-US" altLang="en-US"/>
              <a:pPr eaLnBrk="1" hangingPunct="1"/>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F075DAF-20C4-4147-9A7C-32F6126890D1}"/>
              </a:ext>
            </a:extLst>
          </p:cNvPr>
          <p:cNvSpPr>
            <a:spLocks noGrp="1" noChangeArrowheads="1"/>
          </p:cNvSpPr>
          <p:nvPr>
            <p:ph type="title"/>
          </p:nvPr>
        </p:nvSpPr>
        <p:spPr/>
        <p:txBody>
          <a:bodyPr/>
          <a:lstStyle/>
          <a:p>
            <a:pPr eaLnBrk="1" hangingPunct="1">
              <a:defRPr/>
            </a:pPr>
            <a:r>
              <a:rPr lang="en-AU"/>
              <a:t>Diffie-Hellman Key Exchange</a:t>
            </a:r>
          </a:p>
        </p:txBody>
      </p:sp>
      <p:sp>
        <p:nvSpPr>
          <p:cNvPr id="60419" name="Rectangle 3">
            <a:extLst>
              <a:ext uri="{FF2B5EF4-FFF2-40B4-BE49-F238E27FC236}">
                <a16:creationId xmlns:a16="http://schemas.microsoft.com/office/drawing/2014/main" id="{D1511316-68A8-4658-90A7-00DE7A10B116}"/>
              </a:ext>
            </a:extLst>
          </p:cNvPr>
          <p:cNvSpPr>
            <a:spLocks noGrp="1" noChangeArrowheads="1"/>
          </p:cNvSpPr>
          <p:nvPr>
            <p:ph type="body" idx="1"/>
          </p:nvPr>
        </p:nvSpPr>
        <p:spPr/>
        <p:txBody>
          <a:bodyPr/>
          <a:lstStyle/>
          <a:p>
            <a:pPr eaLnBrk="1" hangingPunct="1">
              <a:defRPr/>
            </a:pPr>
            <a:r>
              <a:rPr lang="en-AU"/>
              <a:t>first public-key type scheme proposed </a:t>
            </a:r>
          </a:p>
          <a:p>
            <a:pPr eaLnBrk="1" hangingPunct="1">
              <a:defRPr/>
            </a:pPr>
            <a:r>
              <a:rPr lang="en-AU"/>
              <a:t>by Diffie &amp; Hellman in 1976 along with the exposition of public key concepts</a:t>
            </a:r>
          </a:p>
          <a:p>
            <a:pPr lvl="1" eaLnBrk="1" hangingPunct="1">
              <a:defRPr/>
            </a:pPr>
            <a:r>
              <a:rPr lang="en-AU"/>
              <a:t>note: now know that </a:t>
            </a:r>
            <a:r>
              <a:rPr lang="en-US">
                <a:latin typeface="Times-Roman" charset="0"/>
              </a:rPr>
              <a:t>Williamson</a:t>
            </a:r>
            <a:r>
              <a:rPr lang="en-AU"/>
              <a:t> (UK CESG) secretly proposed the concept in 1970 </a:t>
            </a:r>
          </a:p>
          <a:p>
            <a:pPr eaLnBrk="1" hangingPunct="1">
              <a:defRPr/>
            </a:pPr>
            <a:r>
              <a:rPr lang="en-AU"/>
              <a:t>is a practical method for public exchange of a secret key</a:t>
            </a:r>
          </a:p>
          <a:p>
            <a:pPr eaLnBrk="1" hangingPunct="1">
              <a:defRPr/>
            </a:pPr>
            <a:r>
              <a:rPr lang="en-US"/>
              <a:t>used in a number of commercial products</a:t>
            </a:r>
            <a:endParaRPr lang="en-AU"/>
          </a:p>
        </p:txBody>
      </p:sp>
      <p:sp>
        <p:nvSpPr>
          <p:cNvPr id="6" name="Slide Number Placeholder 5">
            <a:extLst>
              <a:ext uri="{FF2B5EF4-FFF2-40B4-BE49-F238E27FC236}">
                <a16:creationId xmlns:a16="http://schemas.microsoft.com/office/drawing/2014/main" id="{04E3919F-FE7E-405E-ADDD-D774B1F48AF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648860-9E4B-453E-BD5B-5C2C6F5B06EE}" type="slidenum">
              <a:rPr lang="en-US" altLang="en-US"/>
              <a:pPr eaLnBrk="1" hangingPunct="1"/>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47D1F44-9C10-45F0-95B2-C527D69FBBFF}"/>
              </a:ext>
            </a:extLst>
          </p:cNvPr>
          <p:cNvSpPr>
            <a:spLocks noGrp="1" noChangeArrowheads="1"/>
          </p:cNvSpPr>
          <p:nvPr>
            <p:ph type="title"/>
          </p:nvPr>
        </p:nvSpPr>
        <p:spPr/>
        <p:txBody>
          <a:bodyPr/>
          <a:lstStyle/>
          <a:p>
            <a:pPr eaLnBrk="1" hangingPunct="1">
              <a:defRPr/>
            </a:pPr>
            <a:r>
              <a:rPr lang="en-AU"/>
              <a:t>Diffie-Hellman Key Exchange</a:t>
            </a:r>
          </a:p>
        </p:txBody>
      </p:sp>
      <p:sp>
        <p:nvSpPr>
          <p:cNvPr id="62467" name="Rectangle 3">
            <a:extLst>
              <a:ext uri="{FF2B5EF4-FFF2-40B4-BE49-F238E27FC236}">
                <a16:creationId xmlns:a16="http://schemas.microsoft.com/office/drawing/2014/main" id="{E78BD214-BFC0-4B35-A1E0-1506563EAEA2}"/>
              </a:ext>
            </a:extLst>
          </p:cNvPr>
          <p:cNvSpPr>
            <a:spLocks noGrp="1" noChangeArrowheads="1"/>
          </p:cNvSpPr>
          <p:nvPr>
            <p:ph type="body" idx="1"/>
          </p:nvPr>
        </p:nvSpPr>
        <p:spPr/>
        <p:txBody>
          <a:bodyPr/>
          <a:lstStyle/>
          <a:p>
            <a:pPr eaLnBrk="1" hangingPunct="1">
              <a:lnSpc>
                <a:spcPct val="90000"/>
              </a:lnSpc>
              <a:defRPr/>
            </a:pPr>
            <a:r>
              <a:rPr lang="en-AU" sz="2800"/>
              <a:t>a public-key distribution scheme </a:t>
            </a:r>
          </a:p>
          <a:p>
            <a:pPr lvl="1" eaLnBrk="1" hangingPunct="1">
              <a:lnSpc>
                <a:spcPct val="90000"/>
              </a:lnSpc>
              <a:defRPr/>
            </a:pPr>
            <a:r>
              <a:rPr lang="en-AU" sz="2400"/>
              <a:t>cannot be used to exchange an arbitrary message </a:t>
            </a:r>
          </a:p>
          <a:p>
            <a:pPr lvl="1" eaLnBrk="1" hangingPunct="1">
              <a:lnSpc>
                <a:spcPct val="90000"/>
              </a:lnSpc>
              <a:defRPr/>
            </a:pPr>
            <a:r>
              <a:rPr lang="en-AU" sz="2400"/>
              <a:t>rather it can establish a common key </a:t>
            </a:r>
          </a:p>
          <a:p>
            <a:pPr lvl="1" eaLnBrk="1" hangingPunct="1">
              <a:lnSpc>
                <a:spcPct val="90000"/>
              </a:lnSpc>
              <a:defRPr/>
            </a:pPr>
            <a:r>
              <a:rPr lang="en-AU" sz="2400"/>
              <a:t>known only to the two participants </a:t>
            </a:r>
          </a:p>
          <a:p>
            <a:pPr eaLnBrk="1" hangingPunct="1">
              <a:lnSpc>
                <a:spcPct val="90000"/>
              </a:lnSpc>
              <a:defRPr/>
            </a:pPr>
            <a:r>
              <a:rPr lang="en-AU" sz="2800"/>
              <a:t>value of key depends on the participants (and their private and public key information) </a:t>
            </a:r>
          </a:p>
          <a:p>
            <a:pPr eaLnBrk="1" hangingPunct="1">
              <a:lnSpc>
                <a:spcPct val="90000"/>
              </a:lnSpc>
              <a:defRPr/>
            </a:pPr>
            <a:r>
              <a:rPr lang="en-AU" sz="2800"/>
              <a:t>based on exponentiation in a finite (Galois) field (modulo a prime or a polynomial) - easy</a:t>
            </a:r>
          </a:p>
          <a:p>
            <a:pPr eaLnBrk="1" hangingPunct="1">
              <a:lnSpc>
                <a:spcPct val="90000"/>
              </a:lnSpc>
              <a:defRPr/>
            </a:pPr>
            <a:r>
              <a:rPr lang="en-AU" sz="2800"/>
              <a:t>security relies on the difficulty of computing discrete logarithms (similar to factoring) – hard</a:t>
            </a:r>
          </a:p>
        </p:txBody>
      </p:sp>
      <p:sp>
        <p:nvSpPr>
          <p:cNvPr id="6" name="Slide Number Placeholder 5">
            <a:extLst>
              <a:ext uri="{FF2B5EF4-FFF2-40B4-BE49-F238E27FC236}">
                <a16:creationId xmlns:a16="http://schemas.microsoft.com/office/drawing/2014/main" id="{55582DA6-CAF2-4576-BD73-F539C35966F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5045A6-18DC-472E-B6D5-B859A60FEFBC}" type="slidenum">
              <a:rPr lang="en-US" altLang="en-US"/>
              <a:pPr eaLnBrk="1" hangingPunct="1"/>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572BB3B-1894-4FCD-A3FA-4A3F9FE8356F}"/>
              </a:ext>
            </a:extLst>
          </p:cNvPr>
          <p:cNvSpPr>
            <a:spLocks noGrp="1" noChangeArrowheads="1"/>
          </p:cNvSpPr>
          <p:nvPr>
            <p:ph type="title"/>
          </p:nvPr>
        </p:nvSpPr>
        <p:spPr/>
        <p:txBody>
          <a:bodyPr/>
          <a:lstStyle/>
          <a:p>
            <a:pPr eaLnBrk="1" hangingPunct="1">
              <a:defRPr/>
            </a:pPr>
            <a:r>
              <a:rPr lang="en-AU"/>
              <a:t>Diffie-Hellman Setup</a:t>
            </a:r>
          </a:p>
        </p:txBody>
      </p:sp>
      <p:sp>
        <p:nvSpPr>
          <p:cNvPr id="63491" name="Rectangle 3">
            <a:extLst>
              <a:ext uri="{FF2B5EF4-FFF2-40B4-BE49-F238E27FC236}">
                <a16:creationId xmlns:a16="http://schemas.microsoft.com/office/drawing/2014/main" id="{C5401D70-8C57-4694-98B7-E0B14CA0A20A}"/>
              </a:ext>
            </a:extLst>
          </p:cNvPr>
          <p:cNvSpPr>
            <a:spLocks noGrp="1" noChangeArrowheads="1"/>
          </p:cNvSpPr>
          <p:nvPr>
            <p:ph type="body" idx="1"/>
          </p:nvPr>
        </p:nvSpPr>
        <p:spPr/>
        <p:txBody>
          <a:bodyPr/>
          <a:lstStyle/>
          <a:p>
            <a:pPr eaLnBrk="1" hangingPunct="1">
              <a:defRPr/>
            </a:pPr>
            <a:r>
              <a:rPr lang="en-US"/>
              <a:t>all users agree on global parameters:</a:t>
            </a:r>
          </a:p>
          <a:p>
            <a:pPr lvl="1" eaLnBrk="1" hangingPunct="1">
              <a:defRPr/>
            </a:pPr>
            <a:r>
              <a:rPr lang="en-AU"/>
              <a:t>large prime integer or polynomial </a:t>
            </a:r>
            <a:r>
              <a:rPr lang="en-AU">
                <a:latin typeface="Courier New" pitchFamily="49" charset="0"/>
              </a:rPr>
              <a:t>q</a:t>
            </a:r>
          </a:p>
          <a:p>
            <a:pPr lvl="1" eaLnBrk="1" hangingPunct="1">
              <a:defRPr/>
            </a:pPr>
            <a:r>
              <a:rPr lang="en-AU">
                <a:latin typeface="Courier New" pitchFamily="49" charset="0"/>
              </a:rPr>
              <a:t>a</a:t>
            </a:r>
            <a:r>
              <a:rPr lang="en-AU"/>
              <a:t> being a primitive root mod </a:t>
            </a:r>
            <a:r>
              <a:rPr lang="en-AU">
                <a:latin typeface="Courier New" pitchFamily="49" charset="0"/>
              </a:rPr>
              <a:t>q</a:t>
            </a:r>
            <a:endParaRPr lang="en-AU"/>
          </a:p>
          <a:p>
            <a:pPr eaLnBrk="1" hangingPunct="1">
              <a:defRPr/>
            </a:pPr>
            <a:r>
              <a:rPr lang="en-US"/>
              <a:t>each user (eg. A) generates their key</a:t>
            </a:r>
          </a:p>
          <a:p>
            <a:pPr lvl="1" eaLnBrk="1" hangingPunct="1">
              <a:defRPr/>
            </a:pPr>
            <a:r>
              <a:rPr lang="en-AU"/>
              <a:t>chooses a secret key (number): </a:t>
            </a:r>
            <a:r>
              <a:rPr lang="en-AU">
                <a:latin typeface="Courier New" pitchFamily="49" charset="0"/>
              </a:rPr>
              <a:t>x</a:t>
            </a:r>
            <a:r>
              <a:rPr lang="en-AU" baseline="-25000">
                <a:latin typeface="Courier New" pitchFamily="49" charset="0"/>
              </a:rPr>
              <a:t>A</a:t>
            </a:r>
            <a:r>
              <a:rPr lang="en-AU">
                <a:latin typeface="Courier New" pitchFamily="49" charset="0"/>
              </a:rPr>
              <a:t> &lt; q</a:t>
            </a:r>
            <a:r>
              <a:rPr lang="en-AU"/>
              <a:t> </a:t>
            </a:r>
          </a:p>
          <a:p>
            <a:pPr lvl="1" eaLnBrk="1" hangingPunct="1">
              <a:defRPr/>
            </a:pPr>
            <a:r>
              <a:rPr lang="en-AU"/>
              <a:t>compute their </a:t>
            </a:r>
            <a:r>
              <a:rPr lang="en-AU" b="1"/>
              <a:t>public key</a:t>
            </a:r>
            <a:r>
              <a:rPr lang="en-AU"/>
              <a:t>: </a:t>
            </a:r>
            <a:r>
              <a:rPr lang="en-AU">
                <a:latin typeface="Courier New" pitchFamily="49" charset="0"/>
              </a:rPr>
              <a:t>y</a:t>
            </a:r>
            <a:r>
              <a:rPr lang="en-AU" baseline="-25000">
                <a:latin typeface="Courier New" pitchFamily="49" charset="0"/>
              </a:rPr>
              <a:t>A</a:t>
            </a:r>
            <a:r>
              <a:rPr lang="en-AU">
                <a:latin typeface="Courier New" pitchFamily="49" charset="0"/>
              </a:rPr>
              <a:t> = </a:t>
            </a:r>
            <a:r>
              <a:rPr lang="el-GR">
                <a:latin typeface="Courier New" pitchFamily="49" charset="0"/>
                <a:cs typeface="Arial" pitchFamily="34" charset="0"/>
              </a:rPr>
              <a:t>a</a:t>
            </a:r>
            <a:r>
              <a:rPr lang="en-AU" baseline="60000">
                <a:latin typeface="Courier New" pitchFamily="49" charset="0"/>
              </a:rPr>
              <a:t>x</a:t>
            </a:r>
            <a:r>
              <a:rPr lang="en-AU" baseline="40000">
                <a:latin typeface="Courier New" pitchFamily="49" charset="0"/>
              </a:rPr>
              <a:t>A</a:t>
            </a:r>
            <a:r>
              <a:rPr lang="en-AU">
                <a:latin typeface="Courier New" pitchFamily="49" charset="0"/>
              </a:rPr>
              <a:t> mod q</a:t>
            </a:r>
          </a:p>
          <a:p>
            <a:pPr eaLnBrk="1" hangingPunct="1">
              <a:defRPr/>
            </a:pPr>
            <a:r>
              <a:rPr lang="en-AU"/>
              <a:t> each user makes public that key </a:t>
            </a:r>
            <a:r>
              <a:rPr lang="en-AU">
                <a:latin typeface="Courier New" pitchFamily="49" charset="0"/>
              </a:rPr>
              <a:t>y</a:t>
            </a:r>
            <a:r>
              <a:rPr lang="en-AU" baseline="-25000">
                <a:latin typeface="Courier New" pitchFamily="49" charset="0"/>
              </a:rPr>
              <a:t>A</a:t>
            </a:r>
          </a:p>
        </p:txBody>
      </p:sp>
      <p:sp>
        <p:nvSpPr>
          <p:cNvPr id="6" name="Slide Number Placeholder 5">
            <a:extLst>
              <a:ext uri="{FF2B5EF4-FFF2-40B4-BE49-F238E27FC236}">
                <a16:creationId xmlns:a16="http://schemas.microsoft.com/office/drawing/2014/main" id="{ADF3A766-CF70-4B48-8CA5-5E8A955B9E2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FE0BC4-420E-4640-B56A-9B1247421517}" type="slidenum">
              <a:rPr lang="en-US" altLang="en-US"/>
              <a:pPr eaLnBrk="1" hangingPunct="1"/>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F9A25C3-F636-4003-AAED-73D29C881880}"/>
              </a:ext>
            </a:extLst>
          </p:cNvPr>
          <p:cNvSpPr>
            <a:spLocks noGrp="1" noChangeArrowheads="1"/>
          </p:cNvSpPr>
          <p:nvPr>
            <p:ph type="title"/>
          </p:nvPr>
        </p:nvSpPr>
        <p:spPr/>
        <p:txBody>
          <a:bodyPr/>
          <a:lstStyle/>
          <a:p>
            <a:pPr eaLnBrk="1" hangingPunct="1">
              <a:defRPr/>
            </a:pPr>
            <a:r>
              <a:rPr lang="en-AU"/>
              <a:t>Diffie-Hellman Key Exchange</a:t>
            </a:r>
          </a:p>
        </p:txBody>
      </p:sp>
      <p:sp>
        <p:nvSpPr>
          <p:cNvPr id="65539" name="Rectangle 3">
            <a:extLst>
              <a:ext uri="{FF2B5EF4-FFF2-40B4-BE49-F238E27FC236}">
                <a16:creationId xmlns:a16="http://schemas.microsoft.com/office/drawing/2014/main" id="{F32844FE-72F1-492F-B210-5A3CEC7EE05C}"/>
              </a:ext>
            </a:extLst>
          </p:cNvPr>
          <p:cNvSpPr>
            <a:spLocks noGrp="1" noChangeArrowheads="1"/>
          </p:cNvSpPr>
          <p:nvPr>
            <p:ph type="body" idx="1"/>
          </p:nvPr>
        </p:nvSpPr>
        <p:spPr/>
        <p:txBody>
          <a:bodyPr/>
          <a:lstStyle/>
          <a:p>
            <a:pPr eaLnBrk="1" hangingPunct="1">
              <a:lnSpc>
                <a:spcPct val="90000"/>
              </a:lnSpc>
              <a:defRPr/>
            </a:pPr>
            <a:r>
              <a:rPr lang="en-AU" sz="2800"/>
              <a:t>shared session key for users A &amp; B is K</a:t>
            </a:r>
            <a:r>
              <a:rPr lang="en-AU" sz="2800" baseline="-25000"/>
              <a:t>AB</a:t>
            </a:r>
            <a:r>
              <a:rPr lang="en-AU" sz="2800"/>
              <a:t>: </a:t>
            </a:r>
          </a:p>
          <a:p>
            <a:pPr lvl="1" eaLnBrk="1" hangingPunct="1">
              <a:lnSpc>
                <a:spcPct val="90000"/>
              </a:lnSpc>
              <a:buFont typeface="Wingdings" panose="05000000000000000000" pitchFamily="2" charset="2"/>
              <a:buNone/>
              <a:defRPr/>
            </a:pPr>
            <a:r>
              <a:rPr lang="en-AU" sz="2400">
                <a:latin typeface="Courier New" pitchFamily="49" charset="0"/>
              </a:rPr>
              <a:t>K</a:t>
            </a:r>
            <a:r>
              <a:rPr lang="en-AU" sz="2400" baseline="-25000">
                <a:latin typeface="Courier New" pitchFamily="49" charset="0"/>
              </a:rPr>
              <a:t>AB</a:t>
            </a:r>
            <a:r>
              <a:rPr lang="en-AU" sz="2400">
                <a:latin typeface="Courier New" pitchFamily="49" charset="0"/>
              </a:rPr>
              <a:t> = </a:t>
            </a:r>
            <a:r>
              <a:rPr lang="el-GR" sz="2400">
                <a:latin typeface="Courier New" pitchFamily="49" charset="0"/>
                <a:cs typeface="Arial" pitchFamily="34" charset="0"/>
              </a:rPr>
              <a:t>a</a:t>
            </a:r>
            <a:r>
              <a:rPr lang="en-AU" sz="2400" baseline="60000">
                <a:latin typeface="Courier New" pitchFamily="49" charset="0"/>
              </a:rPr>
              <a:t>x</a:t>
            </a:r>
            <a:r>
              <a:rPr lang="en-AU" sz="2400" baseline="40000">
                <a:latin typeface="Courier New" pitchFamily="49" charset="0"/>
              </a:rPr>
              <a:t>A.</a:t>
            </a:r>
            <a:r>
              <a:rPr lang="en-AU" sz="2400" baseline="60000">
                <a:latin typeface="Courier New" pitchFamily="49" charset="0"/>
              </a:rPr>
              <a:t>x</a:t>
            </a:r>
            <a:r>
              <a:rPr lang="en-AU" sz="2400" baseline="40000">
                <a:latin typeface="Courier New" pitchFamily="49" charset="0"/>
              </a:rPr>
              <a:t>B</a:t>
            </a:r>
            <a:r>
              <a:rPr lang="en-AU" sz="2400">
                <a:latin typeface="Courier New" pitchFamily="49" charset="0"/>
              </a:rPr>
              <a:t> mod q</a:t>
            </a:r>
          </a:p>
          <a:p>
            <a:pPr lvl="1" eaLnBrk="1" hangingPunct="1">
              <a:lnSpc>
                <a:spcPct val="90000"/>
              </a:lnSpc>
              <a:buFont typeface="Wingdings" panose="05000000000000000000" pitchFamily="2" charset="2"/>
              <a:buNone/>
              <a:defRPr/>
            </a:pPr>
            <a:r>
              <a:rPr lang="en-AU" sz="2400">
                <a:latin typeface="Courier New" pitchFamily="49" charset="0"/>
              </a:rPr>
              <a:t>= y</a:t>
            </a:r>
            <a:r>
              <a:rPr lang="en-AU" sz="2400" baseline="-25000">
                <a:latin typeface="Courier New" pitchFamily="49" charset="0"/>
              </a:rPr>
              <a:t>A</a:t>
            </a:r>
            <a:r>
              <a:rPr lang="en-AU" sz="2400" baseline="60000">
                <a:latin typeface="Courier New" pitchFamily="49" charset="0"/>
              </a:rPr>
              <a:t>x</a:t>
            </a:r>
            <a:r>
              <a:rPr lang="en-AU" sz="2400" baseline="40000">
                <a:latin typeface="Courier New" pitchFamily="49" charset="0"/>
              </a:rPr>
              <a:t>B</a:t>
            </a:r>
            <a:r>
              <a:rPr lang="en-AU" sz="2400">
                <a:latin typeface="Courier New" pitchFamily="49" charset="0"/>
              </a:rPr>
              <a:t> mod q  (which </a:t>
            </a:r>
            <a:r>
              <a:rPr lang="en-AU" sz="2400" b="1">
                <a:latin typeface="Courier New" pitchFamily="49" charset="0"/>
              </a:rPr>
              <a:t>B</a:t>
            </a:r>
            <a:r>
              <a:rPr lang="en-AU" sz="2400">
                <a:latin typeface="Courier New" pitchFamily="49" charset="0"/>
              </a:rPr>
              <a:t> can compute) </a:t>
            </a:r>
          </a:p>
          <a:p>
            <a:pPr lvl="1" eaLnBrk="1" hangingPunct="1">
              <a:lnSpc>
                <a:spcPct val="90000"/>
              </a:lnSpc>
              <a:buFont typeface="Wingdings" panose="05000000000000000000" pitchFamily="2" charset="2"/>
              <a:buNone/>
              <a:defRPr/>
            </a:pPr>
            <a:r>
              <a:rPr lang="en-AU" sz="2400">
                <a:latin typeface="Courier New" pitchFamily="49" charset="0"/>
              </a:rPr>
              <a:t>= y</a:t>
            </a:r>
            <a:r>
              <a:rPr lang="en-AU" sz="2400" baseline="-25000">
                <a:latin typeface="Courier New" pitchFamily="49" charset="0"/>
              </a:rPr>
              <a:t>B</a:t>
            </a:r>
            <a:r>
              <a:rPr lang="en-AU" sz="2400" baseline="60000">
                <a:latin typeface="Courier New" pitchFamily="49" charset="0"/>
              </a:rPr>
              <a:t>x</a:t>
            </a:r>
            <a:r>
              <a:rPr lang="en-AU" sz="2400" baseline="40000">
                <a:latin typeface="Courier New" pitchFamily="49" charset="0"/>
              </a:rPr>
              <a:t>A</a:t>
            </a:r>
            <a:r>
              <a:rPr lang="en-AU" sz="2400">
                <a:latin typeface="Courier New" pitchFamily="49" charset="0"/>
              </a:rPr>
              <a:t> mod q  (which </a:t>
            </a:r>
            <a:r>
              <a:rPr lang="en-AU" sz="2400" b="1">
                <a:latin typeface="Courier New" pitchFamily="49" charset="0"/>
              </a:rPr>
              <a:t>A</a:t>
            </a:r>
            <a:r>
              <a:rPr lang="en-AU" sz="2400">
                <a:latin typeface="Courier New" pitchFamily="49" charset="0"/>
              </a:rPr>
              <a:t> can compute) </a:t>
            </a:r>
          </a:p>
          <a:p>
            <a:pPr eaLnBrk="1" hangingPunct="1">
              <a:lnSpc>
                <a:spcPct val="90000"/>
              </a:lnSpc>
              <a:defRPr/>
            </a:pPr>
            <a:r>
              <a:rPr lang="en-AU" sz="2800"/>
              <a:t>K</a:t>
            </a:r>
            <a:r>
              <a:rPr lang="en-AU" sz="2800" baseline="-25000"/>
              <a:t>AB</a:t>
            </a:r>
            <a:r>
              <a:rPr lang="en-AU" sz="2800"/>
              <a:t> is used as session key in private-key encryption scheme between Alice and Bob</a:t>
            </a:r>
          </a:p>
          <a:p>
            <a:pPr eaLnBrk="1" hangingPunct="1">
              <a:lnSpc>
                <a:spcPct val="90000"/>
              </a:lnSpc>
              <a:defRPr/>
            </a:pPr>
            <a:r>
              <a:rPr lang="en-AU" sz="2800"/>
              <a:t>if Alice and Bob subsequently communicate, they will have the </a:t>
            </a:r>
            <a:r>
              <a:rPr lang="en-AU" sz="2800" b="1"/>
              <a:t>same</a:t>
            </a:r>
            <a:r>
              <a:rPr lang="en-AU" sz="2800"/>
              <a:t> key as before, unless they choose new public-keys </a:t>
            </a:r>
          </a:p>
          <a:p>
            <a:pPr eaLnBrk="1" hangingPunct="1">
              <a:lnSpc>
                <a:spcPct val="90000"/>
              </a:lnSpc>
              <a:defRPr/>
            </a:pPr>
            <a:r>
              <a:rPr lang="en-US" sz="2800"/>
              <a:t>attacker needs an x, must solve discrete log</a:t>
            </a:r>
            <a:endParaRPr lang="en-AU" sz="2800"/>
          </a:p>
        </p:txBody>
      </p:sp>
      <p:sp>
        <p:nvSpPr>
          <p:cNvPr id="6" name="Slide Number Placeholder 5">
            <a:extLst>
              <a:ext uri="{FF2B5EF4-FFF2-40B4-BE49-F238E27FC236}">
                <a16:creationId xmlns:a16="http://schemas.microsoft.com/office/drawing/2014/main" id="{0B169A49-1ACE-4FEB-9459-E023DFEF5ED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506950-C015-4A12-9603-AD5451447BF5}" type="slidenum">
              <a:rPr lang="en-US" altLang="en-US"/>
              <a:pPr eaLnBrk="1" hangingPunct="1"/>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8481DA6F-7D1D-4862-A6DC-8F199783720F}"/>
              </a:ext>
            </a:extLst>
          </p:cNvPr>
          <p:cNvSpPr>
            <a:spLocks noGrp="1" noChangeArrowheads="1"/>
          </p:cNvSpPr>
          <p:nvPr>
            <p:ph type="title"/>
          </p:nvPr>
        </p:nvSpPr>
        <p:spPr/>
        <p:txBody>
          <a:bodyPr/>
          <a:lstStyle/>
          <a:p>
            <a:pPr eaLnBrk="1" hangingPunct="1">
              <a:defRPr/>
            </a:pPr>
            <a:r>
              <a:rPr lang="en-AU"/>
              <a:t>Diffie-Hellman Example </a:t>
            </a:r>
          </a:p>
        </p:txBody>
      </p:sp>
      <p:sp>
        <p:nvSpPr>
          <p:cNvPr id="67587" name="Rectangle 3">
            <a:extLst>
              <a:ext uri="{FF2B5EF4-FFF2-40B4-BE49-F238E27FC236}">
                <a16:creationId xmlns:a16="http://schemas.microsoft.com/office/drawing/2014/main" id="{000842F4-62A4-46CF-A6F9-0D2642E7D245}"/>
              </a:ext>
            </a:extLst>
          </p:cNvPr>
          <p:cNvSpPr>
            <a:spLocks noGrp="1" noChangeArrowheads="1"/>
          </p:cNvSpPr>
          <p:nvPr>
            <p:ph type="body" idx="1"/>
          </p:nvPr>
        </p:nvSpPr>
        <p:spPr/>
        <p:txBody>
          <a:bodyPr/>
          <a:lstStyle/>
          <a:p>
            <a:pPr eaLnBrk="1" hangingPunct="1">
              <a:lnSpc>
                <a:spcPct val="90000"/>
              </a:lnSpc>
              <a:defRPr/>
            </a:pPr>
            <a:r>
              <a:rPr lang="en-US" sz="2800"/>
              <a:t>users Alice &amp; Bob who wish to swap keys:</a:t>
            </a:r>
          </a:p>
          <a:p>
            <a:pPr eaLnBrk="1" hangingPunct="1">
              <a:lnSpc>
                <a:spcPct val="90000"/>
              </a:lnSpc>
              <a:defRPr/>
            </a:pPr>
            <a:r>
              <a:rPr lang="en-US" sz="2800"/>
              <a:t>agree on prime </a:t>
            </a:r>
            <a:r>
              <a:rPr lang="en-US" sz="2800">
                <a:latin typeface="Courier New" pitchFamily="49" charset="0"/>
              </a:rPr>
              <a:t>q=353</a:t>
            </a:r>
            <a:r>
              <a:rPr lang="en-US" sz="2800"/>
              <a:t> and </a:t>
            </a:r>
            <a:r>
              <a:rPr lang="el-GR" sz="2800">
                <a:latin typeface="Courier New" pitchFamily="49" charset="0"/>
                <a:cs typeface="Arial" pitchFamily="34" charset="0"/>
              </a:rPr>
              <a:t>a</a:t>
            </a:r>
            <a:r>
              <a:rPr lang="en-US" sz="2800">
                <a:latin typeface="Courier New" pitchFamily="49" charset="0"/>
                <a:cs typeface="Arial" pitchFamily="34" charset="0"/>
              </a:rPr>
              <a:t>=3</a:t>
            </a:r>
            <a:endParaRPr lang="en-US" sz="2800">
              <a:latin typeface="Courier New" pitchFamily="49" charset="0"/>
            </a:endParaRPr>
          </a:p>
          <a:p>
            <a:pPr eaLnBrk="1" hangingPunct="1">
              <a:lnSpc>
                <a:spcPct val="90000"/>
              </a:lnSpc>
              <a:defRPr/>
            </a:pPr>
            <a:r>
              <a:rPr lang="en-US" sz="2800"/>
              <a:t>select random secret keys:</a:t>
            </a:r>
          </a:p>
          <a:p>
            <a:pPr lvl="1" eaLnBrk="1" hangingPunct="1">
              <a:lnSpc>
                <a:spcPct val="90000"/>
              </a:lnSpc>
              <a:defRPr/>
            </a:pPr>
            <a:r>
              <a:rPr lang="en-AU" sz="2400"/>
              <a:t>A chooses </a:t>
            </a:r>
            <a:r>
              <a:rPr lang="en-AU" sz="2400">
                <a:latin typeface="Courier New" pitchFamily="49" charset="0"/>
              </a:rPr>
              <a:t>x</a:t>
            </a:r>
            <a:r>
              <a:rPr lang="en-AU" sz="2400" baseline="-25000">
                <a:latin typeface="Courier New" pitchFamily="49" charset="0"/>
              </a:rPr>
              <a:t>A</a:t>
            </a:r>
            <a:r>
              <a:rPr lang="en-AU" sz="2400">
                <a:latin typeface="Courier New" pitchFamily="49" charset="0"/>
              </a:rPr>
              <a:t>=97, </a:t>
            </a:r>
            <a:r>
              <a:rPr lang="en-AU" sz="2400"/>
              <a:t>B chooses </a:t>
            </a:r>
            <a:r>
              <a:rPr lang="en-AU" sz="2400">
                <a:latin typeface="Courier New" pitchFamily="49" charset="0"/>
              </a:rPr>
              <a:t>x</a:t>
            </a:r>
            <a:r>
              <a:rPr lang="en-AU" sz="2400" baseline="-25000">
                <a:latin typeface="Courier New" pitchFamily="49" charset="0"/>
              </a:rPr>
              <a:t>B</a:t>
            </a:r>
            <a:r>
              <a:rPr lang="en-AU" sz="2400">
                <a:latin typeface="Courier New" pitchFamily="49" charset="0"/>
              </a:rPr>
              <a:t>=233</a:t>
            </a:r>
          </a:p>
          <a:p>
            <a:pPr eaLnBrk="1" hangingPunct="1">
              <a:lnSpc>
                <a:spcPct val="90000"/>
              </a:lnSpc>
              <a:defRPr/>
            </a:pPr>
            <a:r>
              <a:rPr lang="en-US" sz="2800"/>
              <a:t>compute respective public keys:</a:t>
            </a:r>
          </a:p>
          <a:p>
            <a:pPr lvl="1" eaLnBrk="1" hangingPunct="1">
              <a:lnSpc>
                <a:spcPct val="90000"/>
              </a:lnSpc>
              <a:defRPr/>
            </a:pPr>
            <a:r>
              <a:rPr lang="en-AU" sz="2400">
                <a:latin typeface="Courier New" pitchFamily="49" charset="0"/>
              </a:rPr>
              <a:t>y</a:t>
            </a:r>
            <a:r>
              <a:rPr lang="en-AU" sz="2400" baseline="-25000">
                <a:latin typeface="Courier New" pitchFamily="49" charset="0"/>
              </a:rPr>
              <a:t>A</a:t>
            </a:r>
            <a:r>
              <a:rPr lang="en-AU" sz="2400">
                <a:latin typeface="Courier New" pitchFamily="49" charset="0"/>
              </a:rPr>
              <a:t>=</a:t>
            </a:r>
            <a:r>
              <a:rPr lang="en-US" sz="2400">
                <a:cs typeface="Arial" pitchFamily="34" charset="0"/>
              </a:rPr>
              <a:t>3</a:t>
            </a:r>
            <a:r>
              <a:rPr lang="en-AU" sz="2400" baseline="60000">
                <a:latin typeface="Courier New" pitchFamily="49" charset="0"/>
              </a:rPr>
              <a:t>97 </a:t>
            </a:r>
            <a:r>
              <a:rPr lang="en-AU" sz="2400">
                <a:latin typeface="Courier New" pitchFamily="49" charset="0"/>
              </a:rPr>
              <a:t> mod 353 = 40	</a:t>
            </a:r>
            <a:r>
              <a:rPr lang="en-AU" sz="2400"/>
              <a:t>(Alice)</a:t>
            </a:r>
          </a:p>
          <a:p>
            <a:pPr lvl="1" eaLnBrk="1" hangingPunct="1">
              <a:lnSpc>
                <a:spcPct val="90000"/>
              </a:lnSpc>
              <a:defRPr/>
            </a:pPr>
            <a:r>
              <a:rPr lang="en-AU" sz="2400">
                <a:latin typeface="Courier New" pitchFamily="49" charset="0"/>
              </a:rPr>
              <a:t>y</a:t>
            </a:r>
            <a:r>
              <a:rPr lang="en-AU" sz="2400" baseline="-25000">
                <a:latin typeface="Courier New" pitchFamily="49" charset="0"/>
              </a:rPr>
              <a:t>B</a:t>
            </a:r>
            <a:r>
              <a:rPr lang="en-AU" sz="2400">
                <a:latin typeface="Courier New" pitchFamily="49" charset="0"/>
              </a:rPr>
              <a:t>=</a:t>
            </a:r>
            <a:r>
              <a:rPr lang="en-US" sz="2400">
                <a:cs typeface="Arial" pitchFamily="34" charset="0"/>
              </a:rPr>
              <a:t>3</a:t>
            </a:r>
            <a:r>
              <a:rPr lang="en-AU" sz="2400" baseline="60000">
                <a:latin typeface="Courier New" pitchFamily="49" charset="0"/>
              </a:rPr>
              <a:t>233</a:t>
            </a:r>
            <a:r>
              <a:rPr lang="en-AU" sz="2400">
                <a:latin typeface="Courier New" pitchFamily="49" charset="0"/>
              </a:rPr>
              <a:t> mod 353 = 248	</a:t>
            </a:r>
            <a:r>
              <a:rPr lang="en-AU" sz="2400"/>
              <a:t>(Bob)</a:t>
            </a:r>
          </a:p>
          <a:p>
            <a:pPr eaLnBrk="1" hangingPunct="1">
              <a:lnSpc>
                <a:spcPct val="90000"/>
              </a:lnSpc>
              <a:defRPr/>
            </a:pPr>
            <a:r>
              <a:rPr lang="en-US" sz="2800"/>
              <a:t>compute shared session key as:</a:t>
            </a:r>
          </a:p>
          <a:p>
            <a:pPr lvl="1" eaLnBrk="1" hangingPunct="1">
              <a:lnSpc>
                <a:spcPct val="90000"/>
              </a:lnSpc>
              <a:defRPr/>
            </a:pPr>
            <a:r>
              <a:rPr lang="en-AU" sz="2400">
                <a:latin typeface="Courier New" pitchFamily="49" charset="0"/>
              </a:rPr>
              <a:t>K</a:t>
            </a:r>
            <a:r>
              <a:rPr lang="en-AU" sz="2400" baseline="-25000">
                <a:latin typeface="Courier New" pitchFamily="49" charset="0"/>
              </a:rPr>
              <a:t>AB</a:t>
            </a:r>
            <a:r>
              <a:rPr lang="en-AU" sz="2400">
                <a:latin typeface="Courier New" pitchFamily="49" charset="0"/>
              </a:rPr>
              <a:t>= y</a:t>
            </a:r>
            <a:r>
              <a:rPr lang="en-AU" sz="2400" baseline="-25000">
                <a:latin typeface="Courier New" pitchFamily="49" charset="0"/>
              </a:rPr>
              <a:t>B</a:t>
            </a:r>
            <a:r>
              <a:rPr lang="en-AU" sz="2400" baseline="60000">
                <a:latin typeface="Courier New" pitchFamily="49" charset="0"/>
              </a:rPr>
              <a:t>x</a:t>
            </a:r>
            <a:r>
              <a:rPr lang="en-AU" sz="2400" baseline="40000">
                <a:latin typeface="Courier New" pitchFamily="49" charset="0"/>
              </a:rPr>
              <a:t>A</a:t>
            </a:r>
            <a:r>
              <a:rPr lang="en-AU" sz="2400">
                <a:latin typeface="Courier New" pitchFamily="49" charset="0"/>
              </a:rPr>
              <a:t> mod 353 = </a:t>
            </a:r>
            <a:r>
              <a:rPr lang="en-US" sz="2400">
                <a:cs typeface="Arial" pitchFamily="34" charset="0"/>
              </a:rPr>
              <a:t>248</a:t>
            </a:r>
            <a:r>
              <a:rPr lang="en-AU" sz="2400" baseline="60000">
                <a:latin typeface="Courier New" pitchFamily="49" charset="0"/>
              </a:rPr>
              <a:t>97</a:t>
            </a:r>
            <a:r>
              <a:rPr lang="en-AU" sz="2400">
                <a:latin typeface="Courier New" pitchFamily="49" charset="0"/>
              </a:rPr>
              <a:t> = 160	</a:t>
            </a:r>
            <a:r>
              <a:rPr lang="en-AU" sz="2400"/>
              <a:t>(Alice)</a:t>
            </a:r>
          </a:p>
          <a:p>
            <a:pPr lvl="1" eaLnBrk="1" hangingPunct="1">
              <a:lnSpc>
                <a:spcPct val="90000"/>
              </a:lnSpc>
              <a:defRPr/>
            </a:pPr>
            <a:r>
              <a:rPr lang="en-AU" sz="2400">
                <a:latin typeface="Courier New" pitchFamily="49" charset="0"/>
              </a:rPr>
              <a:t>K</a:t>
            </a:r>
            <a:r>
              <a:rPr lang="en-AU" sz="2400" baseline="-25000">
                <a:latin typeface="Courier New" pitchFamily="49" charset="0"/>
              </a:rPr>
              <a:t>AB</a:t>
            </a:r>
            <a:r>
              <a:rPr lang="en-AU" sz="2400">
                <a:latin typeface="Courier New" pitchFamily="49" charset="0"/>
              </a:rPr>
              <a:t>= y</a:t>
            </a:r>
            <a:r>
              <a:rPr lang="en-AU" sz="2400" baseline="-25000">
                <a:latin typeface="Courier New" pitchFamily="49" charset="0"/>
              </a:rPr>
              <a:t>A</a:t>
            </a:r>
            <a:r>
              <a:rPr lang="en-AU" sz="2400" baseline="60000">
                <a:latin typeface="Courier New" pitchFamily="49" charset="0"/>
              </a:rPr>
              <a:t>x</a:t>
            </a:r>
            <a:r>
              <a:rPr lang="en-AU" sz="2400" baseline="40000">
                <a:latin typeface="Courier New" pitchFamily="49" charset="0"/>
              </a:rPr>
              <a:t>B</a:t>
            </a:r>
            <a:r>
              <a:rPr lang="en-AU" sz="2400">
                <a:latin typeface="Courier New" pitchFamily="49" charset="0"/>
              </a:rPr>
              <a:t> mod 353 = </a:t>
            </a:r>
            <a:r>
              <a:rPr lang="en-US" sz="2400">
                <a:cs typeface="Arial" pitchFamily="34" charset="0"/>
              </a:rPr>
              <a:t>40</a:t>
            </a:r>
            <a:r>
              <a:rPr lang="en-AU" sz="2400" baseline="60000">
                <a:latin typeface="Courier New" pitchFamily="49" charset="0"/>
              </a:rPr>
              <a:t>233</a:t>
            </a:r>
            <a:r>
              <a:rPr lang="en-AU" sz="2400">
                <a:latin typeface="Courier New" pitchFamily="49" charset="0"/>
              </a:rPr>
              <a:t> = 160	</a:t>
            </a:r>
            <a:r>
              <a:rPr lang="en-AU" sz="2400"/>
              <a:t>(Bob)</a:t>
            </a:r>
          </a:p>
          <a:p>
            <a:pPr lvl="1" eaLnBrk="1" hangingPunct="1">
              <a:lnSpc>
                <a:spcPct val="90000"/>
              </a:lnSpc>
              <a:defRPr/>
            </a:pPr>
            <a:endParaRPr lang="en-AU" sz="2400"/>
          </a:p>
        </p:txBody>
      </p:sp>
      <p:sp>
        <p:nvSpPr>
          <p:cNvPr id="6" name="Slide Number Placeholder 5">
            <a:extLst>
              <a:ext uri="{FF2B5EF4-FFF2-40B4-BE49-F238E27FC236}">
                <a16:creationId xmlns:a16="http://schemas.microsoft.com/office/drawing/2014/main" id="{A19D70C0-4168-447C-9282-BF631AB5FF9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53E976-551F-43E4-BFEA-50D0D0901C14}" type="slidenum">
              <a:rPr lang="en-US" altLang="en-US"/>
              <a:pPr eaLnBrk="1" hangingPunct="1"/>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26">
            <a:extLst>
              <a:ext uri="{FF2B5EF4-FFF2-40B4-BE49-F238E27FC236}">
                <a16:creationId xmlns:a16="http://schemas.microsoft.com/office/drawing/2014/main" id="{A50D631E-494D-4D8F-B498-BF8A9B27A3BE}"/>
              </a:ext>
            </a:extLst>
          </p:cNvPr>
          <p:cNvSpPr>
            <a:spLocks noGrp="1" noChangeArrowheads="1"/>
          </p:cNvSpPr>
          <p:nvPr>
            <p:ph type="title"/>
          </p:nvPr>
        </p:nvSpPr>
        <p:spPr/>
        <p:txBody>
          <a:bodyPr/>
          <a:lstStyle/>
          <a:p>
            <a:pPr eaLnBrk="1" hangingPunct="1">
              <a:defRPr/>
            </a:pPr>
            <a:r>
              <a:rPr lang="en-US"/>
              <a:t>Key Exchange Protocols</a:t>
            </a:r>
            <a:endParaRPr lang="en-AU"/>
          </a:p>
        </p:txBody>
      </p:sp>
      <p:sp>
        <p:nvSpPr>
          <p:cNvPr id="96259" name="Rectangle 1027">
            <a:extLst>
              <a:ext uri="{FF2B5EF4-FFF2-40B4-BE49-F238E27FC236}">
                <a16:creationId xmlns:a16="http://schemas.microsoft.com/office/drawing/2014/main" id="{7343E9F9-9C5D-4654-A8E0-243933AB53FA}"/>
              </a:ext>
            </a:extLst>
          </p:cNvPr>
          <p:cNvSpPr>
            <a:spLocks noGrp="1" noChangeArrowheads="1"/>
          </p:cNvSpPr>
          <p:nvPr>
            <p:ph type="body" idx="1"/>
          </p:nvPr>
        </p:nvSpPr>
        <p:spPr>
          <a:xfrm>
            <a:off x="457200" y="1524000"/>
            <a:ext cx="8229600" cy="4953000"/>
          </a:xfrm>
        </p:spPr>
        <p:txBody>
          <a:bodyPr/>
          <a:lstStyle/>
          <a:p>
            <a:pPr eaLnBrk="1" hangingPunct="1">
              <a:lnSpc>
                <a:spcPct val="90000"/>
              </a:lnSpc>
              <a:defRPr/>
            </a:pPr>
            <a:r>
              <a:rPr lang="en-AU"/>
              <a:t>users could create random private/public D-H keys each time they communicate</a:t>
            </a:r>
          </a:p>
          <a:p>
            <a:pPr eaLnBrk="1" hangingPunct="1">
              <a:lnSpc>
                <a:spcPct val="90000"/>
              </a:lnSpc>
              <a:defRPr/>
            </a:pPr>
            <a:r>
              <a:rPr lang="en-AU"/>
              <a:t>users could create a known private/public D-H key and publish in a directory, then consulted and used to securely communicate with them</a:t>
            </a:r>
          </a:p>
          <a:p>
            <a:pPr eaLnBrk="1" hangingPunct="1">
              <a:lnSpc>
                <a:spcPct val="90000"/>
              </a:lnSpc>
              <a:defRPr/>
            </a:pPr>
            <a:r>
              <a:rPr lang="en-AU"/>
              <a:t>both of these are vulnerable to a meet-in-the-Middle Attack</a:t>
            </a:r>
          </a:p>
          <a:p>
            <a:pPr eaLnBrk="1" hangingPunct="1">
              <a:lnSpc>
                <a:spcPct val="90000"/>
              </a:lnSpc>
              <a:defRPr/>
            </a:pPr>
            <a:r>
              <a:rPr lang="en-AU"/>
              <a:t>authentication of the keys is needed</a:t>
            </a:r>
          </a:p>
          <a:p>
            <a:pPr eaLnBrk="1" hangingPunct="1">
              <a:lnSpc>
                <a:spcPct val="90000"/>
              </a:lnSpc>
              <a:defRPr/>
            </a:pPr>
            <a:endParaRPr lang="en-AU"/>
          </a:p>
        </p:txBody>
      </p:sp>
      <p:sp>
        <p:nvSpPr>
          <p:cNvPr id="6" name="Slide Number Placeholder 5">
            <a:extLst>
              <a:ext uri="{FF2B5EF4-FFF2-40B4-BE49-F238E27FC236}">
                <a16:creationId xmlns:a16="http://schemas.microsoft.com/office/drawing/2014/main" id="{FF4A04B8-178B-40E8-B743-394573AE9D1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DBA968-9EEB-416C-9EC6-759EBB93CAD0}" type="slidenum">
              <a:rPr lang="en-US" altLang="en-US"/>
              <a:pPr eaLnBrk="1" hangingPunct="1"/>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E58CFBB-C348-493E-BA68-C3056EBD1638}"/>
              </a:ext>
            </a:extLst>
          </p:cNvPr>
          <p:cNvSpPr>
            <a:spLocks noGrp="1" noChangeArrowheads="1"/>
          </p:cNvSpPr>
          <p:nvPr>
            <p:ph type="title"/>
          </p:nvPr>
        </p:nvSpPr>
        <p:spPr/>
        <p:txBody>
          <a:bodyPr/>
          <a:lstStyle/>
          <a:p>
            <a:pPr eaLnBrk="1" hangingPunct="1">
              <a:defRPr/>
            </a:pPr>
            <a:r>
              <a:rPr lang="en-AU"/>
              <a:t>Message Authentication</a:t>
            </a:r>
          </a:p>
        </p:txBody>
      </p:sp>
      <p:sp>
        <p:nvSpPr>
          <p:cNvPr id="46083" name="Rectangle 3">
            <a:extLst>
              <a:ext uri="{FF2B5EF4-FFF2-40B4-BE49-F238E27FC236}">
                <a16:creationId xmlns:a16="http://schemas.microsoft.com/office/drawing/2014/main" id="{E10A6E42-9444-45C0-84E2-7CC47F6AC46F}"/>
              </a:ext>
            </a:extLst>
          </p:cNvPr>
          <p:cNvSpPr>
            <a:spLocks noGrp="1" noChangeArrowheads="1"/>
          </p:cNvSpPr>
          <p:nvPr>
            <p:ph type="body" idx="1"/>
          </p:nvPr>
        </p:nvSpPr>
        <p:spPr/>
        <p:txBody>
          <a:bodyPr/>
          <a:lstStyle/>
          <a:p>
            <a:pPr eaLnBrk="1" hangingPunct="1">
              <a:lnSpc>
                <a:spcPct val="90000"/>
              </a:lnSpc>
              <a:defRPr/>
            </a:pPr>
            <a:r>
              <a:rPr lang="en-AU" sz="2800" dirty="0"/>
              <a:t>message authentication is concerned with: </a:t>
            </a:r>
          </a:p>
          <a:p>
            <a:pPr lvl="1" eaLnBrk="1" hangingPunct="1">
              <a:lnSpc>
                <a:spcPct val="90000"/>
              </a:lnSpc>
              <a:defRPr/>
            </a:pPr>
            <a:r>
              <a:rPr lang="en-AU" sz="2400" dirty="0"/>
              <a:t>protecting the integrity of a message </a:t>
            </a:r>
          </a:p>
          <a:p>
            <a:pPr lvl="1" eaLnBrk="1" hangingPunct="1">
              <a:lnSpc>
                <a:spcPct val="90000"/>
              </a:lnSpc>
              <a:defRPr/>
            </a:pPr>
            <a:r>
              <a:rPr lang="en-AU" sz="2400" dirty="0"/>
              <a:t>validating identity of originator </a:t>
            </a:r>
          </a:p>
          <a:p>
            <a:pPr lvl="1" eaLnBrk="1" hangingPunct="1">
              <a:lnSpc>
                <a:spcPct val="90000"/>
              </a:lnSpc>
              <a:defRPr/>
            </a:pPr>
            <a:r>
              <a:rPr lang="en-AU" sz="2400" dirty="0"/>
              <a:t>non-repudiation of origin (dispute resolution)</a:t>
            </a:r>
          </a:p>
          <a:p>
            <a:pPr eaLnBrk="1" hangingPunct="1">
              <a:lnSpc>
                <a:spcPct val="90000"/>
              </a:lnSpc>
              <a:defRPr/>
            </a:pPr>
            <a:r>
              <a:rPr lang="en-US" sz="2800" dirty="0"/>
              <a:t>will consider the security requirements</a:t>
            </a:r>
          </a:p>
          <a:p>
            <a:pPr eaLnBrk="1" hangingPunct="1">
              <a:lnSpc>
                <a:spcPct val="90000"/>
              </a:lnSpc>
              <a:defRPr/>
            </a:pPr>
            <a:r>
              <a:rPr lang="en-US" sz="2800" dirty="0"/>
              <a:t>then three alternative functions used:</a:t>
            </a:r>
          </a:p>
          <a:p>
            <a:pPr lvl="1" eaLnBrk="1" hangingPunct="1">
              <a:lnSpc>
                <a:spcPct val="90000"/>
              </a:lnSpc>
              <a:defRPr/>
            </a:pPr>
            <a:r>
              <a:rPr lang="en-US" sz="2400" dirty="0"/>
              <a:t>message encryption</a:t>
            </a:r>
          </a:p>
          <a:p>
            <a:pPr lvl="1" eaLnBrk="1" hangingPunct="1">
              <a:lnSpc>
                <a:spcPct val="90000"/>
              </a:lnSpc>
              <a:defRPr/>
            </a:pPr>
            <a:r>
              <a:rPr lang="en-US" sz="2400" dirty="0"/>
              <a:t>message authentication code (MAC)</a:t>
            </a:r>
          </a:p>
          <a:p>
            <a:pPr lvl="1" eaLnBrk="1" hangingPunct="1">
              <a:lnSpc>
                <a:spcPct val="90000"/>
              </a:lnSpc>
              <a:defRPr/>
            </a:pPr>
            <a:r>
              <a:rPr lang="en-US" sz="2400" dirty="0"/>
              <a:t>hash function</a:t>
            </a:r>
            <a:endParaRPr lang="en-AU" sz="2400" dirty="0"/>
          </a:p>
          <a:p>
            <a:pPr eaLnBrk="1" hangingPunct="1">
              <a:lnSpc>
                <a:spcPct val="90000"/>
              </a:lnSpc>
              <a:defRPr/>
            </a:pPr>
            <a:endParaRPr lang="en-AU" sz="2800" dirty="0"/>
          </a:p>
        </p:txBody>
      </p:sp>
      <p:sp>
        <p:nvSpPr>
          <p:cNvPr id="6" name="Slide Number Placeholder 5">
            <a:extLst>
              <a:ext uri="{FF2B5EF4-FFF2-40B4-BE49-F238E27FC236}">
                <a16:creationId xmlns:a16="http://schemas.microsoft.com/office/drawing/2014/main" id="{3AD79C5A-8154-4888-A352-FC987C844740}"/>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AB20FD7-EE74-49FA-B5A6-5799C1DB73B8}" type="slidenum">
              <a:rPr lang="en-US" altLang="en-US" sz="1000"/>
              <a:pPr eaLnBrk="1" hangingPunct="1"/>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2F80C5A-ED7D-424B-9B65-B75FD52BFB79}"/>
              </a:ext>
            </a:extLst>
          </p:cNvPr>
          <p:cNvSpPr>
            <a:spLocks noGrp="1" noChangeArrowheads="1"/>
          </p:cNvSpPr>
          <p:nvPr>
            <p:ph type="title"/>
          </p:nvPr>
        </p:nvSpPr>
        <p:spPr/>
        <p:txBody>
          <a:bodyPr/>
          <a:lstStyle/>
          <a:p>
            <a:pPr eaLnBrk="1" hangingPunct="1">
              <a:defRPr/>
            </a:pPr>
            <a:r>
              <a:rPr lang="en-US" dirty="0"/>
              <a:t>Security Requirements</a:t>
            </a:r>
            <a:endParaRPr lang="en-AU" dirty="0"/>
          </a:p>
        </p:txBody>
      </p:sp>
      <p:sp>
        <p:nvSpPr>
          <p:cNvPr id="48131" name="Rectangle 3">
            <a:extLst>
              <a:ext uri="{FF2B5EF4-FFF2-40B4-BE49-F238E27FC236}">
                <a16:creationId xmlns:a16="http://schemas.microsoft.com/office/drawing/2014/main" id="{AE784F51-51E1-4DA4-BF53-6ECBEAE10CBC}"/>
              </a:ext>
            </a:extLst>
          </p:cNvPr>
          <p:cNvSpPr>
            <a:spLocks noGrp="1" noChangeArrowheads="1"/>
          </p:cNvSpPr>
          <p:nvPr>
            <p:ph type="body" idx="1"/>
          </p:nvPr>
        </p:nvSpPr>
        <p:spPr/>
        <p:txBody>
          <a:bodyPr/>
          <a:lstStyle/>
          <a:p>
            <a:pPr eaLnBrk="1" hangingPunct="1">
              <a:lnSpc>
                <a:spcPct val="90000"/>
              </a:lnSpc>
              <a:defRPr/>
            </a:pPr>
            <a:r>
              <a:rPr lang="en-US" dirty="0"/>
              <a:t>disclosure</a:t>
            </a:r>
          </a:p>
          <a:p>
            <a:pPr eaLnBrk="1" hangingPunct="1">
              <a:lnSpc>
                <a:spcPct val="90000"/>
              </a:lnSpc>
              <a:defRPr/>
            </a:pPr>
            <a:r>
              <a:rPr lang="en-US" dirty="0"/>
              <a:t>traffic analysis</a:t>
            </a:r>
          </a:p>
          <a:p>
            <a:pPr eaLnBrk="1" hangingPunct="1">
              <a:lnSpc>
                <a:spcPct val="90000"/>
              </a:lnSpc>
              <a:defRPr/>
            </a:pPr>
            <a:r>
              <a:rPr lang="en-US" dirty="0"/>
              <a:t>masquerade</a:t>
            </a:r>
          </a:p>
          <a:p>
            <a:pPr eaLnBrk="1" hangingPunct="1">
              <a:lnSpc>
                <a:spcPct val="90000"/>
              </a:lnSpc>
              <a:defRPr/>
            </a:pPr>
            <a:r>
              <a:rPr lang="en-US" dirty="0"/>
              <a:t>content modification</a:t>
            </a:r>
          </a:p>
          <a:p>
            <a:pPr eaLnBrk="1" hangingPunct="1">
              <a:lnSpc>
                <a:spcPct val="90000"/>
              </a:lnSpc>
              <a:defRPr/>
            </a:pPr>
            <a:r>
              <a:rPr lang="en-US" dirty="0"/>
              <a:t>sequence modification</a:t>
            </a:r>
          </a:p>
          <a:p>
            <a:pPr eaLnBrk="1" hangingPunct="1">
              <a:lnSpc>
                <a:spcPct val="90000"/>
              </a:lnSpc>
              <a:defRPr/>
            </a:pPr>
            <a:r>
              <a:rPr lang="en-US" dirty="0"/>
              <a:t>timing modification</a:t>
            </a:r>
          </a:p>
          <a:p>
            <a:pPr eaLnBrk="1" hangingPunct="1">
              <a:lnSpc>
                <a:spcPct val="90000"/>
              </a:lnSpc>
              <a:defRPr/>
            </a:pPr>
            <a:r>
              <a:rPr lang="en-US" dirty="0"/>
              <a:t>source repudiation</a:t>
            </a:r>
          </a:p>
          <a:p>
            <a:pPr eaLnBrk="1" hangingPunct="1">
              <a:lnSpc>
                <a:spcPct val="90000"/>
              </a:lnSpc>
              <a:defRPr/>
            </a:pPr>
            <a:r>
              <a:rPr lang="en-US" dirty="0"/>
              <a:t>destination repudiation</a:t>
            </a:r>
            <a:endParaRPr lang="en-AU" dirty="0"/>
          </a:p>
        </p:txBody>
      </p:sp>
      <p:sp>
        <p:nvSpPr>
          <p:cNvPr id="6" name="Slide Number Placeholder 5">
            <a:extLst>
              <a:ext uri="{FF2B5EF4-FFF2-40B4-BE49-F238E27FC236}">
                <a16:creationId xmlns:a16="http://schemas.microsoft.com/office/drawing/2014/main" id="{9D41CF9C-A6CD-4A55-A13F-8D5593893AE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F98D309-685C-42B3-A2AE-342A5575BF0D}" type="slidenum">
              <a:rPr lang="en-US" altLang="en-US" sz="1000"/>
              <a:pPr eaLnBrk="1" hangingPunct="1"/>
              <a:t>21</a:t>
            </a:fld>
            <a:endParaRPr lang="en-US" alt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823B2CF-B091-4CF9-B88F-DE75DCC76F99}"/>
              </a:ext>
            </a:extLst>
          </p:cNvPr>
          <p:cNvSpPr>
            <a:spLocks noGrp="1" noChangeArrowheads="1"/>
          </p:cNvSpPr>
          <p:nvPr>
            <p:ph type="title"/>
          </p:nvPr>
        </p:nvSpPr>
        <p:spPr/>
        <p:txBody>
          <a:bodyPr/>
          <a:lstStyle/>
          <a:p>
            <a:pPr eaLnBrk="1" hangingPunct="1">
              <a:defRPr/>
            </a:pPr>
            <a:r>
              <a:rPr lang="en-US"/>
              <a:t>Message Encryption</a:t>
            </a:r>
            <a:endParaRPr lang="en-AU"/>
          </a:p>
        </p:txBody>
      </p:sp>
      <p:sp>
        <p:nvSpPr>
          <p:cNvPr id="50179" name="Rectangle 3">
            <a:extLst>
              <a:ext uri="{FF2B5EF4-FFF2-40B4-BE49-F238E27FC236}">
                <a16:creationId xmlns:a16="http://schemas.microsoft.com/office/drawing/2014/main" id="{30306890-38B1-409E-A1E8-7060FA7BCB70}"/>
              </a:ext>
            </a:extLst>
          </p:cNvPr>
          <p:cNvSpPr>
            <a:spLocks noGrp="1" noChangeArrowheads="1"/>
          </p:cNvSpPr>
          <p:nvPr>
            <p:ph type="body" idx="1"/>
          </p:nvPr>
        </p:nvSpPr>
        <p:spPr/>
        <p:txBody>
          <a:bodyPr/>
          <a:lstStyle/>
          <a:p>
            <a:pPr eaLnBrk="1" hangingPunct="1">
              <a:defRPr/>
            </a:pPr>
            <a:r>
              <a:rPr lang="en-US" dirty="0"/>
              <a:t>message encryption by itself also provides a measure of authentication</a:t>
            </a:r>
          </a:p>
          <a:p>
            <a:pPr eaLnBrk="1" hangingPunct="1">
              <a:defRPr/>
            </a:pPr>
            <a:r>
              <a:rPr lang="en-US" dirty="0"/>
              <a:t>if symmetric encryption is used then:</a:t>
            </a:r>
          </a:p>
          <a:p>
            <a:pPr lvl="1" eaLnBrk="1" hangingPunct="1">
              <a:defRPr/>
            </a:pPr>
            <a:r>
              <a:rPr lang="en-US" dirty="0"/>
              <a:t>receiver know sender must have created it</a:t>
            </a:r>
          </a:p>
          <a:p>
            <a:pPr lvl="1" eaLnBrk="1" hangingPunct="1">
              <a:defRPr/>
            </a:pPr>
            <a:r>
              <a:rPr lang="en-US" dirty="0"/>
              <a:t>since only sender and receiver now key used</a:t>
            </a:r>
          </a:p>
          <a:p>
            <a:pPr lvl="1" eaLnBrk="1" hangingPunct="1">
              <a:defRPr/>
            </a:pPr>
            <a:r>
              <a:rPr lang="en-US" dirty="0"/>
              <a:t>know content cannot of been altered</a:t>
            </a:r>
          </a:p>
          <a:p>
            <a:pPr lvl="1" eaLnBrk="1" hangingPunct="1">
              <a:defRPr/>
            </a:pPr>
            <a:r>
              <a:rPr lang="en-US" dirty="0"/>
              <a:t>if message has </a:t>
            </a:r>
            <a:r>
              <a:rPr lang="en-AU" dirty="0"/>
              <a:t>suitable structure, redundancy or a checksum to detect any changes</a:t>
            </a:r>
          </a:p>
        </p:txBody>
      </p:sp>
      <p:sp>
        <p:nvSpPr>
          <p:cNvPr id="6" name="Slide Number Placeholder 5">
            <a:extLst>
              <a:ext uri="{FF2B5EF4-FFF2-40B4-BE49-F238E27FC236}">
                <a16:creationId xmlns:a16="http://schemas.microsoft.com/office/drawing/2014/main" id="{215FA41D-AB76-4EB8-B61B-59EF29CEAA9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7A59E99-CB31-44B4-A5EE-172EA8980B2C}" type="slidenum">
              <a:rPr lang="en-US" altLang="en-US" sz="1000"/>
              <a:pPr eaLnBrk="1" hangingPunct="1"/>
              <a:t>22</a:t>
            </a:fld>
            <a:endParaRPr lang="en-US" alt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880750A-F03D-4633-BABA-1DB206ECBF35}"/>
              </a:ext>
            </a:extLst>
          </p:cNvPr>
          <p:cNvSpPr>
            <a:spLocks noGrp="1" noChangeArrowheads="1"/>
          </p:cNvSpPr>
          <p:nvPr>
            <p:ph type="title"/>
          </p:nvPr>
        </p:nvSpPr>
        <p:spPr/>
        <p:txBody>
          <a:bodyPr/>
          <a:lstStyle/>
          <a:p>
            <a:pPr eaLnBrk="1" hangingPunct="1">
              <a:defRPr/>
            </a:pPr>
            <a:r>
              <a:rPr lang="en-US"/>
              <a:t>Message Encryption</a:t>
            </a:r>
            <a:endParaRPr lang="en-AU"/>
          </a:p>
        </p:txBody>
      </p:sp>
      <p:sp>
        <p:nvSpPr>
          <p:cNvPr id="51203" name="Rectangle 3">
            <a:extLst>
              <a:ext uri="{FF2B5EF4-FFF2-40B4-BE49-F238E27FC236}">
                <a16:creationId xmlns:a16="http://schemas.microsoft.com/office/drawing/2014/main" id="{D9D89B7B-4F2E-458A-8882-4A0A74B61D9D}"/>
              </a:ext>
            </a:extLst>
          </p:cNvPr>
          <p:cNvSpPr>
            <a:spLocks noGrp="1" noChangeArrowheads="1"/>
          </p:cNvSpPr>
          <p:nvPr>
            <p:ph type="body" idx="1"/>
          </p:nvPr>
        </p:nvSpPr>
        <p:spPr/>
        <p:txBody>
          <a:bodyPr/>
          <a:lstStyle/>
          <a:p>
            <a:pPr eaLnBrk="1" hangingPunct="1">
              <a:lnSpc>
                <a:spcPct val="90000"/>
              </a:lnSpc>
              <a:defRPr/>
            </a:pPr>
            <a:r>
              <a:rPr lang="en-US"/>
              <a:t>if public-key encryption is used:</a:t>
            </a:r>
          </a:p>
          <a:p>
            <a:pPr lvl="1" eaLnBrk="1" hangingPunct="1">
              <a:lnSpc>
                <a:spcPct val="90000"/>
              </a:lnSpc>
              <a:defRPr/>
            </a:pPr>
            <a:r>
              <a:rPr lang="en-US"/>
              <a:t>encryption provides no confidence of sender</a:t>
            </a:r>
          </a:p>
          <a:p>
            <a:pPr lvl="1" eaLnBrk="1" hangingPunct="1">
              <a:lnSpc>
                <a:spcPct val="90000"/>
              </a:lnSpc>
              <a:defRPr/>
            </a:pPr>
            <a:r>
              <a:rPr lang="en-US"/>
              <a:t>since anyone potentially knows public-key</a:t>
            </a:r>
          </a:p>
          <a:p>
            <a:pPr lvl="1" eaLnBrk="1" hangingPunct="1">
              <a:lnSpc>
                <a:spcPct val="90000"/>
              </a:lnSpc>
              <a:defRPr/>
            </a:pPr>
            <a:r>
              <a:rPr lang="en-US"/>
              <a:t>however if </a:t>
            </a:r>
          </a:p>
          <a:p>
            <a:pPr lvl="2" eaLnBrk="1" hangingPunct="1">
              <a:lnSpc>
                <a:spcPct val="90000"/>
              </a:lnSpc>
              <a:defRPr/>
            </a:pPr>
            <a:r>
              <a:rPr lang="en-US"/>
              <a:t>sender </a:t>
            </a:r>
            <a:r>
              <a:rPr lang="en-US" b="1"/>
              <a:t>signs</a:t>
            </a:r>
            <a:r>
              <a:rPr lang="en-US"/>
              <a:t> message using their private-key</a:t>
            </a:r>
          </a:p>
          <a:p>
            <a:pPr lvl="2" eaLnBrk="1" hangingPunct="1">
              <a:lnSpc>
                <a:spcPct val="90000"/>
              </a:lnSpc>
              <a:defRPr/>
            </a:pPr>
            <a:r>
              <a:rPr lang="en-US"/>
              <a:t>then encrypts with recipients public key</a:t>
            </a:r>
          </a:p>
          <a:p>
            <a:pPr lvl="2" eaLnBrk="1" hangingPunct="1">
              <a:lnSpc>
                <a:spcPct val="90000"/>
              </a:lnSpc>
              <a:defRPr/>
            </a:pPr>
            <a:r>
              <a:rPr lang="en-US"/>
              <a:t>have both secrecy and authentication</a:t>
            </a:r>
          </a:p>
          <a:p>
            <a:pPr lvl="1" eaLnBrk="1" hangingPunct="1">
              <a:lnSpc>
                <a:spcPct val="90000"/>
              </a:lnSpc>
              <a:defRPr/>
            </a:pPr>
            <a:r>
              <a:rPr lang="en-US"/>
              <a:t>again need to recognize corrupted messages</a:t>
            </a:r>
          </a:p>
          <a:p>
            <a:pPr lvl="1" eaLnBrk="1" hangingPunct="1">
              <a:lnSpc>
                <a:spcPct val="90000"/>
              </a:lnSpc>
              <a:defRPr/>
            </a:pPr>
            <a:r>
              <a:rPr lang="en-US"/>
              <a:t>but at cost of two public-key uses on message</a:t>
            </a:r>
            <a:endParaRPr lang="en-AU"/>
          </a:p>
        </p:txBody>
      </p:sp>
      <p:sp>
        <p:nvSpPr>
          <p:cNvPr id="6" name="Slide Number Placeholder 5">
            <a:extLst>
              <a:ext uri="{FF2B5EF4-FFF2-40B4-BE49-F238E27FC236}">
                <a16:creationId xmlns:a16="http://schemas.microsoft.com/office/drawing/2014/main" id="{C4B0984C-4CB5-4D56-8B0A-6E78DDDD30CF}"/>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D356E405-ED36-447D-9BE2-7C9AA01D1D3B}" type="slidenum">
              <a:rPr lang="en-US" altLang="en-US" sz="1000"/>
              <a:pPr eaLnBrk="1" hangingPunct="1"/>
              <a:t>23</a:t>
            </a:fld>
            <a:endParaRPr lang="en-US"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85751B8-CB73-40DC-B866-3203A5884FC9}"/>
              </a:ext>
            </a:extLst>
          </p:cNvPr>
          <p:cNvSpPr>
            <a:spLocks noGrp="1" noChangeArrowheads="1"/>
          </p:cNvSpPr>
          <p:nvPr>
            <p:ph type="title"/>
          </p:nvPr>
        </p:nvSpPr>
        <p:spPr/>
        <p:txBody>
          <a:bodyPr/>
          <a:lstStyle/>
          <a:p>
            <a:pPr eaLnBrk="1" hangingPunct="1">
              <a:defRPr/>
            </a:pPr>
            <a:r>
              <a:rPr lang="en-US" sz="4000"/>
              <a:t>Message Authentication Code (MAC)</a:t>
            </a:r>
            <a:endParaRPr lang="en-AU" sz="4000"/>
          </a:p>
        </p:txBody>
      </p:sp>
      <p:sp>
        <p:nvSpPr>
          <p:cNvPr id="52227" name="Rectangle 3">
            <a:extLst>
              <a:ext uri="{FF2B5EF4-FFF2-40B4-BE49-F238E27FC236}">
                <a16:creationId xmlns:a16="http://schemas.microsoft.com/office/drawing/2014/main" id="{8BFE50FD-9E66-46A2-B7E9-0C2C2361EE64}"/>
              </a:ext>
            </a:extLst>
          </p:cNvPr>
          <p:cNvSpPr>
            <a:spLocks noGrp="1" noChangeArrowheads="1"/>
          </p:cNvSpPr>
          <p:nvPr>
            <p:ph type="body" idx="1"/>
          </p:nvPr>
        </p:nvSpPr>
        <p:spPr/>
        <p:txBody>
          <a:bodyPr/>
          <a:lstStyle/>
          <a:p>
            <a:pPr eaLnBrk="1" hangingPunct="1">
              <a:lnSpc>
                <a:spcPct val="90000"/>
              </a:lnSpc>
              <a:defRPr/>
            </a:pPr>
            <a:r>
              <a:rPr lang="en-AU"/>
              <a:t>generated by an algorithm that creates a small fixed-sized block</a:t>
            </a:r>
          </a:p>
          <a:p>
            <a:pPr lvl="1" eaLnBrk="1" hangingPunct="1">
              <a:lnSpc>
                <a:spcPct val="90000"/>
              </a:lnSpc>
              <a:defRPr/>
            </a:pPr>
            <a:r>
              <a:rPr lang="en-AU"/>
              <a:t>depending on both message and some key</a:t>
            </a:r>
          </a:p>
          <a:p>
            <a:pPr lvl="1" eaLnBrk="1" hangingPunct="1">
              <a:lnSpc>
                <a:spcPct val="90000"/>
              </a:lnSpc>
              <a:defRPr/>
            </a:pPr>
            <a:r>
              <a:rPr lang="en-US"/>
              <a:t>like encryption though need not be reversible</a:t>
            </a:r>
            <a:endParaRPr lang="en-AU"/>
          </a:p>
          <a:p>
            <a:pPr eaLnBrk="1" hangingPunct="1">
              <a:lnSpc>
                <a:spcPct val="90000"/>
              </a:lnSpc>
              <a:defRPr/>
            </a:pPr>
            <a:r>
              <a:rPr lang="en-US"/>
              <a:t>appended to message as a </a:t>
            </a:r>
            <a:r>
              <a:rPr lang="en-US" b="1"/>
              <a:t>signature</a:t>
            </a:r>
            <a:endParaRPr lang="en-US"/>
          </a:p>
          <a:p>
            <a:pPr eaLnBrk="1" hangingPunct="1">
              <a:lnSpc>
                <a:spcPct val="90000"/>
              </a:lnSpc>
              <a:defRPr/>
            </a:pPr>
            <a:r>
              <a:rPr lang="en-US"/>
              <a:t>receiver performs same computation on message and checks it matches the MAC</a:t>
            </a:r>
          </a:p>
          <a:p>
            <a:pPr eaLnBrk="1" hangingPunct="1">
              <a:lnSpc>
                <a:spcPct val="90000"/>
              </a:lnSpc>
              <a:defRPr/>
            </a:pPr>
            <a:r>
              <a:rPr lang="en-US"/>
              <a:t>provides assurance that message is unaltered and comes from sender</a:t>
            </a:r>
            <a:endParaRPr lang="en-AU"/>
          </a:p>
        </p:txBody>
      </p:sp>
      <p:sp>
        <p:nvSpPr>
          <p:cNvPr id="6" name="Slide Number Placeholder 5">
            <a:extLst>
              <a:ext uri="{FF2B5EF4-FFF2-40B4-BE49-F238E27FC236}">
                <a16:creationId xmlns:a16="http://schemas.microsoft.com/office/drawing/2014/main" id="{A406B075-2F3A-4F2A-92A2-0FAD2994BCA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2D5C374-2812-4D4D-818D-B65EA1B7EEA0}" type="slidenum">
              <a:rPr lang="en-US" altLang="en-US" sz="1000"/>
              <a:pPr eaLnBrk="1" hangingPunct="1"/>
              <a:t>24</a:t>
            </a:fld>
            <a:endParaRPr lang="en-US"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D6FC1F5-D226-4272-BF17-5F7B6D799475}"/>
              </a:ext>
            </a:extLst>
          </p:cNvPr>
          <p:cNvSpPr>
            <a:spLocks noGrp="1" noChangeArrowheads="1"/>
          </p:cNvSpPr>
          <p:nvPr>
            <p:ph type="title"/>
          </p:nvPr>
        </p:nvSpPr>
        <p:spPr/>
        <p:txBody>
          <a:bodyPr/>
          <a:lstStyle/>
          <a:p>
            <a:pPr eaLnBrk="1" hangingPunct="1">
              <a:defRPr/>
            </a:pPr>
            <a:r>
              <a:rPr lang="en-US"/>
              <a:t>Message Authentication Code</a:t>
            </a:r>
            <a:endParaRPr lang="en-AU"/>
          </a:p>
        </p:txBody>
      </p:sp>
      <p:pic>
        <p:nvPicPr>
          <p:cNvPr id="9219" name="Picture 5" descr="&#10;Ch11. MAC.pdf                                                  00156198  Mnementh                      BEAE7A2F:">
            <a:extLst>
              <a:ext uri="{FF2B5EF4-FFF2-40B4-BE49-F238E27FC236}">
                <a16:creationId xmlns:a16="http://schemas.microsoft.com/office/drawing/2014/main" id="{26159CF8-827E-45B6-B17F-34BEC25CF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4853"/>
          <a:stretch>
            <a:fillRect/>
          </a:stretch>
        </p:blipFill>
        <p:spPr bwMode="auto">
          <a:xfrm>
            <a:off x="609600" y="2590800"/>
            <a:ext cx="8043863"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B7B588F1-D84C-4C2B-B542-26158D352BC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B8BDDA2-9F3D-4926-87EE-1354AAE7F4CE}" type="slidenum">
              <a:rPr lang="en-US" altLang="en-US" sz="1000"/>
              <a:pPr eaLnBrk="1" hangingPunct="1"/>
              <a:t>25</a:t>
            </a:fld>
            <a:endParaRPr lang="en-US" alt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17B0450-88F0-42A6-A6E9-6CA1337B2558}"/>
              </a:ext>
            </a:extLst>
          </p:cNvPr>
          <p:cNvSpPr>
            <a:spLocks noGrp="1" noChangeArrowheads="1"/>
          </p:cNvSpPr>
          <p:nvPr>
            <p:ph type="title"/>
          </p:nvPr>
        </p:nvSpPr>
        <p:spPr/>
        <p:txBody>
          <a:bodyPr/>
          <a:lstStyle/>
          <a:p>
            <a:pPr eaLnBrk="1" hangingPunct="1">
              <a:defRPr/>
            </a:pPr>
            <a:r>
              <a:rPr lang="en-US"/>
              <a:t>Message Authentication Codes</a:t>
            </a:r>
            <a:endParaRPr lang="en-AU"/>
          </a:p>
        </p:txBody>
      </p:sp>
      <p:sp>
        <p:nvSpPr>
          <p:cNvPr id="54275" name="Rectangle 3">
            <a:extLst>
              <a:ext uri="{FF2B5EF4-FFF2-40B4-BE49-F238E27FC236}">
                <a16:creationId xmlns:a16="http://schemas.microsoft.com/office/drawing/2014/main" id="{B6482324-1700-4F84-8373-4936A55AD12A}"/>
              </a:ext>
            </a:extLst>
          </p:cNvPr>
          <p:cNvSpPr>
            <a:spLocks noGrp="1" noChangeArrowheads="1"/>
          </p:cNvSpPr>
          <p:nvPr>
            <p:ph type="body" idx="1"/>
          </p:nvPr>
        </p:nvSpPr>
        <p:spPr/>
        <p:txBody>
          <a:bodyPr/>
          <a:lstStyle/>
          <a:p>
            <a:pPr eaLnBrk="1" hangingPunct="1">
              <a:lnSpc>
                <a:spcPct val="90000"/>
              </a:lnSpc>
              <a:defRPr/>
            </a:pPr>
            <a:r>
              <a:rPr lang="en-US" sz="2800"/>
              <a:t>as shown the MAC provides authentication</a:t>
            </a:r>
          </a:p>
          <a:p>
            <a:pPr eaLnBrk="1" hangingPunct="1">
              <a:lnSpc>
                <a:spcPct val="90000"/>
              </a:lnSpc>
              <a:defRPr/>
            </a:pPr>
            <a:r>
              <a:rPr lang="en-US" sz="2800"/>
              <a:t>can also use encryption for secrecy</a:t>
            </a:r>
          </a:p>
          <a:p>
            <a:pPr lvl="1" eaLnBrk="1" hangingPunct="1">
              <a:lnSpc>
                <a:spcPct val="90000"/>
              </a:lnSpc>
              <a:defRPr/>
            </a:pPr>
            <a:r>
              <a:rPr lang="en-US" sz="2400"/>
              <a:t>generally use separate keys for each</a:t>
            </a:r>
          </a:p>
          <a:p>
            <a:pPr lvl="1" eaLnBrk="1" hangingPunct="1">
              <a:lnSpc>
                <a:spcPct val="90000"/>
              </a:lnSpc>
              <a:defRPr/>
            </a:pPr>
            <a:r>
              <a:rPr lang="en-US" sz="2400"/>
              <a:t>can compute MAC either before or after encryption</a:t>
            </a:r>
          </a:p>
          <a:p>
            <a:pPr lvl="1" eaLnBrk="1" hangingPunct="1">
              <a:lnSpc>
                <a:spcPct val="90000"/>
              </a:lnSpc>
              <a:defRPr/>
            </a:pPr>
            <a:r>
              <a:rPr lang="en-US" sz="2400"/>
              <a:t>is generally regarded as better done before</a:t>
            </a:r>
          </a:p>
          <a:p>
            <a:pPr eaLnBrk="1" hangingPunct="1">
              <a:lnSpc>
                <a:spcPct val="90000"/>
              </a:lnSpc>
              <a:defRPr/>
            </a:pPr>
            <a:r>
              <a:rPr lang="en-US" sz="2800"/>
              <a:t>why use a MAC?</a:t>
            </a:r>
          </a:p>
          <a:p>
            <a:pPr lvl="1" eaLnBrk="1" hangingPunct="1">
              <a:lnSpc>
                <a:spcPct val="90000"/>
              </a:lnSpc>
              <a:defRPr/>
            </a:pPr>
            <a:r>
              <a:rPr lang="en-US" sz="2400"/>
              <a:t>sometimes only authentication is needed</a:t>
            </a:r>
          </a:p>
          <a:p>
            <a:pPr lvl="1" eaLnBrk="1" hangingPunct="1">
              <a:lnSpc>
                <a:spcPct val="90000"/>
              </a:lnSpc>
              <a:defRPr/>
            </a:pPr>
            <a:r>
              <a:rPr lang="en-US" sz="2400"/>
              <a:t>sometimes need authentication to persist longer than the encryption (eg. archival use)</a:t>
            </a:r>
          </a:p>
          <a:p>
            <a:pPr eaLnBrk="1" hangingPunct="1">
              <a:lnSpc>
                <a:spcPct val="90000"/>
              </a:lnSpc>
              <a:defRPr/>
            </a:pPr>
            <a:r>
              <a:rPr lang="en-US" sz="2800"/>
              <a:t>note that a MAC is not a digital signature</a:t>
            </a:r>
            <a:endParaRPr lang="en-AU" sz="2800"/>
          </a:p>
        </p:txBody>
      </p:sp>
      <p:sp>
        <p:nvSpPr>
          <p:cNvPr id="6" name="Slide Number Placeholder 5">
            <a:extLst>
              <a:ext uri="{FF2B5EF4-FFF2-40B4-BE49-F238E27FC236}">
                <a16:creationId xmlns:a16="http://schemas.microsoft.com/office/drawing/2014/main" id="{7B34F132-9027-4A7E-86A1-FCF07061D51C}"/>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B261793-C107-4B62-B841-146D2293009B}" type="slidenum">
              <a:rPr lang="en-US" altLang="en-US" sz="1000"/>
              <a:pPr eaLnBrk="1" hangingPunct="1"/>
              <a:t>26</a:t>
            </a:fld>
            <a:endParaRPr lang="en-US" alt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38FC95E-D643-4F18-8B1F-9300E0099AE9}"/>
              </a:ext>
            </a:extLst>
          </p:cNvPr>
          <p:cNvSpPr>
            <a:spLocks noGrp="1" noChangeArrowheads="1"/>
          </p:cNvSpPr>
          <p:nvPr>
            <p:ph type="title"/>
          </p:nvPr>
        </p:nvSpPr>
        <p:spPr/>
        <p:txBody>
          <a:bodyPr/>
          <a:lstStyle/>
          <a:p>
            <a:pPr eaLnBrk="1" hangingPunct="1">
              <a:defRPr/>
            </a:pPr>
            <a:r>
              <a:rPr lang="en-US"/>
              <a:t>MAC Properties</a:t>
            </a:r>
            <a:endParaRPr lang="en-AU"/>
          </a:p>
        </p:txBody>
      </p:sp>
      <p:sp>
        <p:nvSpPr>
          <p:cNvPr id="57347" name="Rectangle 3">
            <a:extLst>
              <a:ext uri="{FF2B5EF4-FFF2-40B4-BE49-F238E27FC236}">
                <a16:creationId xmlns:a16="http://schemas.microsoft.com/office/drawing/2014/main" id="{AA958F92-4D8E-4B83-B2C9-C751290EA425}"/>
              </a:ext>
            </a:extLst>
          </p:cNvPr>
          <p:cNvSpPr>
            <a:spLocks noGrp="1" noChangeArrowheads="1"/>
          </p:cNvSpPr>
          <p:nvPr>
            <p:ph type="body" idx="1"/>
          </p:nvPr>
        </p:nvSpPr>
        <p:spPr/>
        <p:txBody>
          <a:bodyPr/>
          <a:lstStyle/>
          <a:p>
            <a:pPr eaLnBrk="1" hangingPunct="1">
              <a:defRPr/>
            </a:pPr>
            <a:r>
              <a:rPr lang="en-US"/>
              <a:t>a MAC is a cryptographic checksum</a:t>
            </a:r>
          </a:p>
          <a:p>
            <a:pPr lvl="1" eaLnBrk="1" hangingPunct="1">
              <a:buFont typeface="Wingdings" panose="05000000000000000000" pitchFamily="2" charset="2"/>
              <a:buNone/>
              <a:defRPr/>
            </a:pPr>
            <a:r>
              <a:rPr lang="en-US"/>
              <a:t>	</a:t>
            </a:r>
            <a:r>
              <a:rPr lang="en-US">
                <a:latin typeface="Courier New" pitchFamily="49" charset="0"/>
              </a:rPr>
              <a:t>MAC = C</a:t>
            </a:r>
            <a:r>
              <a:rPr lang="en-US" baseline="-25000">
                <a:latin typeface="Courier New" pitchFamily="49" charset="0"/>
              </a:rPr>
              <a:t>K</a:t>
            </a:r>
            <a:r>
              <a:rPr lang="en-US">
                <a:latin typeface="Courier New" pitchFamily="49" charset="0"/>
              </a:rPr>
              <a:t>(M)</a:t>
            </a:r>
          </a:p>
          <a:p>
            <a:pPr lvl="1" eaLnBrk="1" hangingPunct="1">
              <a:defRPr/>
            </a:pPr>
            <a:r>
              <a:rPr lang="en-US"/>
              <a:t>condenses a variable-length message M</a:t>
            </a:r>
          </a:p>
          <a:p>
            <a:pPr lvl="1" eaLnBrk="1" hangingPunct="1">
              <a:defRPr/>
            </a:pPr>
            <a:r>
              <a:rPr lang="en-US"/>
              <a:t>using a secret key K</a:t>
            </a:r>
          </a:p>
          <a:p>
            <a:pPr lvl="1" eaLnBrk="1" hangingPunct="1">
              <a:defRPr/>
            </a:pPr>
            <a:r>
              <a:rPr lang="en-US"/>
              <a:t>to a fixed-sized authenticator</a:t>
            </a:r>
          </a:p>
          <a:p>
            <a:pPr eaLnBrk="1" hangingPunct="1">
              <a:defRPr/>
            </a:pPr>
            <a:r>
              <a:rPr lang="en-US"/>
              <a:t>is a many-to-one function</a:t>
            </a:r>
          </a:p>
          <a:p>
            <a:pPr lvl="1" eaLnBrk="1" hangingPunct="1">
              <a:defRPr/>
            </a:pPr>
            <a:r>
              <a:rPr lang="en-US"/>
              <a:t>potentially many messages have same MAC</a:t>
            </a:r>
          </a:p>
          <a:p>
            <a:pPr lvl="1" eaLnBrk="1" hangingPunct="1">
              <a:defRPr/>
            </a:pPr>
            <a:r>
              <a:rPr lang="en-US"/>
              <a:t>but finding these needs to be very difficult</a:t>
            </a:r>
            <a:endParaRPr lang="en-AU"/>
          </a:p>
        </p:txBody>
      </p:sp>
      <p:sp>
        <p:nvSpPr>
          <p:cNvPr id="6" name="Slide Number Placeholder 5">
            <a:extLst>
              <a:ext uri="{FF2B5EF4-FFF2-40B4-BE49-F238E27FC236}">
                <a16:creationId xmlns:a16="http://schemas.microsoft.com/office/drawing/2014/main" id="{8C60AC16-74EA-4A51-8748-97535EB55AC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5273323-0CD6-4E96-B6DE-6A97C2D668DF}" type="slidenum">
              <a:rPr lang="en-US" altLang="en-US" sz="1000"/>
              <a:pPr eaLnBrk="1" hangingPunct="1"/>
              <a:t>27</a:t>
            </a:fld>
            <a:endParaRPr lang="en-US" altLang="en-US" sz="1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BA9EE3B-6572-4CAD-885C-E95B6180FDCF}"/>
              </a:ext>
            </a:extLst>
          </p:cNvPr>
          <p:cNvSpPr>
            <a:spLocks noGrp="1" noChangeArrowheads="1"/>
          </p:cNvSpPr>
          <p:nvPr>
            <p:ph type="title"/>
          </p:nvPr>
        </p:nvSpPr>
        <p:spPr/>
        <p:txBody>
          <a:bodyPr/>
          <a:lstStyle/>
          <a:p>
            <a:pPr eaLnBrk="1" hangingPunct="1">
              <a:defRPr/>
            </a:pPr>
            <a:r>
              <a:rPr lang="en-US"/>
              <a:t>Requirements for MACs</a:t>
            </a:r>
            <a:endParaRPr lang="en-AU"/>
          </a:p>
        </p:txBody>
      </p:sp>
      <p:sp>
        <p:nvSpPr>
          <p:cNvPr id="58371" name="Rectangle 3">
            <a:extLst>
              <a:ext uri="{FF2B5EF4-FFF2-40B4-BE49-F238E27FC236}">
                <a16:creationId xmlns:a16="http://schemas.microsoft.com/office/drawing/2014/main" id="{2B21AF23-0A0D-4561-AB64-5C575505FEB2}"/>
              </a:ext>
            </a:extLst>
          </p:cNvPr>
          <p:cNvSpPr>
            <a:spLocks noGrp="1" noChangeArrowheads="1"/>
          </p:cNvSpPr>
          <p:nvPr>
            <p:ph type="body" idx="1"/>
          </p:nvPr>
        </p:nvSpPr>
        <p:spPr/>
        <p:txBody>
          <a:bodyPr/>
          <a:lstStyle/>
          <a:p>
            <a:pPr marL="609600" indent="-609600" eaLnBrk="1" hangingPunct="1">
              <a:defRPr/>
            </a:pPr>
            <a:r>
              <a:rPr lang="en-US"/>
              <a:t>taking into account the types of attacks</a:t>
            </a:r>
          </a:p>
          <a:p>
            <a:pPr marL="609600" indent="-609600" eaLnBrk="1" hangingPunct="1">
              <a:defRPr/>
            </a:pPr>
            <a:r>
              <a:rPr lang="en-US"/>
              <a:t>need the MAC to satisfy the following:</a:t>
            </a:r>
          </a:p>
          <a:p>
            <a:pPr marL="990600" lvl="1" indent="-533400" eaLnBrk="1" hangingPunct="1">
              <a:buFontTx/>
              <a:buAutoNum type="arabicPeriod"/>
              <a:defRPr/>
            </a:pPr>
            <a:r>
              <a:rPr lang="en-US"/>
              <a:t>knowing a message and MAC, is infeasible to find another message with same MAC</a:t>
            </a:r>
          </a:p>
          <a:p>
            <a:pPr marL="990600" lvl="1" indent="-533400" eaLnBrk="1" hangingPunct="1">
              <a:buFontTx/>
              <a:buAutoNum type="arabicPeriod"/>
              <a:defRPr/>
            </a:pPr>
            <a:r>
              <a:rPr lang="en-US"/>
              <a:t>MACs should be uniformly distributed</a:t>
            </a:r>
          </a:p>
          <a:p>
            <a:pPr marL="990600" lvl="1" indent="-533400" eaLnBrk="1" hangingPunct="1">
              <a:buFontTx/>
              <a:buAutoNum type="arabicPeriod"/>
              <a:defRPr/>
            </a:pPr>
            <a:r>
              <a:rPr lang="en-US"/>
              <a:t>MAC should depend equally on all bits of the message</a:t>
            </a:r>
            <a:endParaRPr lang="en-AU"/>
          </a:p>
        </p:txBody>
      </p:sp>
      <p:sp>
        <p:nvSpPr>
          <p:cNvPr id="6" name="Slide Number Placeholder 5">
            <a:extLst>
              <a:ext uri="{FF2B5EF4-FFF2-40B4-BE49-F238E27FC236}">
                <a16:creationId xmlns:a16="http://schemas.microsoft.com/office/drawing/2014/main" id="{8ABFA070-8F25-4C7B-A4F5-2F515DE1E933}"/>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08E3B35-DD15-4757-9C7E-B98D788082F8}" type="slidenum">
              <a:rPr lang="en-US" altLang="en-US" sz="1000"/>
              <a:pPr eaLnBrk="1" hangingPunct="1"/>
              <a:t>28</a:t>
            </a:fld>
            <a:endParaRPr lang="en-US" alt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20E28ED-6158-4974-8F2D-DADA00412326}"/>
              </a:ext>
            </a:extLst>
          </p:cNvPr>
          <p:cNvSpPr>
            <a:spLocks noGrp="1" noChangeArrowheads="1"/>
          </p:cNvSpPr>
          <p:nvPr>
            <p:ph type="title"/>
          </p:nvPr>
        </p:nvSpPr>
        <p:spPr/>
        <p:txBody>
          <a:bodyPr/>
          <a:lstStyle/>
          <a:p>
            <a:pPr eaLnBrk="1" hangingPunct="1">
              <a:defRPr/>
            </a:pPr>
            <a:r>
              <a:rPr lang="en-US" sz="4000"/>
              <a:t>Using Symmetric Ciphers for MACs</a:t>
            </a:r>
            <a:endParaRPr lang="en-AU" sz="4000"/>
          </a:p>
        </p:txBody>
      </p:sp>
      <p:sp>
        <p:nvSpPr>
          <p:cNvPr id="59395" name="Rectangle 3">
            <a:extLst>
              <a:ext uri="{FF2B5EF4-FFF2-40B4-BE49-F238E27FC236}">
                <a16:creationId xmlns:a16="http://schemas.microsoft.com/office/drawing/2014/main" id="{8D4587FC-94EE-4C2B-BE3E-2084001F6067}"/>
              </a:ext>
            </a:extLst>
          </p:cNvPr>
          <p:cNvSpPr>
            <a:spLocks noGrp="1" noChangeArrowheads="1"/>
          </p:cNvSpPr>
          <p:nvPr>
            <p:ph type="body" idx="1"/>
          </p:nvPr>
        </p:nvSpPr>
        <p:spPr/>
        <p:txBody>
          <a:bodyPr/>
          <a:lstStyle/>
          <a:p>
            <a:pPr eaLnBrk="1" hangingPunct="1">
              <a:lnSpc>
                <a:spcPct val="90000"/>
              </a:lnSpc>
              <a:defRPr/>
            </a:pPr>
            <a:r>
              <a:rPr lang="en-US"/>
              <a:t>can use any block cipher chaining mode and use final block as a MAC</a:t>
            </a:r>
          </a:p>
          <a:p>
            <a:pPr eaLnBrk="1" hangingPunct="1">
              <a:lnSpc>
                <a:spcPct val="90000"/>
              </a:lnSpc>
              <a:defRPr/>
            </a:pPr>
            <a:r>
              <a:rPr lang="en-US" b="1"/>
              <a:t>Data Authentication Algorithm (DAA)</a:t>
            </a:r>
            <a:r>
              <a:rPr lang="en-US"/>
              <a:t> is a widely used MAC based on DES-CBC</a:t>
            </a:r>
          </a:p>
          <a:p>
            <a:pPr lvl="1" eaLnBrk="1" hangingPunct="1">
              <a:lnSpc>
                <a:spcPct val="90000"/>
              </a:lnSpc>
              <a:defRPr/>
            </a:pPr>
            <a:r>
              <a:rPr lang="en-US"/>
              <a:t>using IV=0 and zero-pad of final block</a:t>
            </a:r>
          </a:p>
          <a:p>
            <a:pPr lvl="1" eaLnBrk="1" hangingPunct="1">
              <a:lnSpc>
                <a:spcPct val="90000"/>
              </a:lnSpc>
              <a:defRPr/>
            </a:pPr>
            <a:r>
              <a:rPr lang="en-US"/>
              <a:t>encrypt message using DES in CBC mode</a:t>
            </a:r>
          </a:p>
          <a:p>
            <a:pPr lvl="1" eaLnBrk="1" hangingPunct="1">
              <a:lnSpc>
                <a:spcPct val="90000"/>
              </a:lnSpc>
              <a:defRPr/>
            </a:pPr>
            <a:r>
              <a:rPr lang="en-US"/>
              <a:t>and send just the final block as the MAC</a:t>
            </a:r>
          </a:p>
          <a:p>
            <a:pPr lvl="2" eaLnBrk="1" hangingPunct="1">
              <a:lnSpc>
                <a:spcPct val="90000"/>
              </a:lnSpc>
              <a:defRPr/>
            </a:pPr>
            <a:r>
              <a:rPr lang="en-US"/>
              <a:t>or the leftmost M bits (16</a:t>
            </a:r>
            <a:r>
              <a:rPr lang="en-US">
                <a:cs typeface="Arial" pitchFamily="34" charset="0"/>
              </a:rPr>
              <a:t>≤M≤64) of final block</a:t>
            </a:r>
          </a:p>
          <a:p>
            <a:pPr eaLnBrk="1" hangingPunct="1">
              <a:lnSpc>
                <a:spcPct val="90000"/>
              </a:lnSpc>
              <a:defRPr/>
            </a:pPr>
            <a:r>
              <a:rPr lang="en-US">
                <a:cs typeface="Arial" pitchFamily="34" charset="0"/>
              </a:rPr>
              <a:t>but final MAC is now too small for security</a:t>
            </a:r>
          </a:p>
        </p:txBody>
      </p:sp>
      <p:sp>
        <p:nvSpPr>
          <p:cNvPr id="6" name="Slide Number Placeholder 5">
            <a:extLst>
              <a:ext uri="{FF2B5EF4-FFF2-40B4-BE49-F238E27FC236}">
                <a16:creationId xmlns:a16="http://schemas.microsoft.com/office/drawing/2014/main" id="{E035729E-E954-4162-B20C-0DDE894F3517}"/>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06B925C-DDD1-447A-B456-644EE5AAA97D}" type="slidenum">
              <a:rPr lang="en-US" altLang="en-US" sz="1000"/>
              <a:pPr eaLnBrk="1" hangingPunct="1"/>
              <a:t>29</a:t>
            </a:fld>
            <a:endParaRPr lang="en-US" altLang="en-US"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919E0D3-A0E2-4F76-93C3-E458751F6C5E}"/>
              </a:ext>
            </a:extLst>
          </p:cNvPr>
          <p:cNvSpPr>
            <a:spLocks noGrp="1" noChangeArrowheads="1"/>
          </p:cNvSpPr>
          <p:nvPr>
            <p:ph type="title"/>
          </p:nvPr>
        </p:nvSpPr>
        <p:spPr/>
        <p:txBody>
          <a:bodyPr/>
          <a:lstStyle/>
          <a:p>
            <a:pPr eaLnBrk="1" hangingPunct="1">
              <a:defRPr/>
            </a:pPr>
            <a:r>
              <a:rPr lang="en-US" sz="4000"/>
              <a:t>Data Authentication Algorithm</a:t>
            </a:r>
            <a:endParaRPr lang="en-AU" sz="4000"/>
          </a:p>
        </p:txBody>
      </p:sp>
      <p:pic>
        <p:nvPicPr>
          <p:cNvPr id="14339" name="Picture 5" descr="&#10;Ch11. DAA.pdf                                                  00156198  Mnementh                      BEAE7A2F:">
            <a:extLst>
              <a:ext uri="{FF2B5EF4-FFF2-40B4-BE49-F238E27FC236}">
                <a16:creationId xmlns:a16="http://schemas.microsoft.com/office/drawing/2014/main" id="{CDC14DF2-9837-471C-B734-F266BFAB8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33" b="27794"/>
          <a:stretch>
            <a:fillRect/>
          </a:stretch>
        </p:blipFill>
        <p:spPr bwMode="auto">
          <a:xfrm>
            <a:off x="533400" y="1828800"/>
            <a:ext cx="8043863" cy="420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E66B04C2-44C4-467F-A8BF-6A917BB55AC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4E06EA7-D49D-45BB-A68D-B2DFAD5E104D}" type="slidenum">
              <a:rPr lang="en-US" altLang="en-US" sz="1000"/>
              <a:pPr eaLnBrk="1" hangingPunct="1"/>
              <a:t>30</a:t>
            </a:fld>
            <a:endParaRPr lang="en-US" alt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CD82F84-9943-4569-B0A2-65805CCA9974}"/>
              </a:ext>
            </a:extLst>
          </p:cNvPr>
          <p:cNvSpPr>
            <a:spLocks noGrp="1" noChangeArrowheads="1"/>
          </p:cNvSpPr>
          <p:nvPr>
            <p:ph type="title"/>
          </p:nvPr>
        </p:nvSpPr>
        <p:spPr/>
        <p:txBody>
          <a:bodyPr/>
          <a:lstStyle/>
          <a:p>
            <a:pPr eaLnBrk="1" hangingPunct="1">
              <a:defRPr/>
            </a:pPr>
            <a:r>
              <a:rPr lang="en-US"/>
              <a:t>Hash Functions</a:t>
            </a:r>
            <a:endParaRPr lang="en-AU"/>
          </a:p>
        </p:txBody>
      </p:sp>
      <p:sp>
        <p:nvSpPr>
          <p:cNvPr id="55299" name="Rectangle 3">
            <a:extLst>
              <a:ext uri="{FF2B5EF4-FFF2-40B4-BE49-F238E27FC236}">
                <a16:creationId xmlns:a16="http://schemas.microsoft.com/office/drawing/2014/main" id="{D430D821-4B23-4F56-B629-D2D74CA9B3A6}"/>
              </a:ext>
            </a:extLst>
          </p:cNvPr>
          <p:cNvSpPr>
            <a:spLocks noGrp="1" noChangeArrowheads="1"/>
          </p:cNvSpPr>
          <p:nvPr>
            <p:ph type="body" idx="1"/>
          </p:nvPr>
        </p:nvSpPr>
        <p:spPr/>
        <p:txBody>
          <a:bodyPr/>
          <a:lstStyle/>
          <a:p>
            <a:pPr eaLnBrk="1" hangingPunct="1">
              <a:defRPr/>
            </a:pPr>
            <a:r>
              <a:rPr lang="en-AU"/>
              <a:t>condenses arbitrary message to fixed size</a:t>
            </a:r>
          </a:p>
          <a:p>
            <a:pPr lvl="1" eaLnBrk="1" hangingPunct="1">
              <a:buFont typeface="Wingdings" panose="05000000000000000000" pitchFamily="2" charset="2"/>
              <a:buNone/>
              <a:defRPr/>
            </a:pPr>
            <a:r>
              <a:rPr lang="en-US">
                <a:latin typeface="Courier New" pitchFamily="49" charset="0"/>
              </a:rPr>
              <a:t>h = H(M)</a:t>
            </a:r>
            <a:r>
              <a:rPr lang="en-AU"/>
              <a:t> </a:t>
            </a:r>
          </a:p>
          <a:p>
            <a:pPr eaLnBrk="1" hangingPunct="1">
              <a:defRPr/>
            </a:pPr>
            <a:r>
              <a:rPr lang="en-AU"/>
              <a:t>usually assume that the hash function is public and not keyed</a:t>
            </a:r>
          </a:p>
          <a:p>
            <a:pPr lvl="1" eaLnBrk="1" hangingPunct="1">
              <a:defRPr/>
            </a:pPr>
            <a:r>
              <a:rPr lang="en-US"/>
              <a:t>cf. MAC which is keyed</a:t>
            </a:r>
          </a:p>
          <a:p>
            <a:pPr eaLnBrk="1" hangingPunct="1">
              <a:defRPr/>
            </a:pPr>
            <a:r>
              <a:rPr lang="en-US"/>
              <a:t>hash used to detect changes to message</a:t>
            </a:r>
          </a:p>
          <a:p>
            <a:pPr eaLnBrk="1" hangingPunct="1">
              <a:defRPr/>
            </a:pPr>
            <a:r>
              <a:rPr lang="en-US"/>
              <a:t>can use in various ways with message</a:t>
            </a:r>
            <a:endParaRPr lang="en-AU"/>
          </a:p>
          <a:p>
            <a:pPr eaLnBrk="1" hangingPunct="1">
              <a:defRPr/>
            </a:pPr>
            <a:r>
              <a:rPr lang="en-AU"/>
              <a:t>most often to create a digital signature</a:t>
            </a:r>
          </a:p>
        </p:txBody>
      </p:sp>
      <p:sp>
        <p:nvSpPr>
          <p:cNvPr id="6" name="Slide Number Placeholder 5">
            <a:extLst>
              <a:ext uri="{FF2B5EF4-FFF2-40B4-BE49-F238E27FC236}">
                <a16:creationId xmlns:a16="http://schemas.microsoft.com/office/drawing/2014/main" id="{64D3101F-B736-4BB7-AB12-EA2B79671CA1}"/>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3FF734E-4C5F-4F7E-9405-D90F6C2E2763}" type="slidenum">
              <a:rPr lang="en-US" altLang="en-US" sz="1000"/>
              <a:pPr eaLnBrk="1" hangingPunct="1"/>
              <a:t>31</a:t>
            </a:fld>
            <a:endParaRPr lang="en-US" alt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22AA0A3-E516-4280-8E96-38B78189B90A}"/>
              </a:ext>
            </a:extLst>
          </p:cNvPr>
          <p:cNvSpPr>
            <a:spLocks noGrp="1" noChangeArrowheads="1"/>
          </p:cNvSpPr>
          <p:nvPr>
            <p:ph type="title"/>
          </p:nvPr>
        </p:nvSpPr>
        <p:spPr/>
        <p:txBody>
          <a:bodyPr/>
          <a:lstStyle/>
          <a:p>
            <a:pPr eaLnBrk="1" hangingPunct="1">
              <a:defRPr/>
            </a:pPr>
            <a:r>
              <a:rPr lang="en-US" sz="4000"/>
              <a:t>Hash Functions &amp; Digital Signatures</a:t>
            </a:r>
            <a:endParaRPr lang="en-AU" sz="4000"/>
          </a:p>
        </p:txBody>
      </p:sp>
      <p:pic>
        <p:nvPicPr>
          <p:cNvPr id="16387" name="Picture 4" descr="Ch11. Hash_Functions1.pdf                                      00156198  Mnementh                      BEAE7A2F:">
            <a:extLst>
              <a:ext uri="{FF2B5EF4-FFF2-40B4-BE49-F238E27FC236}">
                <a16:creationId xmlns:a16="http://schemas.microsoft.com/office/drawing/2014/main" id="{3718C44D-1834-4A88-AA42-A889140522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0220" r="14319" b="11581"/>
          <a:stretch>
            <a:fillRect/>
          </a:stretch>
        </p:blipFill>
        <p:spPr bwMode="auto">
          <a:xfrm>
            <a:off x="1143000" y="2667000"/>
            <a:ext cx="688657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7D797D1B-0964-4064-B22A-67E7F264D9CD}"/>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7929F4F1-1137-4D9A-8114-105A7CF059D1}" type="slidenum">
              <a:rPr lang="en-US" altLang="en-US" sz="1000"/>
              <a:pPr eaLnBrk="1" hangingPunct="1"/>
              <a:t>32</a:t>
            </a:fld>
            <a:endParaRPr lang="en-US" alt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76CF1AA-A33F-4FDB-B24C-D2857F7BC03D}"/>
              </a:ext>
            </a:extLst>
          </p:cNvPr>
          <p:cNvSpPr>
            <a:spLocks noGrp="1" noChangeArrowheads="1"/>
          </p:cNvSpPr>
          <p:nvPr>
            <p:ph type="title"/>
          </p:nvPr>
        </p:nvSpPr>
        <p:spPr/>
        <p:txBody>
          <a:bodyPr/>
          <a:lstStyle/>
          <a:p>
            <a:pPr eaLnBrk="1" hangingPunct="1">
              <a:defRPr/>
            </a:pPr>
            <a:r>
              <a:rPr lang="en-US" sz="4000"/>
              <a:t>Requirements for Hash Functions</a:t>
            </a:r>
            <a:endParaRPr lang="en-AU" sz="4000"/>
          </a:p>
        </p:txBody>
      </p:sp>
      <p:sp>
        <p:nvSpPr>
          <p:cNvPr id="62467" name="Rectangle 3">
            <a:extLst>
              <a:ext uri="{FF2B5EF4-FFF2-40B4-BE49-F238E27FC236}">
                <a16:creationId xmlns:a16="http://schemas.microsoft.com/office/drawing/2014/main" id="{D0FE0514-A6BB-4EF3-B642-C520333CB5E7}"/>
              </a:ext>
            </a:extLst>
          </p:cNvPr>
          <p:cNvSpPr>
            <a:spLocks noGrp="1" noChangeArrowheads="1"/>
          </p:cNvSpPr>
          <p:nvPr>
            <p:ph type="body" idx="1"/>
          </p:nvPr>
        </p:nvSpPr>
        <p:spPr/>
        <p:txBody>
          <a:bodyPr/>
          <a:lstStyle/>
          <a:p>
            <a:pPr marL="609600" indent="-609600" eaLnBrk="1" hangingPunct="1">
              <a:lnSpc>
                <a:spcPct val="90000"/>
              </a:lnSpc>
              <a:buFontTx/>
              <a:buAutoNum type="arabicPeriod"/>
              <a:defRPr/>
            </a:pPr>
            <a:r>
              <a:rPr lang="en-US" sz="2800"/>
              <a:t>can be applied to any sized message </a:t>
            </a:r>
            <a:r>
              <a:rPr lang="en-US" sz="2800">
                <a:latin typeface="Courier New" pitchFamily="49" charset="0"/>
              </a:rPr>
              <a:t>M</a:t>
            </a:r>
            <a:endParaRPr lang="en-US" sz="2800"/>
          </a:p>
          <a:p>
            <a:pPr marL="609600" indent="-609600" eaLnBrk="1" hangingPunct="1">
              <a:lnSpc>
                <a:spcPct val="90000"/>
              </a:lnSpc>
              <a:buFontTx/>
              <a:buAutoNum type="arabicPeriod"/>
              <a:defRPr/>
            </a:pPr>
            <a:r>
              <a:rPr lang="en-US" sz="2800"/>
              <a:t>produces fixed-length output </a:t>
            </a:r>
            <a:r>
              <a:rPr lang="en-US" sz="2800">
                <a:latin typeface="Courier New" pitchFamily="49" charset="0"/>
              </a:rPr>
              <a:t>h</a:t>
            </a:r>
            <a:endParaRPr lang="en-US" sz="2800"/>
          </a:p>
          <a:p>
            <a:pPr marL="609600" indent="-609600" eaLnBrk="1" hangingPunct="1">
              <a:lnSpc>
                <a:spcPct val="90000"/>
              </a:lnSpc>
              <a:buFontTx/>
              <a:buAutoNum type="arabicPeriod"/>
              <a:defRPr/>
            </a:pPr>
            <a:r>
              <a:rPr lang="en-US" sz="2800"/>
              <a:t>is easy to compute </a:t>
            </a:r>
            <a:r>
              <a:rPr lang="en-US" sz="2800">
                <a:latin typeface="Courier New" pitchFamily="49" charset="0"/>
              </a:rPr>
              <a:t>h=H(M)</a:t>
            </a:r>
            <a:r>
              <a:rPr lang="en-US" sz="2800"/>
              <a:t> for any message </a:t>
            </a:r>
            <a:r>
              <a:rPr lang="en-US" sz="2800">
                <a:latin typeface="Courier New" pitchFamily="49" charset="0"/>
              </a:rPr>
              <a:t>M</a:t>
            </a:r>
          </a:p>
          <a:p>
            <a:pPr marL="609600" indent="-609600" eaLnBrk="1" hangingPunct="1">
              <a:lnSpc>
                <a:spcPct val="90000"/>
              </a:lnSpc>
              <a:buFontTx/>
              <a:buAutoNum type="arabicPeriod"/>
              <a:defRPr/>
            </a:pPr>
            <a:r>
              <a:rPr lang="en-US" sz="2800"/>
              <a:t>given </a:t>
            </a:r>
            <a:r>
              <a:rPr lang="en-US" sz="2800">
                <a:latin typeface="Courier New" pitchFamily="49" charset="0"/>
              </a:rPr>
              <a:t>h</a:t>
            </a:r>
            <a:r>
              <a:rPr lang="en-US" sz="2800"/>
              <a:t> is infeasible to find </a:t>
            </a:r>
            <a:r>
              <a:rPr lang="en-US" sz="2800">
                <a:latin typeface="Courier New" pitchFamily="49" charset="0"/>
              </a:rPr>
              <a:t>x</a:t>
            </a:r>
            <a:r>
              <a:rPr lang="en-US" sz="2800"/>
              <a:t> s.t. </a:t>
            </a:r>
            <a:r>
              <a:rPr lang="en-US" sz="2800">
                <a:latin typeface="Courier New" pitchFamily="49" charset="0"/>
              </a:rPr>
              <a:t>H(x)=h</a:t>
            </a:r>
          </a:p>
          <a:p>
            <a:pPr marL="990600" lvl="1" indent="-533400" eaLnBrk="1" hangingPunct="1">
              <a:lnSpc>
                <a:spcPct val="90000"/>
              </a:lnSpc>
              <a:buFontTx/>
              <a:buChar char="•"/>
              <a:defRPr/>
            </a:pPr>
            <a:r>
              <a:rPr lang="en-US" sz="2400"/>
              <a:t>one-way property</a:t>
            </a:r>
          </a:p>
          <a:p>
            <a:pPr marL="609600" indent="-609600" eaLnBrk="1" hangingPunct="1">
              <a:lnSpc>
                <a:spcPct val="90000"/>
              </a:lnSpc>
              <a:buFontTx/>
              <a:buAutoNum type="arabicPeriod"/>
              <a:defRPr/>
            </a:pPr>
            <a:r>
              <a:rPr lang="en-US" sz="2800"/>
              <a:t>given </a:t>
            </a:r>
            <a:r>
              <a:rPr lang="en-US" sz="2800">
                <a:latin typeface="Courier New" pitchFamily="49" charset="0"/>
              </a:rPr>
              <a:t>x</a:t>
            </a:r>
            <a:r>
              <a:rPr lang="en-US" sz="2800"/>
              <a:t> is infeasible to find </a:t>
            </a:r>
            <a:r>
              <a:rPr lang="en-US" sz="2800">
                <a:latin typeface="Courier New" pitchFamily="49" charset="0"/>
              </a:rPr>
              <a:t>y</a:t>
            </a:r>
            <a:r>
              <a:rPr lang="en-US" sz="2800"/>
              <a:t> s.t</a:t>
            </a:r>
            <a:r>
              <a:rPr lang="en-US" sz="2800">
                <a:latin typeface="Courier New" pitchFamily="49" charset="0"/>
              </a:rPr>
              <a:t>. H(y)=H(x)</a:t>
            </a:r>
          </a:p>
          <a:p>
            <a:pPr marL="990600" lvl="1" indent="-533400" eaLnBrk="1" hangingPunct="1">
              <a:lnSpc>
                <a:spcPct val="90000"/>
              </a:lnSpc>
              <a:buFontTx/>
              <a:buChar char="•"/>
              <a:defRPr/>
            </a:pPr>
            <a:r>
              <a:rPr lang="en-US" sz="2400"/>
              <a:t>weak collision resistance</a:t>
            </a:r>
          </a:p>
          <a:p>
            <a:pPr marL="609600" indent="-609600" eaLnBrk="1" hangingPunct="1">
              <a:lnSpc>
                <a:spcPct val="90000"/>
              </a:lnSpc>
              <a:buFontTx/>
              <a:buAutoNum type="arabicPeriod"/>
              <a:defRPr/>
            </a:pPr>
            <a:r>
              <a:rPr lang="en-US" sz="2800"/>
              <a:t>is infeasible to find any </a:t>
            </a:r>
            <a:r>
              <a:rPr lang="en-US" sz="2800">
                <a:latin typeface="Courier New" pitchFamily="49" charset="0"/>
              </a:rPr>
              <a:t>x,y</a:t>
            </a:r>
            <a:r>
              <a:rPr lang="en-US" sz="2800"/>
              <a:t> s.t</a:t>
            </a:r>
            <a:r>
              <a:rPr lang="en-US" sz="2800">
                <a:latin typeface="Courier New" pitchFamily="49" charset="0"/>
              </a:rPr>
              <a:t>. H(y)=H(x)</a:t>
            </a:r>
          </a:p>
          <a:p>
            <a:pPr marL="990600" lvl="1" indent="-533400" eaLnBrk="1" hangingPunct="1">
              <a:lnSpc>
                <a:spcPct val="90000"/>
              </a:lnSpc>
              <a:buFontTx/>
              <a:buChar char="•"/>
              <a:defRPr/>
            </a:pPr>
            <a:r>
              <a:rPr lang="en-US" sz="2400"/>
              <a:t>strong collision resistance</a:t>
            </a:r>
          </a:p>
          <a:p>
            <a:pPr marL="990600" lvl="1" indent="-533400" eaLnBrk="1" hangingPunct="1">
              <a:lnSpc>
                <a:spcPct val="90000"/>
              </a:lnSpc>
              <a:buFontTx/>
              <a:buAutoNum type="arabicPeriod"/>
              <a:defRPr/>
            </a:pPr>
            <a:endParaRPr lang="en-AU" sz="2400"/>
          </a:p>
        </p:txBody>
      </p:sp>
      <p:sp>
        <p:nvSpPr>
          <p:cNvPr id="6" name="Slide Number Placeholder 5">
            <a:extLst>
              <a:ext uri="{FF2B5EF4-FFF2-40B4-BE49-F238E27FC236}">
                <a16:creationId xmlns:a16="http://schemas.microsoft.com/office/drawing/2014/main" id="{BFBC4D56-4202-42D6-8316-A850F14BC4AE}"/>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F2854FE8-2E4C-49E9-9E1A-C9E112293AED}" type="slidenum">
              <a:rPr lang="en-US" altLang="en-US" sz="1000"/>
              <a:pPr eaLnBrk="1" hangingPunct="1"/>
              <a:t>33</a:t>
            </a:fld>
            <a:endParaRPr lang="en-US" altLang="en-US" sz="1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7FDE492-099B-48A6-AC91-6308065E16CD}"/>
              </a:ext>
            </a:extLst>
          </p:cNvPr>
          <p:cNvSpPr>
            <a:spLocks noGrp="1" noChangeArrowheads="1"/>
          </p:cNvSpPr>
          <p:nvPr>
            <p:ph type="title"/>
          </p:nvPr>
        </p:nvSpPr>
        <p:spPr/>
        <p:txBody>
          <a:bodyPr/>
          <a:lstStyle/>
          <a:p>
            <a:pPr eaLnBrk="1" hangingPunct="1">
              <a:defRPr/>
            </a:pPr>
            <a:r>
              <a:rPr lang="en-US"/>
              <a:t>Simple Hash Functions</a:t>
            </a:r>
            <a:endParaRPr lang="en-AU"/>
          </a:p>
        </p:txBody>
      </p:sp>
      <p:sp>
        <p:nvSpPr>
          <p:cNvPr id="64515" name="Rectangle 3">
            <a:extLst>
              <a:ext uri="{FF2B5EF4-FFF2-40B4-BE49-F238E27FC236}">
                <a16:creationId xmlns:a16="http://schemas.microsoft.com/office/drawing/2014/main" id="{5B17974A-E27C-44B0-AD53-8F3EA5E71FCE}"/>
              </a:ext>
            </a:extLst>
          </p:cNvPr>
          <p:cNvSpPr>
            <a:spLocks noGrp="1" noChangeArrowheads="1"/>
          </p:cNvSpPr>
          <p:nvPr>
            <p:ph type="body" idx="1"/>
          </p:nvPr>
        </p:nvSpPr>
        <p:spPr/>
        <p:txBody>
          <a:bodyPr/>
          <a:lstStyle/>
          <a:p>
            <a:pPr eaLnBrk="1" hangingPunct="1">
              <a:defRPr/>
            </a:pPr>
            <a:r>
              <a:rPr lang="en-US"/>
              <a:t>are several proposals for simple functions</a:t>
            </a:r>
          </a:p>
          <a:p>
            <a:pPr eaLnBrk="1" hangingPunct="1">
              <a:defRPr/>
            </a:pPr>
            <a:r>
              <a:rPr lang="en-US"/>
              <a:t>based on XOR of message blocks</a:t>
            </a:r>
          </a:p>
          <a:p>
            <a:pPr eaLnBrk="1" hangingPunct="1">
              <a:defRPr/>
            </a:pPr>
            <a:r>
              <a:rPr lang="en-US"/>
              <a:t>not secure since can manipulate any message and either not change hash or change hash also</a:t>
            </a:r>
          </a:p>
          <a:p>
            <a:pPr eaLnBrk="1" hangingPunct="1">
              <a:defRPr/>
            </a:pPr>
            <a:r>
              <a:rPr lang="en-US"/>
              <a:t>need a stronger cryptographic function (next chapter)</a:t>
            </a:r>
            <a:endParaRPr lang="en-AU"/>
          </a:p>
        </p:txBody>
      </p:sp>
      <p:sp>
        <p:nvSpPr>
          <p:cNvPr id="6" name="Slide Number Placeholder 5">
            <a:extLst>
              <a:ext uri="{FF2B5EF4-FFF2-40B4-BE49-F238E27FC236}">
                <a16:creationId xmlns:a16="http://schemas.microsoft.com/office/drawing/2014/main" id="{D7BCAB42-830B-4DA9-BDF9-54912CB275E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1F168036-6F7D-41E5-A19F-91FF3B104688}" type="slidenum">
              <a:rPr lang="en-US" altLang="en-US" sz="1000"/>
              <a:pPr eaLnBrk="1" hangingPunct="1"/>
              <a:t>34</a:t>
            </a:fld>
            <a:endParaRPr lang="en-US" altLang="en-US" sz="1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6C7EE14-A71C-478C-8119-C3EAE85C56BB}"/>
              </a:ext>
            </a:extLst>
          </p:cNvPr>
          <p:cNvSpPr>
            <a:spLocks noGrp="1" noChangeArrowheads="1"/>
          </p:cNvSpPr>
          <p:nvPr>
            <p:ph type="title"/>
          </p:nvPr>
        </p:nvSpPr>
        <p:spPr/>
        <p:txBody>
          <a:bodyPr/>
          <a:lstStyle/>
          <a:p>
            <a:pPr eaLnBrk="1" hangingPunct="1">
              <a:defRPr/>
            </a:pPr>
            <a:r>
              <a:rPr lang="en-US"/>
              <a:t>Birthday Attacks</a:t>
            </a:r>
            <a:endParaRPr lang="en-AU"/>
          </a:p>
        </p:txBody>
      </p:sp>
      <p:sp>
        <p:nvSpPr>
          <p:cNvPr id="65539" name="Rectangle 3">
            <a:extLst>
              <a:ext uri="{FF2B5EF4-FFF2-40B4-BE49-F238E27FC236}">
                <a16:creationId xmlns:a16="http://schemas.microsoft.com/office/drawing/2014/main" id="{DEDBC039-D082-48C2-927A-92C41B697FB6}"/>
              </a:ext>
            </a:extLst>
          </p:cNvPr>
          <p:cNvSpPr>
            <a:spLocks noGrp="1" noChangeArrowheads="1"/>
          </p:cNvSpPr>
          <p:nvPr>
            <p:ph type="body" idx="1"/>
          </p:nvPr>
        </p:nvSpPr>
        <p:spPr/>
        <p:txBody>
          <a:bodyPr/>
          <a:lstStyle/>
          <a:p>
            <a:pPr eaLnBrk="1" hangingPunct="1">
              <a:lnSpc>
                <a:spcPct val="80000"/>
              </a:lnSpc>
              <a:defRPr/>
            </a:pPr>
            <a:r>
              <a:rPr lang="en-US" sz="2800" dirty="0"/>
              <a:t>might think a 64-bit hash is secure</a:t>
            </a:r>
          </a:p>
          <a:p>
            <a:pPr eaLnBrk="1" hangingPunct="1">
              <a:lnSpc>
                <a:spcPct val="80000"/>
              </a:lnSpc>
              <a:defRPr/>
            </a:pPr>
            <a:r>
              <a:rPr lang="en-US" sz="2800" dirty="0"/>
              <a:t>but by </a:t>
            </a:r>
            <a:r>
              <a:rPr lang="en-US" sz="2800" b="1" dirty="0"/>
              <a:t>Birthday Paradox</a:t>
            </a:r>
            <a:r>
              <a:rPr lang="en-US" sz="2800" dirty="0"/>
              <a:t> is not</a:t>
            </a:r>
          </a:p>
          <a:p>
            <a:pPr eaLnBrk="1" hangingPunct="1">
              <a:lnSpc>
                <a:spcPct val="80000"/>
              </a:lnSpc>
              <a:defRPr/>
            </a:pPr>
            <a:r>
              <a:rPr lang="en-US" sz="2800" b="1" dirty="0"/>
              <a:t>birthday attack </a:t>
            </a:r>
            <a:r>
              <a:rPr lang="en-US" sz="2800" dirty="0"/>
              <a:t>works thus:</a:t>
            </a:r>
          </a:p>
          <a:p>
            <a:pPr lvl="1" eaLnBrk="1" hangingPunct="1">
              <a:lnSpc>
                <a:spcPct val="80000"/>
              </a:lnSpc>
              <a:defRPr/>
            </a:pPr>
            <a:r>
              <a:rPr lang="en-US" sz="2400" dirty="0"/>
              <a:t>opponent generates 2</a:t>
            </a:r>
            <a:r>
              <a:rPr lang="en-US" sz="2400" baseline="60000" dirty="0"/>
              <a:t>m</a:t>
            </a:r>
            <a:r>
              <a:rPr lang="en-US" sz="2400" baseline="40000" dirty="0"/>
              <a:t>/</a:t>
            </a:r>
            <a:r>
              <a:rPr lang="en-US" sz="2400" baseline="20000" dirty="0"/>
              <a:t>2</a:t>
            </a:r>
            <a:r>
              <a:rPr lang="en-US" sz="2400" baseline="30000" dirty="0"/>
              <a:t> </a:t>
            </a:r>
            <a:r>
              <a:rPr lang="en-US" sz="2400" dirty="0"/>
              <a:t>variations of a valid message all with essentially the same meaning</a:t>
            </a:r>
          </a:p>
          <a:p>
            <a:pPr lvl="1" eaLnBrk="1" hangingPunct="1">
              <a:lnSpc>
                <a:spcPct val="80000"/>
              </a:lnSpc>
              <a:defRPr/>
            </a:pPr>
            <a:r>
              <a:rPr lang="en-US" sz="2400" dirty="0"/>
              <a:t>opponent also generates 2</a:t>
            </a:r>
            <a:r>
              <a:rPr lang="en-US" sz="2400" baseline="60000" dirty="0"/>
              <a:t>m</a:t>
            </a:r>
            <a:r>
              <a:rPr lang="en-US" sz="2400" baseline="40000" dirty="0"/>
              <a:t>/</a:t>
            </a:r>
            <a:r>
              <a:rPr lang="en-US" sz="2400" baseline="20000" dirty="0"/>
              <a:t>2</a:t>
            </a:r>
            <a:r>
              <a:rPr lang="en-US" sz="2400" dirty="0"/>
              <a:t> variations of a desired fraudulent message</a:t>
            </a:r>
          </a:p>
          <a:p>
            <a:pPr lvl="1" eaLnBrk="1" hangingPunct="1">
              <a:lnSpc>
                <a:spcPct val="80000"/>
              </a:lnSpc>
              <a:defRPr/>
            </a:pPr>
            <a:r>
              <a:rPr lang="en-US" sz="2400" dirty="0"/>
              <a:t>two sets of messages are compared to find pair with same hash (probability &gt; 0.5 by birthday paradox)</a:t>
            </a:r>
          </a:p>
          <a:p>
            <a:pPr lvl="1" eaLnBrk="1" hangingPunct="1">
              <a:lnSpc>
                <a:spcPct val="80000"/>
              </a:lnSpc>
              <a:defRPr/>
            </a:pPr>
            <a:r>
              <a:rPr lang="en-US" sz="2400" dirty="0"/>
              <a:t>have user sign the valid message, then substitute the forgery which will have a valid signature</a:t>
            </a:r>
          </a:p>
          <a:p>
            <a:pPr eaLnBrk="1" hangingPunct="1">
              <a:lnSpc>
                <a:spcPct val="80000"/>
              </a:lnSpc>
              <a:defRPr/>
            </a:pPr>
            <a:r>
              <a:rPr lang="en-US" sz="2800" dirty="0"/>
              <a:t>conclusion is that need to use larger MAC/hash</a:t>
            </a:r>
            <a:endParaRPr lang="en-AU" sz="2800" dirty="0"/>
          </a:p>
        </p:txBody>
      </p:sp>
      <p:sp>
        <p:nvSpPr>
          <p:cNvPr id="6" name="Slide Number Placeholder 5">
            <a:extLst>
              <a:ext uri="{FF2B5EF4-FFF2-40B4-BE49-F238E27FC236}">
                <a16:creationId xmlns:a16="http://schemas.microsoft.com/office/drawing/2014/main" id="{97103CC9-CD1D-4FD2-91A6-BEF5555E62E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2DB06C64-970C-445A-9ED5-12DD33E4CBE7}" type="slidenum">
              <a:rPr lang="en-US" altLang="en-US" sz="1000"/>
              <a:pPr eaLnBrk="1" hangingPunct="1"/>
              <a:t>35</a:t>
            </a:fld>
            <a:endParaRPr lang="en-US" alt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F421F-1522-4A2B-B1FA-1167D2980785}"/>
              </a:ext>
            </a:extLst>
          </p:cNvPr>
          <p:cNvSpPr>
            <a:spLocks noGrp="1"/>
          </p:cNvSpPr>
          <p:nvPr>
            <p:ph type="title"/>
          </p:nvPr>
        </p:nvSpPr>
        <p:spPr/>
        <p:txBody>
          <a:bodyPr/>
          <a:lstStyle/>
          <a:p>
            <a:pPr>
              <a:defRPr/>
            </a:pPr>
            <a:r>
              <a:rPr lang="en-US" dirty="0"/>
              <a:t>Birthday problem</a:t>
            </a:r>
            <a:endParaRPr lang="th-TH" dirty="0"/>
          </a:p>
        </p:txBody>
      </p:sp>
      <p:sp>
        <p:nvSpPr>
          <p:cNvPr id="4" name="Slide Number Placeholder 3">
            <a:extLst>
              <a:ext uri="{FF2B5EF4-FFF2-40B4-BE49-F238E27FC236}">
                <a16:creationId xmlns:a16="http://schemas.microsoft.com/office/drawing/2014/main" id="{FC973388-F53B-4BA4-955A-CC9B3170FCEA}"/>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845A7FEB-4A4F-4786-A32F-742483A04058}" type="slidenum">
              <a:rPr lang="en-US" altLang="en-US" sz="1000"/>
              <a:pPr eaLnBrk="1" hangingPunct="1"/>
              <a:t>36</a:t>
            </a:fld>
            <a:endParaRPr lang="en-US" altLang="en-US" sz="1000"/>
          </a:p>
        </p:txBody>
      </p:sp>
      <p:pic>
        <p:nvPicPr>
          <p:cNvPr id="20484" name="Picture 2">
            <a:extLst>
              <a:ext uri="{FF2B5EF4-FFF2-40B4-BE49-F238E27FC236}">
                <a16:creationId xmlns:a16="http://schemas.microsoft.com/office/drawing/2014/main" id="{9D4ED1EE-4186-45BA-A2CD-D92E1E4429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700213"/>
            <a:ext cx="76200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5A565EE-859F-4F5E-99B9-46FE344F7328}"/>
              </a:ext>
            </a:extLst>
          </p:cNvPr>
          <p:cNvSpPr>
            <a:spLocks noGrp="1" noChangeArrowheads="1"/>
          </p:cNvSpPr>
          <p:nvPr>
            <p:ph type="title"/>
          </p:nvPr>
        </p:nvSpPr>
        <p:spPr/>
        <p:txBody>
          <a:bodyPr/>
          <a:lstStyle/>
          <a:p>
            <a:pPr eaLnBrk="1" hangingPunct="1">
              <a:defRPr/>
            </a:pPr>
            <a:r>
              <a:rPr lang="en-US" sz="4000"/>
              <a:t>Block Ciphers as Hash Functions</a:t>
            </a:r>
            <a:endParaRPr lang="en-AU" sz="4000"/>
          </a:p>
        </p:txBody>
      </p:sp>
      <p:sp>
        <p:nvSpPr>
          <p:cNvPr id="67587" name="Rectangle 3">
            <a:extLst>
              <a:ext uri="{FF2B5EF4-FFF2-40B4-BE49-F238E27FC236}">
                <a16:creationId xmlns:a16="http://schemas.microsoft.com/office/drawing/2014/main" id="{0EACCDAC-5B6B-4970-A4F1-1A8A898FC97E}"/>
              </a:ext>
            </a:extLst>
          </p:cNvPr>
          <p:cNvSpPr>
            <a:spLocks noGrp="1" noChangeArrowheads="1"/>
          </p:cNvSpPr>
          <p:nvPr>
            <p:ph type="body" idx="1"/>
          </p:nvPr>
        </p:nvSpPr>
        <p:spPr>
          <a:xfrm>
            <a:off x="457200" y="1412875"/>
            <a:ext cx="8229600" cy="4968875"/>
          </a:xfrm>
        </p:spPr>
        <p:txBody>
          <a:bodyPr/>
          <a:lstStyle/>
          <a:p>
            <a:pPr eaLnBrk="1" hangingPunct="1">
              <a:defRPr/>
            </a:pPr>
            <a:r>
              <a:rPr lang="en-US" dirty="0"/>
              <a:t>can use block ciphers as hash functions</a:t>
            </a:r>
          </a:p>
          <a:p>
            <a:pPr lvl="1" eaLnBrk="1" hangingPunct="1">
              <a:defRPr/>
            </a:pPr>
            <a:r>
              <a:rPr lang="en-US" dirty="0"/>
              <a:t>using H</a:t>
            </a:r>
            <a:r>
              <a:rPr lang="en-US" baseline="-25000" dirty="0"/>
              <a:t>0</a:t>
            </a:r>
            <a:r>
              <a:rPr lang="en-US" dirty="0"/>
              <a:t>=0 and zero-pad of final block</a:t>
            </a:r>
          </a:p>
          <a:p>
            <a:pPr lvl="1" eaLnBrk="1" hangingPunct="1">
              <a:defRPr/>
            </a:pPr>
            <a:r>
              <a:rPr lang="en-US" dirty="0"/>
              <a:t>compute: H</a:t>
            </a:r>
            <a:r>
              <a:rPr lang="en-US" baseline="-25000" dirty="0"/>
              <a:t>i</a:t>
            </a:r>
            <a:r>
              <a:rPr lang="en-US" dirty="0"/>
              <a:t> = </a:t>
            </a:r>
            <a:r>
              <a:rPr lang="en-US" dirty="0" err="1"/>
              <a:t>E</a:t>
            </a:r>
            <a:r>
              <a:rPr lang="en-US" baseline="-25000" dirty="0" err="1"/>
              <a:t>M</a:t>
            </a:r>
            <a:r>
              <a:rPr lang="en-US" baseline="-35000" dirty="0" err="1"/>
              <a:t>i</a:t>
            </a:r>
            <a:r>
              <a:rPr lang="en-US" dirty="0"/>
              <a:t> [H</a:t>
            </a:r>
            <a:r>
              <a:rPr lang="en-US" baseline="-25000" dirty="0"/>
              <a:t>i-1</a:t>
            </a:r>
            <a:r>
              <a:rPr lang="en-US" dirty="0"/>
              <a:t>]</a:t>
            </a:r>
          </a:p>
          <a:p>
            <a:pPr lvl="1" eaLnBrk="1" hangingPunct="1">
              <a:defRPr/>
            </a:pPr>
            <a:r>
              <a:rPr lang="en-US" dirty="0"/>
              <a:t>and use final block as the hash value</a:t>
            </a:r>
          </a:p>
          <a:p>
            <a:pPr lvl="1" eaLnBrk="1" hangingPunct="1">
              <a:defRPr/>
            </a:pPr>
            <a:r>
              <a:rPr lang="en-US" dirty="0"/>
              <a:t>similar to CBC but without a key</a:t>
            </a:r>
          </a:p>
          <a:p>
            <a:pPr eaLnBrk="1" hangingPunct="1">
              <a:defRPr/>
            </a:pPr>
            <a:r>
              <a:rPr lang="en-US" dirty="0"/>
              <a:t>resulting hash is too small (64-bit)</a:t>
            </a:r>
          </a:p>
          <a:p>
            <a:pPr lvl="1" eaLnBrk="1" hangingPunct="1">
              <a:defRPr/>
            </a:pPr>
            <a:r>
              <a:rPr lang="en-US" dirty="0"/>
              <a:t>both due to direct birthday attack</a:t>
            </a:r>
          </a:p>
          <a:p>
            <a:pPr lvl="1" eaLnBrk="1" hangingPunct="1">
              <a:defRPr/>
            </a:pPr>
            <a:r>
              <a:rPr lang="en-US" dirty="0"/>
              <a:t>and to “meet-in-the-middle” attack</a:t>
            </a:r>
          </a:p>
          <a:p>
            <a:pPr eaLnBrk="1" hangingPunct="1">
              <a:defRPr/>
            </a:pPr>
            <a:r>
              <a:rPr lang="en-US" dirty="0"/>
              <a:t>other variants also susceptible to attack</a:t>
            </a:r>
            <a:endParaRPr lang="en-AU" dirty="0"/>
          </a:p>
        </p:txBody>
      </p:sp>
      <p:sp>
        <p:nvSpPr>
          <p:cNvPr id="6" name="Slide Number Placeholder 5">
            <a:extLst>
              <a:ext uri="{FF2B5EF4-FFF2-40B4-BE49-F238E27FC236}">
                <a16:creationId xmlns:a16="http://schemas.microsoft.com/office/drawing/2014/main" id="{0BA7FF30-3DA9-4C1F-B75A-E798F5E92BF2}"/>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44A135D2-1239-4F63-B213-BB6CA7602BAF}" type="slidenum">
              <a:rPr lang="en-US" altLang="en-US" sz="1000"/>
              <a:pPr eaLnBrk="1" hangingPunct="1"/>
              <a:t>37</a:t>
            </a:fld>
            <a:endParaRPr lang="en-US" alt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336B6496-BD6A-4395-AE62-AA5FA6098D55}"/>
              </a:ext>
            </a:extLst>
          </p:cNvPr>
          <p:cNvSpPr>
            <a:spLocks noGrp="1" noChangeArrowheads="1"/>
          </p:cNvSpPr>
          <p:nvPr>
            <p:ph type="title"/>
          </p:nvPr>
        </p:nvSpPr>
        <p:spPr/>
        <p:txBody>
          <a:bodyPr/>
          <a:lstStyle/>
          <a:p>
            <a:pPr eaLnBrk="1" hangingPunct="1">
              <a:defRPr/>
            </a:pPr>
            <a:r>
              <a:rPr lang="en-US"/>
              <a:t>Hash Functions &amp; MAC Security</a:t>
            </a:r>
            <a:endParaRPr lang="en-AU"/>
          </a:p>
        </p:txBody>
      </p:sp>
      <p:sp>
        <p:nvSpPr>
          <p:cNvPr id="68611" name="Rectangle 3">
            <a:extLst>
              <a:ext uri="{FF2B5EF4-FFF2-40B4-BE49-F238E27FC236}">
                <a16:creationId xmlns:a16="http://schemas.microsoft.com/office/drawing/2014/main" id="{45116F93-CE84-40EF-A51B-F65E5CCE63FF}"/>
              </a:ext>
            </a:extLst>
          </p:cNvPr>
          <p:cNvSpPr>
            <a:spLocks noGrp="1" noChangeArrowheads="1"/>
          </p:cNvSpPr>
          <p:nvPr>
            <p:ph type="body" idx="1"/>
          </p:nvPr>
        </p:nvSpPr>
        <p:spPr/>
        <p:txBody>
          <a:bodyPr/>
          <a:lstStyle/>
          <a:p>
            <a:pPr eaLnBrk="1" hangingPunct="1">
              <a:defRPr/>
            </a:pPr>
            <a:r>
              <a:rPr lang="en-US"/>
              <a:t>like block ciphers have:</a:t>
            </a:r>
          </a:p>
          <a:p>
            <a:pPr eaLnBrk="1" hangingPunct="1">
              <a:defRPr/>
            </a:pPr>
            <a:r>
              <a:rPr lang="en-US" b="1"/>
              <a:t>brute-force</a:t>
            </a:r>
            <a:r>
              <a:rPr lang="en-US"/>
              <a:t> attacks exploiting</a:t>
            </a:r>
          </a:p>
          <a:p>
            <a:pPr lvl="1" eaLnBrk="1" hangingPunct="1">
              <a:defRPr/>
            </a:pPr>
            <a:r>
              <a:rPr lang="en-US"/>
              <a:t>strong collision resistance hash have cost 2</a:t>
            </a:r>
            <a:r>
              <a:rPr lang="en-US" baseline="60000"/>
              <a:t>m</a:t>
            </a:r>
            <a:r>
              <a:rPr lang="en-US" baseline="40000"/>
              <a:t>/</a:t>
            </a:r>
            <a:r>
              <a:rPr lang="en-US" baseline="20000"/>
              <a:t>2</a:t>
            </a:r>
            <a:r>
              <a:rPr lang="en-US" baseline="30000"/>
              <a:t> </a:t>
            </a:r>
            <a:endParaRPr lang="en-US"/>
          </a:p>
          <a:p>
            <a:pPr lvl="2" eaLnBrk="1" hangingPunct="1">
              <a:defRPr/>
            </a:pPr>
            <a:r>
              <a:rPr lang="en-US"/>
              <a:t>have proposal for h/w MD5 cracker</a:t>
            </a:r>
          </a:p>
          <a:p>
            <a:pPr lvl="2" eaLnBrk="1" hangingPunct="1">
              <a:defRPr/>
            </a:pPr>
            <a:r>
              <a:rPr lang="en-US"/>
              <a:t>128-bit hash looks vulnerable, 160-bits better</a:t>
            </a:r>
          </a:p>
          <a:p>
            <a:pPr lvl="1" eaLnBrk="1" hangingPunct="1">
              <a:defRPr/>
            </a:pPr>
            <a:r>
              <a:rPr lang="en-US"/>
              <a:t>MACs with known message-MAC pairs</a:t>
            </a:r>
          </a:p>
          <a:p>
            <a:pPr lvl="2" eaLnBrk="1" hangingPunct="1">
              <a:defRPr/>
            </a:pPr>
            <a:r>
              <a:rPr lang="en-US"/>
              <a:t>can either attack keyspace (cf key search) or MAC</a:t>
            </a:r>
          </a:p>
          <a:p>
            <a:pPr lvl="2" eaLnBrk="1" hangingPunct="1">
              <a:defRPr/>
            </a:pPr>
            <a:r>
              <a:rPr lang="en-US"/>
              <a:t>at least 128-bit MAC is needed for security</a:t>
            </a:r>
            <a:endParaRPr lang="en-AU"/>
          </a:p>
        </p:txBody>
      </p:sp>
      <p:sp>
        <p:nvSpPr>
          <p:cNvPr id="6" name="Slide Number Placeholder 5">
            <a:extLst>
              <a:ext uri="{FF2B5EF4-FFF2-40B4-BE49-F238E27FC236}">
                <a16:creationId xmlns:a16="http://schemas.microsoft.com/office/drawing/2014/main" id="{9B6A166D-EB69-44A7-A801-8C9AE3504F25}"/>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B1BD79E0-0F97-407F-9C18-62D390FC963B}" type="slidenum">
              <a:rPr lang="en-US" altLang="en-US" sz="1000"/>
              <a:pPr eaLnBrk="1" hangingPunct="1"/>
              <a:t>38</a:t>
            </a:fld>
            <a:endParaRPr lang="en-US" alt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61348652-AA95-402C-A47A-59B0B71E0DEC}"/>
              </a:ext>
            </a:extLst>
          </p:cNvPr>
          <p:cNvSpPr>
            <a:spLocks noGrp="1" noChangeArrowheads="1"/>
          </p:cNvSpPr>
          <p:nvPr>
            <p:ph type="title"/>
          </p:nvPr>
        </p:nvSpPr>
        <p:spPr/>
        <p:txBody>
          <a:bodyPr/>
          <a:lstStyle/>
          <a:p>
            <a:pPr eaLnBrk="1" hangingPunct="1">
              <a:defRPr/>
            </a:pPr>
            <a:r>
              <a:rPr lang="en-US"/>
              <a:t>Hash Functions &amp; MAC Security </a:t>
            </a:r>
            <a:endParaRPr lang="en-AU"/>
          </a:p>
        </p:txBody>
      </p:sp>
      <p:sp>
        <p:nvSpPr>
          <p:cNvPr id="69635" name="Rectangle 3">
            <a:extLst>
              <a:ext uri="{FF2B5EF4-FFF2-40B4-BE49-F238E27FC236}">
                <a16:creationId xmlns:a16="http://schemas.microsoft.com/office/drawing/2014/main" id="{DADB9022-6529-408B-A865-593CFAB9DD58}"/>
              </a:ext>
            </a:extLst>
          </p:cNvPr>
          <p:cNvSpPr>
            <a:spLocks noGrp="1" noChangeArrowheads="1"/>
          </p:cNvSpPr>
          <p:nvPr>
            <p:ph type="body" idx="1"/>
          </p:nvPr>
        </p:nvSpPr>
        <p:spPr/>
        <p:txBody>
          <a:bodyPr/>
          <a:lstStyle/>
          <a:p>
            <a:pPr eaLnBrk="1" hangingPunct="1">
              <a:lnSpc>
                <a:spcPct val="90000"/>
              </a:lnSpc>
              <a:defRPr/>
            </a:pPr>
            <a:r>
              <a:rPr lang="en-US" sz="2800" b="1" dirty="0"/>
              <a:t>cryptanalytic attacks</a:t>
            </a:r>
            <a:r>
              <a:rPr lang="en-US" sz="2800" dirty="0"/>
              <a:t> exploit structure</a:t>
            </a:r>
          </a:p>
          <a:p>
            <a:pPr lvl="1" eaLnBrk="1" hangingPunct="1">
              <a:lnSpc>
                <a:spcPct val="90000"/>
              </a:lnSpc>
              <a:defRPr/>
            </a:pPr>
            <a:r>
              <a:rPr lang="en-US" sz="2400" dirty="0"/>
              <a:t>like block ciphers want brute-force attacks to be the best alternative</a:t>
            </a:r>
          </a:p>
          <a:p>
            <a:pPr eaLnBrk="1" hangingPunct="1">
              <a:lnSpc>
                <a:spcPct val="90000"/>
              </a:lnSpc>
              <a:defRPr/>
            </a:pPr>
            <a:r>
              <a:rPr lang="en-US" sz="2800" dirty="0"/>
              <a:t>have a number of analytic attacks on iterated hash functions</a:t>
            </a:r>
          </a:p>
          <a:p>
            <a:pPr lvl="1" eaLnBrk="1" hangingPunct="1">
              <a:lnSpc>
                <a:spcPct val="90000"/>
              </a:lnSpc>
              <a:defRPr/>
            </a:pPr>
            <a:r>
              <a:rPr lang="en-US" sz="2400" dirty="0" err="1"/>
              <a:t>CV</a:t>
            </a:r>
            <a:r>
              <a:rPr lang="en-US" sz="2400" baseline="-25000" dirty="0" err="1"/>
              <a:t>i</a:t>
            </a:r>
            <a:r>
              <a:rPr lang="en-US" sz="2400" dirty="0"/>
              <a:t> = f[CV</a:t>
            </a:r>
            <a:r>
              <a:rPr lang="en-US" sz="2400" baseline="-25000" dirty="0"/>
              <a:t>i-1</a:t>
            </a:r>
            <a:r>
              <a:rPr lang="en-US" sz="2400" dirty="0"/>
              <a:t>, M</a:t>
            </a:r>
            <a:r>
              <a:rPr lang="en-US" sz="2400" baseline="-25000" dirty="0"/>
              <a:t>i</a:t>
            </a:r>
            <a:r>
              <a:rPr lang="en-US" sz="2400" dirty="0"/>
              <a:t>]; H(M)=CV</a:t>
            </a:r>
            <a:r>
              <a:rPr lang="en-US" sz="2400" baseline="-25000" dirty="0"/>
              <a:t>N</a:t>
            </a:r>
            <a:endParaRPr lang="en-US" sz="2400" dirty="0"/>
          </a:p>
          <a:p>
            <a:pPr lvl="1" eaLnBrk="1" hangingPunct="1">
              <a:lnSpc>
                <a:spcPct val="90000"/>
              </a:lnSpc>
              <a:defRPr/>
            </a:pPr>
            <a:r>
              <a:rPr lang="en-US" sz="2400" dirty="0"/>
              <a:t>typically focus on collisions in function f</a:t>
            </a:r>
          </a:p>
          <a:p>
            <a:pPr lvl="1" eaLnBrk="1" hangingPunct="1">
              <a:lnSpc>
                <a:spcPct val="90000"/>
              </a:lnSpc>
              <a:defRPr/>
            </a:pPr>
            <a:r>
              <a:rPr lang="en-US" sz="2400" dirty="0"/>
              <a:t>like block ciphers is often composed of rounds</a:t>
            </a:r>
          </a:p>
          <a:p>
            <a:pPr lvl="1" eaLnBrk="1" hangingPunct="1">
              <a:lnSpc>
                <a:spcPct val="90000"/>
              </a:lnSpc>
              <a:defRPr/>
            </a:pPr>
            <a:r>
              <a:rPr lang="en-US" sz="2400" dirty="0"/>
              <a:t>attacks exploit properties of round functions</a:t>
            </a:r>
          </a:p>
          <a:p>
            <a:pPr lvl="1" eaLnBrk="1" hangingPunct="1">
              <a:lnSpc>
                <a:spcPct val="90000"/>
              </a:lnSpc>
              <a:defRPr/>
            </a:pPr>
            <a:endParaRPr lang="en-US" sz="2400" dirty="0"/>
          </a:p>
          <a:p>
            <a:pPr eaLnBrk="1" hangingPunct="1">
              <a:lnSpc>
                <a:spcPct val="90000"/>
              </a:lnSpc>
              <a:defRPr/>
            </a:pPr>
            <a:endParaRPr lang="en-AU" sz="2800" dirty="0"/>
          </a:p>
        </p:txBody>
      </p:sp>
      <p:sp>
        <p:nvSpPr>
          <p:cNvPr id="6" name="Slide Number Placeholder 5">
            <a:extLst>
              <a:ext uri="{FF2B5EF4-FFF2-40B4-BE49-F238E27FC236}">
                <a16:creationId xmlns:a16="http://schemas.microsoft.com/office/drawing/2014/main" id="{6E15C273-790D-4138-8750-3B83D30B1150}"/>
              </a:ext>
            </a:extLst>
          </p:cNvPr>
          <p:cNvSpPr>
            <a:spLocks noGrp="1"/>
          </p:cNvSpPr>
          <p:nvPr>
            <p:ph type="sldNum" sz="quarter" idx="12"/>
          </p:nvPr>
        </p:nvSpPr>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0A13FC60-5F31-40BF-A4C6-9441C569F2E4}" type="slidenum">
              <a:rPr lang="en-US" altLang="en-US" sz="1000"/>
              <a:pPr eaLnBrk="1" hangingPunct="1"/>
              <a:t>39</a:t>
            </a:fld>
            <a:endParaRPr lang="en-US" altLang="en-US" sz="1000"/>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C5A6AC21-1C6A-4075-9D7B-5337DAC8A736}"/>
</file>

<file path=customXml/itemProps2.xml><?xml version="1.0" encoding="utf-8"?>
<ds:datastoreItem xmlns:ds="http://schemas.openxmlformats.org/officeDocument/2006/customXml" ds:itemID="{802AF16A-A08A-4DB3-BF70-E672816942D7}"/>
</file>

<file path=customXml/itemProps3.xml><?xml version="1.0" encoding="utf-8"?>
<ds:datastoreItem xmlns:ds="http://schemas.openxmlformats.org/officeDocument/2006/customXml" ds:itemID="{0F3AF6B1-0244-4606-BA8C-D8038EA5CB35}"/>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430</TotalTime>
  <Words>4557</Words>
  <Application>Microsoft Office PowerPoint</Application>
  <PresentationFormat>On-screen Show (4:3)</PresentationFormat>
  <Paragraphs>382</Paragraphs>
  <Slides>39</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Courier New</vt:lpstr>
      <vt:lpstr>Helvetica</vt:lpstr>
      <vt:lpstr>Times-Roman</vt:lpstr>
      <vt:lpstr>Wingdings</vt:lpstr>
      <vt:lpstr>ch01</vt:lpstr>
      <vt:lpstr>Cryptography and Network Security Chapter 10</vt:lpstr>
      <vt:lpstr>Key Management</vt:lpstr>
      <vt:lpstr>Distribution of Public Keys</vt:lpstr>
      <vt:lpstr>Public Announcement</vt:lpstr>
      <vt:lpstr>Publicly Available Directory</vt:lpstr>
      <vt:lpstr>Public-Key Authority</vt:lpstr>
      <vt:lpstr>Public-Key Authority</vt:lpstr>
      <vt:lpstr>Public-Key Certificates</vt:lpstr>
      <vt:lpstr>Public-Key Certificates</vt:lpstr>
      <vt:lpstr>Public-Key Distribution of Secret Keys</vt:lpstr>
      <vt:lpstr>Simple Secret Key Distribution</vt:lpstr>
      <vt:lpstr>Public-Key Distribution of Secret Keys</vt:lpstr>
      <vt:lpstr>Hybrid Key Distribution</vt:lpstr>
      <vt:lpstr>Diffie-Hellman Key Exchange</vt:lpstr>
      <vt:lpstr>Diffie-Hellman Key Exchange</vt:lpstr>
      <vt:lpstr>Diffie-Hellman Setup</vt:lpstr>
      <vt:lpstr>Diffie-Hellman Key Exchange</vt:lpstr>
      <vt:lpstr>Diffie-Hellman Example </vt:lpstr>
      <vt:lpstr>Key Exchange Protocols</vt:lpstr>
      <vt:lpstr>Message Authentication</vt:lpstr>
      <vt:lpstr>Security Requirements</vt:lpstr>
      <vt:lpstr>Message Encryption</vt:lpstr>
      <vt:lpstr>Message Encryption</vt:lpstr>
      <vt:lpstr>Message Authentication Code (MAC)</vt:lpstr>
      <vt:lpstr>Message Authentication Code</vt:lpstr>
      <vt:lpstr>Message Authentication Codes</vt:lpstr>
      <vt:lpstr>MAC Properties</vt:lpstr>
      <vt:lpstr>Requirements for MACs</vt:lpstr>
      <vt:lpstr>Using Symmetric Ciphers for MACs</vt:lpstr>
      <vt:lpstr>Data Authentication Algorithm</vt:lpstr>
      <vt:lpstr>Hash Functions</vt:lpstr>
      <vt:lpstr>Hash Functions &amp; Digital Signatures</vt:lpstr>
      <vt:lpstr>Requirements for Hash Functions</vt:lpstr>
      <vt:lpstr>Simple Hash Functions</vt:lpstr>
      <vt:lpstr>Birthday Attacks</vt:lpstr>
      <vt:lpstr>Birthday problem</vt:lpstr>
      <vt:lpstr>Block Ciphers as Hash Functions</vt:lpstr>
      <vt:lpstr>Hash Functions &amp; MAC Security</vt:lpstr>
      <vt:lpstr>Hash Functions &amp; MAC Security </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18</cp:revision>
  <dcterms:created xsi:type="dcterms:W3CDTF">2002-03-28T02:06:54Z</dcterms:created>
  <dcterms:modified xsi:type="dcterms:W3CDTF">2022-03-07T19:49:53Z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