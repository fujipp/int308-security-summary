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entation.xml" ContentType="application/vnd.openxmlformats-officedocument.presentationml.presentation.main+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slideMasters/slideMaster1.xml" ContentType="application/vnd.openxmlformats-officedocument.presentationml.slideMaster+xml"/>
  <Override PartName="/ppt/notesSlides/notesSlide2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295" r:id="rId2"/>
    <p:sldId id="275" r:id="rId3"/>
    <p:sldId id="276" r:id="rId4"/>
    <p:sldId id="277" r:id="rId5"/>
    <p:sldId id="278" r:id="rId6"/>
    <p:sldId id="296" r:id="rId7"/>
    <p:sldId id="297" r:id="rId8"/>
    <p:sldId id="298" r:id="rId9"/>
    <p:sldId id="299" r:id="rId10"/>
    <p:sldId id="300" r:id="rId11"/>
    <p:sldId id="301" r:id="rId12"/>
    <p:sldId id="302" r:id="rId13"/>
    <p:sldId id="312" r:id="rId14"/>
    <p:sldId id="303" r:id="rId15"/>
    <p:sldId id="304" r:id="rId16"/>
    <p:sldId id="305" r:id="rId17"/>
    <p:sldId id="306" r:id="rId18"/>
    <p:sldId id="307" r:id="rId19"/>
    <p:sldId id="308" r:id="rId20"/>
    <p:sldId id="309" r:id="rId21"/>
    <p:sldId id="310" r:id="rId22"/>
    <p:sldId id="311" r:id="rId23"/>
    <p:sldId id="315" r:id="rId24"/>
    <p:sldId id="289" r:id="rId25"/>
    <p:sldId id="313" r:id="rId26"/>
    <p:sldId id="290" r:id="rId27"/>
    <p:sldId id="291" r:id="rId28"/>
    <p:sldId id="292" r:id="rId29"/>
    <p:sldId id="293" r:id="rId30"/>
    <p:sldId id="314" r:id="rId31"/>
    <p:sldId id="294" r:id="rId32"/>
    <p:sldId id="274" r:id="rId33"/>
  </p:sldIdLst>
  <p:sldSz cx="9144000" cy="6858000" type="screen4x3"/>
  <p:notesSz cx="6858000" cy="9144000"/>
  <p:defaultTextStyle>
    <a:defPPr>
      <a:defRPr lang="en-AU"/>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53" autoAdjust="0"/>
  </p:normalViewPr>
  <p:slideViewPr>
    <p:cSldViewPr>
      <p:cViewPr varScale="1">
        <p:scale>
          <a:sx n="83" d="100"/>
          <a:sy n="83" d="100"/>
        </p:scale>
        <p:origin x="1353"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E6B8E6E-3232-4839-A04D-2936D492CFC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AU"/>
          </a:p>
        </p:txBody>
      </p:sp>
      <p:sp>
        <p:nvSpPr>
          <p:cNvPr id="22531" name="Rectangle 3">
            <a:extLst>
              <a:ext uri="{FF2B5EF4-FFF2-40B4-BE49-F238E27FC236}">
                <a16:creationId xmlns:a16="http://schemas.microsoft.com/office/drawing/2014/main" id="{61093098-A660-46B3-993D-5DF2D33C6DA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AU"/>
          </a:p>
        </p:txBody>
      </p:sp>
      <p:sp>
        <p:nvSpPr>
          <p:cNvPr id="3076" name="Rectangle 4">
            <a:extLst>
              <a:ext uri="{FF2B5EF4-FFF2-40B4-BE49-F238E27FC236}">
                <a16:creationId xmlns:a16="http://schemas.microsoft.com/office/drawing/2014/main" id="{E966CF38-BB08-424C-BDA8-F08B31F413D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6479F9C5-8C3D-4FF4-9AAC-06E3EED254E5}"/>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a:extLst>
              <a:ext uri="{FF2B5EF4-FFF2-40B4-BE49-F238E27FC236}">
                <a16:creationId xmlns:a16="http://schemas.microsoft.com/office/drawing/2014/main" id="{CCC3E4F3-61A1-490A-9EAF-08A329D3450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AU"/>
          </a:p>
        </p:txBody>
      </p:sp>
      <p:sp>
        <p:nvSpPr>
          <p:cNvPr id="22535" name="Rectangle 7">
            <a:extLst>
              <a:ext uri="{FF2B5EF4-FFF2-40B4-BE49-F238E27FC236}">
                <a16:creationId xmlns:a16="http://schemas.microsoft.com/office/drawing/2014/main" id="{2867EAF4-20F3-423A-A8EA-A39E2694B18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8FE59E6E-6FA6-489F-A273-4DF534EA9919}"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2414DEAF-A17C-4550-B55E-5BB0867AB2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B0AA90-DDFD-4D76-ADA5-0CA540BA9F83}" type="slidenum">
              <a:rPr lang="en-AU" altLang="en-US"/>
              <a:pPr>
                <a:spcBef>
                  <a:spcPct val="0"/>
                </a:spcBef>
              </a:pPr>
              <a:t>1</a:t>
            </a:fld>
            <a:endParaRPr lang="en-AU" altLang="en-US"/>
          </a:p>
        </p:txBody>
      </p:sp>
      <p:sp>
        <p:nvSpPr>
          <p:cNvPr id="5123" name="Rectangle 2">
            <a:extLst>
              <a:ext uri="{FF2B5EF4-FFF2-40B4-BE49-F238E27FC236}">
                <a16:creationId xmlns:a16="http://schemas.microsoft.com/office/drawing/2014/main" id="{F0DF378E-E808-4273-8E02-7988B6E19D4C}"/>
              </a:ext>
            </a:extLst>
          </p:cNvPr>
          <p:cNvSpPr>
            <a:spLocks noGrp="1" noRot="1" noChangeAspect="1" noChangeArrowheads="1" noTextEdit="1"/>
          </p:cNvSpPr>
          <p:nvPr>
            <p:ph type="sldImg"/>
          </p:nvPr>
        </p:nvSpPr>
        <p:spPr>
          <a:solidFill>
            <a:srgbClr val="FFFFFF"/>
          </a:solidFill>
          <a:ln/>
        </p:spPr>
      </p:sp>
      <p:sp>
        <p:nvSpPr>
          <p:cNvPr id="5124" name="Rectangle 3">
            <a:extLst>
              <a:ext uri="{FF2B5EF4-FFF2-40B4-BE49-F238E27FC236}">
                <a16:creationId xmlns:a16="http://schemas.microsoft.com/office/drawing/2014/main" id="{7F3BF8B2-BB6C-4F2A-948D-E10451429075}"/>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Lecture slides by Lawrie Brown for “Cryptography and Network Security”, 4/e, by William Stallings, Chapter 6 “</a:t>
            </a:r>
            <a:r>
              <a:rPr lang="en-AU" altLang="en-US" sz="1000"/>
              <a:t>Contemporary Symmetric Ciphers</a:t>
            </a:r>
            <a:r>
              <a:rPr lang="en-US" altLang="en-US"/>
              <a:t>”.</a:t>
            </a:r>
            <a:endParaRPr lang="en-AU" altLang="en-US"/>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EE1D461F-0CE3-4C09-9A29-01959B868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D2CFD71-2B26-4651-9BE9-598FB08F3EFB}" type="slidenum">
              <a:rPr lang="en-AU" altLang="en-US"/>
              <a:pPr>
                <a:spcBef>
                  <a:spcPct val="0"/>
                </a:spcBef>
              </a:pPr>
              <a:t>2</a:t>
            </a:fld>
            <a:endParaRPr lang="en-AU" altLang="en-US"/>
          </a:p>
        </p:txBody>
      </p:sp>
      <p:sp>
        <p:nvSpPr>
          <p:cNvPr id="7171" name="Rectangle 2">
            <a:extLst>
              <a:ext uri="{FF2B5EF4-FFF2-40B4-BE49-F238E27FC236}">
                <a16:creationId xmlns:a16="http://schemas.microsoft.com/office/drawing/2014/main" id="{F3060560-C93B-4BBF-AD4C-CD596FA9478C}"/>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0165367C-BF72-45C9-88E2-AE635E61AC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Given the potential vulnerability of DES to a brute-force attack,there has been considerable interest in finding an alternative. One approach is to design a completely new algorithm, of which AES is a prime example. Another alternative, which would preserve the existing investment in software and equipment, is to use multiple encryption with DES and multiple keys. We examine the widely accepted triple DES (3DES) approach.</a:t>
            </a:r>
            <a:r>
              <a:rPr lang="en-US" altLang="en-US">
                <a:latin typeface="Helvetica" panose="020B0604020202020204" pitchFamily="34" charset="0"/>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AD1BA46D-94A3-4761-9EDB-194A2E5F8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BB96CCD-F22B-4BD7-801C-F1DE50880292}" type="slidenum">
              <a:rPr lang="en-AU" altLang="en-US"/>
              <a:pPr>
                <a:spcBef>
                  <a:spcPct val="0"/>
                </a:spcBef>
              </a:pPr>
              <a:t>3</a:t>
            </a:fld>
            <a:endParaRPr lang="en-AU" altLang="en-US"/>
          </a:p>
        </p:txBody>
      </p:sp>
      <p:sp>
        <p:nvSpPr>
          <p:cNvPr id="9219" name="Rectangle 1026">
            <a:extLst>
              <a:ext uri="{FF2B5EF4-FFF2-40B4-BE49-F238E27FC236}">
                <a16:creationId xmlns:a16="http://schemas.microsoft.com/office/drawing/2014/main" id="{DE9D48E3-14F9-4B0F-97E8-2B969A621154}"/>
              </a:ext>
            </a:extLst>
          </p:cNvPr>
          <p:cNvSpPr>
            <a:spLocks noGrp="1" noRot="1" noChangeAspect="1" noChangeArrowheads="1" noTextEdit="1"/>
          </p:cNvSpPr>
          <p:nvPr>
            <p:ph type="sldImg"/>
          </p:nvPr>
        </p:nvSpPr>
        <p:spPr>
          <a:ln/>
        </p:spPr>
      </p:sp>
      <p:sp>
        <p:nvSpPr>
          <p:cNvPr id="9220" name="Rectangle 1027">
            <a:extLst>
              <a:ext uri="{FF2B5EF4-FFF2-40B4-BE49-F238E27FC236}">
                <a16:creationId xmlns:a16="http://schemas.microsoft.com/office/drawing/2014/main" id="{BA1D0FAD-C322-481D-BA6B-D7917598B5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simplest form of multiple encryption has two encryption stages and two keys - Double-DES.</a:t>
            </a:r>
          </a:p>
          <a:p>
            <a:pPr eaLnBrk="1" hangingPunct="1"/>
            <a:r>
              <a:rPr lang="en-US" altLang="en-US"/>
              <a:t>Have concern that there might be a single key that is equivalent to using 2 keys as above, not likely but only finally proved in 1992.</a:t>
            </a:r>
          </a:p>
          <a:p>
            <a:pPr eaLnBrk="1" hangingPunct="1"/>
            <a:r>
              <a:rPr lang="en-US" altLang="en-US"/>
              <a:t>More seriously have the “meet-in-the-middle” attack, first described by Diffie in 1977. It is a known plaintext attack (ie have know pair (P,C), and attempts to find by trial-and-error a value X in the “middle” of the double-DES encryption of this pair, and chances of this are much better at O(2^56)  than exhaustive search at O(2^112).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E6EE4911-73DF-455F-ABC5-1A388B627D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113A31-A057-4A13-994D-2C4CE1216624}" type="slidenum">
              <a:rPr lang="en-AU" altLang="en-US"/>
              <a:pPr>
                <a:spcBef>
                  <a:spcPct val="0"/>
                </a:spcBef>
              </a:pPr>
              <a:t>4</a:t>
            </a:fld>
            <a:endParaRPr lang="en-AU" altLang="en-US"/>
          </a:p>
        </p:txBody>
      </p:sp>
      <p:sp>
        <p:nvSpPr>
          <p:cNvPr id="11267" name="Rectangle 2">
            <a:extLst>
              <a:ext uri="{FF2B5EF4-FFF2-40B4-BE49-F238E27FC236}">
                <a16:creationId xmlns:a16="http://schemas.microsoft.com/office/drawing/2014/main" id="{812E6BEE-C6D5-4F2B-BC0C-238396B5C834}"/>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AAD6EAF8-3113-4654-93DA-8C6EE4207C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Triple-DES with two keys is a popular alternative to single-DES, but suffers from being 3 times slower to run. The use of encryption &amp; decryption stages are equivalent, but the chosen structure allows for compatibility with single-DES implementations. </a:t>
            </a:r>
            <a:r>
              <a:rPr lang="en-US" altLang="en-US">
                <a:latin typeface="Times-Roman" charset="0"/>
              </a:rPr>
              <a:t>3DES with two keys is a relatively popular alternative to DES and has been adopted for use in the key management standards ANS X9.17 and ISO 8732. Currently, there are no practical cryptanalytic attacks on 3DES. Coppersmith notes that the cost of a brute-force key search on 3DES is on the order of 2^112 (=5*10^33) and estimates that the cost of differential cryptanalysis suffers an exponential growth, compared to single DES, exceeding 10^52.</a:t>
            </a:r>
            <a:r>
              <a:rPr lang="en-US" altLang="en-US"/>
              <a:t> </a:t>
            </a:r>
          </a:p>
          <a:p>
            <a:pPr eaLnBrk="1" hangingPunct="1"/>
            <a:endParaRPr lang="en-AU"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120A8653-AE84-4240-89BD-D2713C58DF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50CD5A-3746-4319-9C5A-15345D9019C5}" type="slidenum">
              <a:rPr lang="en-AU" altLang="en-US"/>
              <a:pPr>
                <a:spcBef>
                  <a:spcPct val="0"/>
                </a:spcBef>
              </a:pPr>
              <a:t>5</a:t>
            </a:fld>
            <a:endParaRPr lang="en-AU" altLang="en-US"/>
          </a:p>
        </p:txBody>
      </p:sp>
      <p:sp>
        <p:nvSpPr>
          <p:cNvPr id="13315" name="Rectangle 2">
            <a:extLst>
              <a:ext uri="{FF2B5EF4-FFF2-40B4-BE49-F238E27FC236}">
                <a16:creationId xmlns:a16="http://schemas.microsoft.com/office/drawing/2014/main" id="{ABF8C293-2EAF-46C6-8032-E1AD56336204}"/>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C327920D-4AC7-45E6-9894-A32245DFE7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Have some indications of possible attacks on 2-key Triple-DES, as discussed in Stallings section 6.1. Triple-DES with three keys (168-bits) is now being used in some applications, </a:t>
            </a:r>
            <a:r>
              <a:rPr lang="en-US" altLang="en-US">
                <a:latin typeface="Times-Roman" charset="0"/>
              </a:rPr>
              <a:t>including PGP and S/MIME,</a:t>
            </a:r>
            <a:r>
              <a:rPr lang="en-US" altLang="en-US"/>
              <a:t> for greater security.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8750241-5EDA-45E0-A247-EF47E5BB3A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A6BEA3-E790-451D-B1CC-78AD28C56AB0}" type="slidenum">
              <a:rPr lang="en-AU" altLang="en-US"/>
              <a:pPr>
                <a:spcBef>
                  <a:spcPct val="0"/>
                </a:spcBef>
              </a:pPr>
              <a:t>6</a:t>
            </a:fld>
            <a:endParaRPr lang="en-AU" altLang="en-US"/>
          </a:p>
        </p:txBody>
      </p:sp>
      <p:sp>
        <p:nvSpPr>
          <p:cNvPr id="15363" name="Rectangle 1026">
            <a:extLst>
              <a:ext uri="{FF2B5EF4-FFF2-40B4-BE49-F238E27FC236}">
                <a16:creationId xmlns:a16="http://schemas.microsoft.com/office/drawing/2014/main" id="{906D42BE-4474-4D05-90D1-F79219CF43B2}"/>
              </a:ext>
            </a:extLst>
          </p:cNvPr>
          <p:cNvSpPr>
            <a:spLocks noGrp="1" noRot="1" noChangeAspect="1" noChangeArrowheads="1" noTextEdit="1"/>
          </p:cNvSpPr>
          <p:nvPr>
            <p:ph type="sldImg"/>
          </p:nvPr>
        </p:nvSpPr>
        <p:spPr>
          <a:solidFill>
            <a:srgbClr val="FFFFFF"/>
          </a:solidFill>
          <a:ln/>
        </p:spPr>
      </p:sp>
      <p:sp>
        <p:nvSpPr>
          <p:cNvPr id="15364" name="Rectangle 1027">
            <a:extLst>
              <a:ext uri="{FF2B5EF4-FFF2-40B4-BE49-F238E27FC236}">
                <a16:creationId xmlns:a16="http://schemas.microsoft.com/office/drawing/2014/main" id="{070355F8-CD71-48AA-B6D4-5DD762F8B8BD}"/>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DES (or any block cipher) forms a basic building block, which en/decrypts a fixed sized block of data. However to use these in practise, we usually need to handle arbitrary amounts of data, which may be available in advance (in which case a block mode is appropriate), and may only be available a bit/byte at a time (in which case a stream mode is used). </a:t>
            </a:r>
            <a:r>
              <a:rPr lang="en-US" altLang="en-US">
                <a:latin typeface="Times-Roman" charset="0"/>
              </a:rPr>
              <a:t>To apply a block cipher in a variety of applications, four “modes of operation” have been defined by NIST (FIPS 81). The four modes are intended to cover virtually all the possible applications of encryption for which a block cipher could be used. As new applications and requirements have appeared, NIST has expanded the list of recommended modes to five in Special Publication 800-38A. These modes are intended for use with any symmetric block cipher, including triple DES and AES. </a:t>
            </a:r>
            <a:endParaRPr lang="en-AU" altLang="en-US">
              <a:latin typeface="Times-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983DB75-B8EF-4610-81CC-1C78FE6871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A55C881-B5E6-4E2F-9433-BDDF69DEE8B5}" type="slidenum">
              <a:rPr lang="en-AU" altLang="en-US"/>
              <a:pPr>
                <a:spcBef>
                  <a:spcPct val="0"/>
                </a:spcBef>
              </a:pPr>
              <a:t>7</a:t>
            </a:fld>
            <a:endParaRPr lang="en-AU" altLang="en-US"/>
          </a:p>
        </p:txBody>
      </p:sp>
      <p:sp>
        <p:nvSpPr>
          <p:cNvPr id="17411" name="Rectangle 2">
            <a:extLst>
              <a:ext uri="{FF2B5EF4-FFF2-40B4-BE49-F238E27FC236}">
                <a16:creationId xmlns:a16="http://schemas.microsoft.com/office/drawing/2014/main" id="{5F0D4DCC-A310-4524-93D6-7E11B2D7FCB1}"/>
              </a:ext>
            </a:extLst>
          </p:cNvPr>
          <p:cNvSpPr>
            <a:spLocks noGrp="1" noRot="1" noChangeAspect="1" noChangeArrowheads="1" noTextEdit="1"/>
          </p:cNvSpPr>
          <p:nvPr>
            <p:ph type="sldImg"/>
          </p:nvPr>
        </p:nvSpPr>
        <p:spPr>
          <a:solidFill>
            <a:srgbClr val="FFFFFF"/>
          </a:solidFill>
          <a:ln/>
        </p:spPr>
      </p:sp>
      <p:sp>
        <p:nvSpPr>
          <p:cNvPr id="17412" name="Rectangle 3">
            <a:extLst>
              <a:ext uri="{FF2B5EF4-FFF2-40B4-BE49-F238E27FC236}">
                <a16:creationId xmlns:a16="http://schemas.microsoft.com/office/drawing/2014/main" id="{69EE7B32-00F6-422A-A570-582B71AF57EF}"/>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The simplest mode is the electronic codebook (ECB) mode, in which plaintext is handled one block at a time and each block of plaintext is encrypted using the same key. </a:t>
            </a:r>
            <a:r>
              <a:rPr lang="en-AU" altLang="en-US" i="1"/>
              <a:t>ECB is the simplest of the modes, and is used when only a single block of info needs to be sent (eg. a session key encrypted using a master key)</a:t>
            </a:r>
            <a:r>
              <a:rPr lang="en-AU" altLang="en-US"/>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18F30D3D-09E5-4BC4-AF6F-E0F1A3FAF8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2211EFD-AACA-463B-AC3C-DBA9146A244E}" type="slidenum">
              <a:rPr lang="en-AU" altLang="en-US"/>
              <a:pPr>
                <a:spcBef>
                  <a:spcPct val="0"/>
                </a:spcBef>
              </a:pPr>
              <a:t>8</a:t>
            </a:fld>
            <a:endParaRPr lang="en-AU" altLang="en-US"/>
          </a:p>
        </p:txBody>
      </p:sp>
      <p:sp>
        <p:nvSpPr>
          <p:cNvPr id="19459" name="Rectangle 2">
            <a:extLst>
              <a:ext uri="{FF2B5EF4-FFF2-40B4-BE49-F238E27FC236}">
                <a16:creationId xmlns:a16="http://schemas.microsoft.com/office/drawing/2014/main" id="{3AF043AA-7980-4E76-B043-C212453682B1}"/>
              </a:ext>
            </a:extLst>
          </p:cNvPr>
          <p:cNvSpPr>
            <a:spLocks noGrp="1" noRot="1" noChangeAspect="1" noChangeArrowheads="1" noTextEdit="1"/>
          </p:cNvSpPr>
          <p:nvPr>
            <p:ph type="sldImg"/>
          </p:nvPr>
        </p:nvSpPr>
        <p:spPr>
          <a:solidFill>
            <a:srgbClr val="FFFFFF"/>
          </a:solidFill>
          <a:ln/>
        </p:spPr>
      </p:sp>
      <p:sp>
        <p:nvSpPr>
          <p:cNvPr id="19460" name="Rectangle 3">
            <a:extLst>
              <a:ext uri="{FF2B5EF4-FFF2-40B4-BE49-F238E27FC236}">
                <a16:creationId xmlns:a16="http://schemas.microsoft.com/office/drawing/2014/main" id="{C638F1C0-DE3A-4584-99C7-1348764CCFFB}"/>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Stallings Figure 6.3 illustrates the Electronic Codebook (ECB) Mode.</a:t>
            </a:r>
            <a:endParaRPr lang="en-AU"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F4535FF4-2FC2-47B6-9D7C-F32E25F880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BD473A6-4506-4B4B-AEE9-666618685AA9}" type="slidenum">
              <a:rPr lang="en-AU" altLang="en-US"/>
              <a:pPr>
                <a:spcBef>
                  <a:spcPct val="0"/>
                </a:spcBef>
              </a:pPr>
              <a:t>9</a:t>
            </a:fld>
            <a:endParaRPr lang="en-AU" altLang="en-US"/>
          </a:p>
        </p:txBody>
      </p:sp>
      <p:sp>
        <p:nvSpPr>
          <p:cNvPr id="21507" name="Rectangle 2">
            <a:extLst>
              <a:ext uri="{FF2B5EF4-FFF2-40B4-BE49-F238E27FC236}">
                <a16:creationId xmlns:a16="http://schemas.microsoft.com/office/drawing/2014/main" id="{B9C63A2B-9C1F-44BA-BF15-09DE8B379738}"/>
              </a:ext>
            </a:extLst>
          </p:cNvPr>
          <p:cNvSpPr>
            <a:spLocks noGrp="1" noRot="1" noChangeAspect="1" noChangeArrowheads="1" noTextEdit="1"/>
          </p:cNvSpPr>
          <p:nvPr>
            <p:ph type="sldImg"/>
          </p:nvPr>
        </p:nvSpPr>
        <p:spPr>
          <a:solidFill>
            <a:srgbClr val="FFFFFF"/>
          </a:solidFill>
          <a:ln/>
        </p:spPr>
      </p:sp>
      <p:sp>
        <p:nvSpPr>
          <p:cNvPr id="21508" name="Rectangle 3">
            <a:extLst>
              <a:ext uri="{FF2B5EF4-FFF2-40B4-BE49-F238E27FC236}">
                <a16:creationId xmlns:a16="http://schemas.microsoft.com/office/drawing/2014/main" id="{BACC1A31-8D72-46C5-95D4-83DCD7108307}"/>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ECB is not appropriate for any quantity of data, since repetitions can be seen, esp. with graphics, and because the blocks can be shuffled/inserted without affecting the en/decryption of each block. Its main use is to send one or a very few blocks, eg a session encryption key.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BC133FA1-023B-41B9-89BC-368069309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5059F12-37C9-4714-B6F2-903E5238AFC9}" type="slidenum">
              <a:rPr lang="en-AU" altLang="en-US"/>
              <a:pPr>
                <a:spcBef>
                  <a:spcPct val="0"/>
                </a:spcBef>
              </a:pPr>
              <a:t>10</a:t>
            </a:fld>
            <a:endParaRPr lang="en-AU" altLang="en-US"/>
          </a:p>
        </p:txBody>
      </p:sp>
      <p:sp>
        <p:nvSpPr>
          <p:cNvPr id="23555" name="Rectangle 2">
            <a:extLst>
              <a:ext uri="{FF2B5EF4-FFF2-40B4-BE49-F238E27FC236}">
                <a16:creationId xmlns:a16="http://schemas.microsoft.com/office/drawing/2014/main" id="{F7B6092E-474B-4C73-BC93-889892D9D23D}"/>
              </a:ext>
            </a:extLst>
          </p:cNvPr>
          <p:cNvSpPr>
            <a:spLocks noGrp="1" noRot="1" noChangeAspect="1" noChangeArrowheads="1" noTextEdit="1"/>
          </p:cNvSpPr>
          <p:nvPr>
            <p:ph type="sldImg"/>
          </p:nvPr>
        </p:nvSpPr>
        <p:spPr>
          <a:solidFill>
            <a:srgbClr val="FFFFFF"/>
          </a:solidFill>
          <a:ln/>
        </p:spPr>
      </p:sp>
      <p:sp>
        <p:nvSpPr>
          <p:cNvPr id="23556" name="Rectangle 3">
            <a:extLst>
              <a:ext uri="{FF2B5EF4-FFF2-40B4-BE49-F238E27FC236}">
                <a16:creationId xmlns:a16="http://schemas.microsoft.com/office/drawing/2014/main" id="{E7A0C655-2A03-4B42-B6A2-DA0F66DAE40A}"/>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To overcome the problems of repetitions and order independence in ECB, want some way of making the ciphertext dependent on </a:t>
            </a:r>
            <a:r>
              <a:rPr lang="en-AU" altLang="en-US" b="1"/>
              <a:t>all</a:t>
            </a:r>
            <a:r>
              <a:rPr lang="en-AU" altLang="en-US"/>
              <a:t> blocks before it. This is what CBC gives us, by combining the previous ciphertext block with the current message block before encrypting. To start the process, use an Initial Value (IV), which is usually well known (often all 0's), or otherwise is sent, ECB encrypted, just before starting CBC use. CBC mode is applicable whenever large amounts of data need to be sent securely, provided that all data is available in advance (eg email, FTP, web etc).</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3D5FB98-8747-485F-89D6-045A73E80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ED04F8-62A7-4D0A-9F6E-4C2C7F9F76E0}" type="slidenum">
              <a:rPr lang="en-AU" altLang="en-US"/>
              <a:pPr>
                <a:spcBef>
                  <a:spcPct val="0"/>
                </a:spcBef>
              </a:pPr>
              <a:t>11</a:t>
            </a:fld>
            <a:endParaRPr lang="en-AU" altLang="en-US"/>
          </a:p>
        </p:txBody>
      </p:sp>
      <p:sp>
        <p:nvSpPr>
          <p:cNvPr id="25603" name="Rectangle 2">
            <a:extLst>
              <a:ext uri="{FF2B5EF4-FFF2-40B4-BE49-F238E27FC236}">
                <a16:creationId xmlns:a16="http://schemas.microsoft.com/office/drawing/2014/main" id="{4507C2E9-9030-4765-8C11-CB3182E2E9BC}"/>
              </a:ext>
            </a:extLst>
          </p:cNvPr>
          <p:cNvSpPr>
            <a:spLocks noGrp="1" noRot="1" noChangeAspect="1" noChangeArrowheads="1" noTextEdit="1"/>
          </p:cNvSpPr>
          <p:nvPr>
            <p:ph type="sldImg"/>
          </p:nvPr>
        </p:nvSpPr>
        <p:spPr>
          <a:solidFill>
            <a:srgbClr val="FFFFFF"/>
          </a:solidFill>
          <a:ln/>
        </p:spPr>
      </p:sp>
      <p:sp>
        <p:nvSpPr>
          <p:cNvPr id="25604" name="Rectangle 3">
            <a:extLst>
              <a:ext uri="{FF2B5EF4-FFF2-40B4-BE49-F238E27FC236}">
                <a16:creationId xmlns:a16="http://schemas.microsoft.com/office/drawing/2014/main" id="{1826401E-FB8B-4C04-83D2-D3770DC742EF}"/>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Stallings Figure 6.4 illustrates the </a:t>
            </a:r>
            <a:r>
              <a:rPr lang="en-AU" altLang="en-US"/>
              <a:t>Cipher Block Chaining (CBC)</a:t>
            </a:r>
            <a:r>
              <a:rPr lang="en-US" altLang="en-US"/>
              <a:t> Mode.</a:t>
            </a:r>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EB18B57B-476C-4999-9936-5FE63F74BF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ABD1D8-2679-48E0-AEB0-2DE3F859DAE7}" type="slidenum">
              <a:rPr lang="en-AU" altLang="en-US"/>
              <a:pPr>
                <a:spcBef>
                  <a:spcPct val="0"/>
                </a:spcBef>
              </a:pPr>
              <a:t>12</a:t>
            </a:fld>
            <a:endParaRPr lang="en-AU" altLang="en-US"/>
          </a:p>
        </p:txBody>
      </p:sp>
      <p:sp>
        <p:nvSpPr>
          <p:cNvPr id="27651" name="Rectangle 2">
            <a:extLst>
              <a:ext uri="{FF2B5EF4-FFF2-40B4-BE49-F238E27FC236}">
                <a16:creationId xmlns:a16="http://schemas.microsoft.com/office/drawing/2014/main" id="{6650B655-5B94-49F0-965E-6CFB9CC5E92D}"/>
              </a:ext>
            </a:extLst>
          </p:cNvPr>
          <p:cNvSpPr>
            <a:spLocks noGrp="1" noRot="1" noChangeAspect="1" noChangeArrowheads="1" noTextEdit="1"/>
          </p:cNvSpPr>
          <p:nvPr>
            <p:ph type="sldImg"/>
          </p:nvPr>
        </p:nvSpPr>
        <p:spPr>
          <a:solidFill>
            <a:srgbClr val="FFFFFF"/>
          </a:solidFill>
          <a:ln/>
        </p:spPr>
      </p:sp>
      <p:sp>
        <p:nvSpPr>
          <p:cNvPr id="27652" name="Rectangle 3">
            <a:extLst>
              <a:ext uri="{FF2B5EF4-FFF2-40B4-BE49-F238E27FC236}">
                <a16:creationId xmlns:a16="http://schemas.microsoft.com/office/drawing/2014/main" id="{8BF3FFAD-096D-4AAB-BFB2-53D541AB0CC8}"/>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One issue that arises with block modes is how to handle the last block, which may well not be complete. In general have to pad this block (typically with 0's), and then must recognise padding at other end - may be obvious (eg in text the 0 value should usually not occur), or otherwise must explicitly have the last byte as a count of how much padding was used (including the count). Note that if this is done, if the last block IS an even multiple of 8 bytes or has exactly the same form as pad+count, then will have to add an extra block, all padding so as to have a count in the last byte. There are other, more esoteric, “ciphertext stealing” modes, which avoid the need for an extra block.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11E1327E-0843-4319-B9E6-3AC6F9C246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4E9CDA-750D-4826-917C-7D4B1F56B4B1}" type="slidenum">
              <a:rPr lang="en-AU" altLang="en-US"/>
              <a:pPr>
                <a:spcBef>
                  <a:spcPct val="0"/>
                </a:spcBef>
              </a:pPr>
              <a:t>13</a:t>
            </a:fld>
            <a:endParaRPr lang="en-AU" altLang="en-US"/>
          </a:p>
        </p:txBody>
      </p:sp>
      <p:sp>
        <p:nvSpPr>
          <p:cNvPr id="29699" name="Rectangle 2">
            <a:extLst>
              <a:ext uri="{FF2B5EF4-FFF2-40B4-BE49-F238E27FC236}">
                <a16:creationId xmlns:a16="http://schemas.microsoft.com/office/drawing/2014/main" id="{66397E6E-993F-40D8-ACCA-48CF7BEFF049}"/>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278FF0CB-073E-41FB-BEA3-D0BF67D5A330}"/>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CBC is the block mode generally used. The chaining provides an avalanche effect, which means the encrypted message cannot be changed or rearranged without totally destroying the subsequent data.</a:t>
            </a:r>
            <a:r>
              <a:rPr lang="en-AU" altLang="en-US"/>
              <a:t> However there is the issue of ensuring that the IV is either fixed or sent encrypted in ECB mode to stop attacks on 1st block.</a:t>
            </a:r>
          </a:p>
          <a:p>
            <a:pPr eaLnBrk="1" hangingPunct="1"/>
            <a:endParaRPr lang="en-AU"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7D8A9CC-D74B-4A75-81DD-C5EBAA7483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489D8BB-62E5-45DF-A214-A4DF8C0A6B95}" type="slidenum">
              <a:rPr lang="en-AU" altLang="en-US"/>
              <a:pPr>
                <a:spcBef>
                  <a:spcPct val="0"/>
                </a:spcBef>
              </a:pPr>
              <a:t>14</a:t>
            </a:fld>
            <a:endParaRPr lang="en-AU" altLang="en-US"/>
          </a:p>
        </p:txBody>
      </p:sp>
      <p:sp>
        <p:nvSpPr>
          <p:cNvPr id="31747" name="Rectangle 2">
            <a:extLst>
              <a:ext uri="{FF2B5EF4-FFF2-40B4-BE49-F238E27FC236}">
                <a16:creationId xmlns:a16="http://schemas.microsoft.com/office/drawing/2014/main" id="{5F1E7F6E-5639-4A92-9131-33CE0DB35B37}"/>
              </a:ext>
            </a:extLst>
          </p:cNvPr>
          <p:cNvSpPr>
            <a:spLocks noGrp="1" noRot="1" noChangeAspect="1" noChangeArrowheads="1" noTextEdit="1"/>
          </p:cNvSpPr>
          <p:nvPr>
            <p:ph type="sldImg"/>
          </p:nvPr>
        </p:nvSpPr>
        <p:spPr>
          <a:solidFill>
            <a:srgbClr val="FFFFFF"/>
          </a:solidFill>
          <a:ln/>
        </p:spPr>
      </p:sp>
      <p:sp>
        <p:nvSpPr>
          <p:cNvPr id="31748" name="Rectangle 3">
            <a:extLst>
              <a:ext uri="{FF2B5EF4-FFF2-40B4-BE49-F238E27FC236}">
                <a16:creationId xmlns:a16="http://schemas.microsoft.com/office/drawing/2014/main" id="{79A91675-AE66-42D0-BA76-1E95E2BEECD4}"/>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If the data is only available a bit/byte at a time (eg. terminal session, sensor value etc), then must use some other approach to encrypting it, so as not to delay the info. Idea here is to use the block cipher essentially as a </a:t>
            </a:r>
            <a:r>
              <a:rPr lang="en-AU" altLang="en-US" b="1"/>
              <a:t>pseudo-random number</a:t>
            </a:r>
            <a:r>
              <a:rPr lang="en-AU" altLang="en-US"/>
              <a:t> generator (see stream cipher lecture later) and to combine these "random" bits with the message. Note as mentioned before, XOR is an easily inverted operator (just XOR with same thing again to undo). Again start with an IV to get things going, then use the ciphertext as the next input. As originally defined, idea was to "consume" as much of the "random" output as needed for each message unit (bit/byte) before "bumping" bits out of the buffer and re-encrypting. This is wasteful though, and slows the encryption down as more encryptions are needed. An alternate way to think of it is to generate a block of "random" bits, consume them as message bits/bytes arrive, and when they're used up, only then feed a full block of ciphertext back. This is CFB-64 or CFB-128 mode (depending on the block size of the cipher used eg DES or AES respectively). CFB is the usual choice for quantities of stream oriented data, and for authentication use.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6ED9A688-A576-49D9-A44D-D20EDB42DC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AF17CC1-7183-4425-84A2-D90B22EA7155}" type="slidenum">
              <a:rPr lang="en-AU" altLang="en-US"/>
              <a:pPr>
                <a:spcBef>
                  <a:spcPct val="0"/>
                </a:spcBef>
              </a:pPr>
              <a:t>15</a:t>
            </a:fld>
            <a:endParaRPr lang="en-AU" altLang="en-US"/>
          </a:p>
        </p:txBody>
      </p:sp>
      <p:sp>
        <p:nvSpPr>
          <p:cNvPr id="33795" name="Rectangle 2">
            <a:extLst>
              <a:ext uri="{FF2B5EF4-FFF2-40B4-BE49-F238E27FC236}">
                <a16:creationId xmlns:a16="http://schemas.microsoft.com/office/drawing/2014/main" id="{AA70E229-9E77-43E8-994A-5A888E3E9194}"/>
              </a:ext>
            </a:extLst>
          </p:cNvPr>
          <p:cNvSpPr>
            <a:spLocks noGrp="1" noRot="1" noChangeAspect="1" noChangeArrowheads="1" noTextEdit="1"/>
          </p:cNvSpPr>
          <p:nvPr>
            <p:ph type="sldImg"/>
          </p:nvPr>
        </p:nvSpPr>
        <p:spPr>
          <a:solidFill>
            <a:srgbClr val="FFFFFF"/>
          </a:solidFill>
          <a:ln/>
        </p:spPr>
      </p:sp>
      <p:sp>
        <p:nvSpPr>
          <p:cNvPr id="33796" name="Rectangle 3">
            <a:extLst>
              <a:ext uri="{FF2B5EF4-FFF2-40B4-BE49-F238E27FC236}">
                <a16:creationId xmlns:a16="http://schemas.microsoft.com/office/drawing/2014/main" id="{22EC47BA-3F3E-479A-8811-327ED31ED46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Stallings Figure 6.5 illustrates the </a:t>
            </a:r>
            <a:r>
              <a:rPr lang="en-AU" altLang="en-US"/>
              <a:t>Cipher FeedBack (CFB)</a:t>
            </a:r>
            <a:r>
              <a:rPr lang="en-US" altLang="en-US"/>
              <a:t> Mode.</a:t>
            </a:r>
            <a:endParaRPr lang="en-AU"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8C19089-9CCD-45DB-9E46-55F7C746E8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0E8BA1-8D02-4B03-8E65-244AFCF256E7}" type="slidenum">
              <a:rPr lang="en-AU" altLang="en-US"/>
              <a:pPr>
                <a:spcBef>
                  <a:spcPct val="0"/>
                </a:spcBef>
              </a:pPr>
              <a:t>16</a:t>
            </a:fld>
            <a:endParaRPr lang="en-AU" altLang="en-US"/>
          </a:p>
        </p:txBody>
      </p:sp>
      <p:sp>
        <p:nvSpPr>
          <p:cNvPr id="35843" name="Rectangle 2">
            <a:extLst>
              <a:ext uri="{FF2B5EF4-FFF2-40B4-BE49-F238E27FC236}">
                <a16:creationId xmlns:a16="http://schemas.microsoft.com/office/drawing/2014/main" id="{445E24AC-432D-4A97-8F10-01ED47426E26}"/>
              </a:ext>
            </a:extLst>
          </p:cNvPr>
          <p:cNvSpPr>
            <a:spLocks noGrp="1" noRot="1" noChangeAspect="1" noChangeArrowheads="1" noTextEdit="1"/>
          </p:cNvSpPr>
          <p:nvPr>
            <p:ph type="sldImg"/>
          </p:nvPr>
        </p:nvSpPr>
        <p:spPr>
          <a:solidFill>
            <a:srgbClr val="FFFFFF"/>
          </a:solidFill>
          <a:ln/>
        </p:spPr>
      </p:sp>
      <p:sp>
        <p:nvSpPr>
          <p:cNvPr id="35844" name="Rectangle 3">
            <a:extLst>
              <a:ext uri="{FF2B5EF4-FFF2-40B4-BE49-F238E27FC236}">
                <a16:creationId xmlns:a16="http://schemas.microsoft.com/office/drawing/2014/main" id="{06CCC428-2EDC-40DC-B686-19B3D7F8578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CFB is the usual stream mode. As long as can keep up with the input, doing encryptions every 8 bytes. A possible problem is that if its used over a "noisy" link, then any corrupted bit will destroy values in the current and next blocks (since the current block feeds as input to create the random bits for the next). So either must use over a reliable network transport layer (pretty usual) or use OFB.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18E9ED97-0397-45EA-B00F-63F212854F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42DBCB-9EA1-4E67-B796-CABC8962253F}" type="slidenum">
              <a:rPr lang="en-AU" altLang="en-US"/>
              <a:pPr>
                <a:spcBef>
                  <a:spcPct val="0"/>
                </a:spcBef>
              </a:pPr>
              <a:t>17</a:t>
            </a:fld>
            <a:endParaRPr lang="en-AU" altLang="en-US"/>
          </a:p>
        </p:txBody>
      </p:sp>
      <p:sp>
        <p:nvSpPr>
          <p:cNvPr id="37891" name="Rectangle 2">
            <a:extLst>
              <a:ext uri="{FF2B5EF4-FFF2-40B4-BE49-F238E27FC236}">
                <a16:creationId xmlns:a16="http://schemas.microsoft.com/office/drawing/2014/main" id="{342F7F13-2D1D-4ABF-8059-95EB5179C895}"/>
              </a:ext>
            </a:extLst>
          </p:cNvPr>
          <p:cNvSpPr>
            <a:spLocks noGrp="1" noRot="1" noChangeAspect="1" noChangeArrowheads="1" noTextEdit="1"/>
          </p:cNvSpPr>
          <p:nvPr>
            <p:ph type="sldImg"/>
          </p:nvPr>
        </p:nvSpPr>
        <p:spPr>
          <a:solidFill>
            <a:srgbClr val="FFFFFF"/>
          </a:solidFill>
          <a:ln/>
        </p:spPr>
      </p:sp>
      <p:sp>
        <p:nvSpPr>
          <p:cNvPr id="37892" name="Rectangle 3">
            <a:extLst>
              <a:ext uri="{FF2B5EF4-FFF2-40B4-BE49-F238E27FC236}">
                <a16:creationId xmlns:a16="http://schemas.microsoft.com/office/drawing/2014/main" id="{381989D6-9E52-4E67-8F5A-4683054B2D7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The alternative to CFB is OFB. Here the generation of the "random" bits is independent of the message being encrypted. The advantage is that firstly, they can be computed in advance, good for bursty traffic, and secondly, any bit error only affects a single bit. Thus this is good for noisy links (eg satellite TV transmissions etc).</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C44A936F-338B-49CF-AF56-08DD2FB57C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5EAF38-E643-4696-BAB9-577D6AA8A822}" type="slidenum">
              <a:rPr lang="en-AU" altLang="en-US"/>
              <a:pPr>
                <a:spcBef>
                  <a:spcPct val="0"/>
                </a:spcBef>
              </a:pPr>
              <a:t>18</a:t>
            </a:fld>
            <a:endParaRPr lang="en-AU" altLang="en-US"/>
          </a:p>
        </p:txBody>
      </p:sp>
      <p:sp>
        <p:nvSpPr>
          <p:cNvPr id="39939" name="Rectangle 2">
            <a:extLst>
              <a:ext uri="{FF2B5EF4-FFF2-40B4-BE49-F238E27FC236}">
                <a16:creationId xmlns:a16="http://schemas.microsoft.com/office/drawing/2014/main" id="{C9743FC6-AB6F-4514-9EF7-12A57F2CE1D0}"/>
              </a:ext>
            </a:extLst>
          </p:cNvPr>
          <p:cNvSpPr>
            <a:spLocks noGrp="1" noRot="1" noChangeAspect="1" noChangeArrowheads="1" noTextEdit="1"/>
          </p:cNvSpPr>
          <p:nvPr>
            <p:ph type="sldImg"/>
          </p:nvPr>
        </p:nvSpPr>
        <p:spPr>
          <a:solidFill>
            <a:srgbClr val="FFFFFF"/>
          </a:solidFill>
          <a:ln/>
        </p:spPr>
      </p:sp>
      <p:sp>
        <p:nvSpPr>
          <p:cNvPr id="39940" name="Rectangle 3">
            <a:extLst>
              <a:ext uri="{FF2B5EF4-FFF2-40B4-BE49-F238E27FC236}">
                <a16:creationId xmlns:a16="http://schemas.microsoft.com/office/drawing/2014/main" id="{E2A1F1EF-EAD2-4552-9A06-27A8129C909C}"/>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Stallings Figure 6.6 illustrates the </a:t>
            </a:r>
            <a:r>
              <a:rPr lang="en-AU" altLang="en-US"/>
              <a:t>Output FeedBack (OFB)</a:t>
            </a:r>
            <a:r>
              <a:rPr lang="en-US" altLang="en-US"/>
              <a:t> Mode.</a:t>
            </a:r>
            <a:endParaRPr lang="en-AU"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CED74234-7399-4867-AED8-1BC1FF386A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B5B6CE6-3B96-4FE3-9302-AEB346D389B8}" type="slidenum">
              <a:rPr lang="en-AU" altLang="en-US"/>
              <a:pPr>
                <a:spcBef>
                  <a:spcPct val="0"/>
                </a:spcBef>
              </a:pPr>
              <a:t>19</a:t>
            </a:fld>
            <a:endParaRPr lang="en-AU" altLang="en-US"/>
          </a:p>
        </p:txBody>
      </p:sp>
      <p:sp>
        <p:nvSpPr>
          <p:cNvPr id="41987" name="Rectangle 2">
            <a:extLst>
              <a:ext uri="{FF2B5EF4-FFF2-40B4-BE49-F238E27FC236}">
                <a16:creationId xmlns:a16="http://schemas.microsoft.com/office/drawing/2014/main" id="{52C31E1C-A5B8-450C-A08D-77234965299C}"/>
              </a:ext>
            </a:extLst>
          </p:cNvPr>
          <p:cNvSpPr>
            <a:spLocks noGrp="1" noRot="1" noChangeAspect="1" noChangeArrowheads="1" noTextEdit="1"/>
          </p:cNvSpPr>
          <p:nvPr>
            <p:ph type="sldImg"/>
          </p:nvPr>
        </p:nvSpPr>
        <p:spPr>
          <a:solidFill>
            <a:srgbClr val="FFFFFF"/>
          </a:solidFill>
          <a:ln/>
        </p:spPr>
      </p:sp>
      <p:sp>
        <p:nvSpPr>
          <p:cNvPr id="41988" name="Rectangle 3">
            <a:extLst>
              <a:ext uri="{FF2B5EF4-FFF2-40B4-BE49-F238E27FC236}">
                <a16:creationId xmlns:a16="http://schemas.microsoft.com/office/drawing/2014/main" id="{87EE35C6-5BE7-445E-BC38-6A95A5E0027A}"/>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One advantage of the OFB method is that bit errors in transmission do not propagate. The disadvantage of OFB is that it is more vulnerable to a message stream modification attack than is CFB. </a:t>
            </a:r>
            <a:endParaRPr lang="en-AU" altLang="en-US"/>
          </a:p>
          <a:p>
            <a:pPr eaLnBrk="1" hangingPunct="1"/>
            <a:r>
              <a:rPr lang="en-AU" altLang="en-US"/>
              <a:t>Since OFB is a Vernam cipher variant, the stream should never be used more than once (otherwise the 2 ciphertexts can be combined, cancelling these bits, and leaving a "book" cipher to solve). And sender &amp; receiver need to remain in sync, or all data is lost. Also, research has shown that you should only ever use a full block feedback ie OFB-64/128 mode.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D02350E1-1DD2-4BFE-8C04-EBA4F933C9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44F547B-38CB-4234-A61D-E8D94CEF091A}" type="slidenum">
              <a:rPr lang="en-AU" altLang="en-US"/>
              <a:pPr>
                <a:spcBef>
                  <a:spcPct val="0"/>
                </a:spcBef>
              </a:pPr>
              <a:t>20</a:t>
            </a:fld>
            <a:endParaRPr lang="en-AU" altLang="en-US"/>
          </a:p>
        </p:txBody>
      </p:sp>
      <p:sp>
        <p:nvSpPr>
          <p:cNvPr id="44035" name="Rectangle 2">
            <a:extLst>
              <a:ext uri="{FF2B5EF4-FFF2-40B4-BE49-F238E27FC236}">
                <a16:creationId xmlns:a16="http://schemas.microsoft.com/office/drawing/2014/main" id="{3BAE23BA-48B6-4703-AD7A-4BD9FBE429E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DAD1FA57-7A6E-45F9-AD79-135E1344FE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Counter (CTR) mode is a variant of OFB, but which encrypts a counter value (hence name). Although it was proposed many years before, it has only recently been standardized for use with AES along with the other existing 4 modes. It is being used with </a:t>
            </a:r>
            <a:r>
              <a:rPr lang="en-US" altLang="en-US">
                <a:latin typeface="Times-Roman" charset="0"/>
              </a:rPr>
              <a:t> applications in ATM (asynchronous transfer mode) network security and IPSec (IP security). A counter, equal to the plaintext block size is used. The only requirement stated in SP 800-38A is that the counter value must be different for each plaintext block that is encrypted. Typically the counter is initialized to some value and then incremented by 1 for each subsequent block. </a:t>
            </a:r>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43ED156A-7BF9-4D12-B414-DCEC2C4513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125008B-CD66-4EE4-9DDF-F94FA761814D}" type="slidenum">
              <a:rPr lang="en-AU" altLang="en-US"/>
              <a:pPr>
                <a:spcBef>
                  <a:spcPct val="0"/>
                </a:spcBef>
              </a:pPr>
              <a:t>21</a:t>
            </a:fld>
            <a:endParaRPr lang="en-AU" altLang="en-US"/>
          </a:p>
        </p:txBody>
      </p:sp>
      <p:sp>
        <p:nvSpPr>
          <p:cNvPr id="46083" name="Rectangle 2">
            <a:extLst>
              <a:ext uri="{FF2B5EF4-FFF2-40B4-BE49-F238E27FC236}">
                <a16:creationId xmlns:a16="http://schemas.microsoft.com/office/drawing/2014/main" id="{0DF5CB2A-BA8A-4F43-AE7C-23E772BE23A8}"/>
              </a:ext>
            </a:extLst>
          </p:cNvPr>
          <p:cNvSpPr>
            <a:spLocks noGrp="1" noRot="1" noChangeAspect="1" noChangeArrowheads="1" noTextEdit="1"/>
          </p:cNvSpPr>
          <p:nvPr>
            <p:ph type="sldImg"/>
          </p:nvPr>
        </p:nvSpPr>
        <p:spPr>
          <a:solidFill>
            <a:srgbClr val="FFFFFF"/>
          </a:solidFill>
          <a:ln/>
        </p:spPr>
      </p:sp>
      <p:sp>
        <p:nvSpPr>
          <p:cNvPr id="46084" name="Rectangle 3">
            <a:extLst>
              <a:ext uri="{FF2B5EF4-FFF2-40B4-BE49-F238E27FC236}">
                <a16:creationId xmlns:a16="http://schemas.microsoft.com/office/drawing/2014/main" id="{149425A6-8750-4DC7-A45B-E0708C75F5F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Stallings Figure 6.7 illustrates the Counter (CTR) Mode.</a:t>
            </a:r>
            <a:endParaRPr lang="en-AU"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A7680C5-BA26-4E8A-8AC7-0ED41C26F4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215A66-8795-46F5-8FAB-000306E0AA24}" type="slidenum">
              <a:rPr lang="en-AU" altLang="en-US"/>
              <a:pPr>
                <a:spcBef>
                  <a:spcPct val="0"/>
                </a:spcBef>
              </a:pPr>
              <a:t>22</a:t>
            </a:fld>
            <a:endParaRPr lang="en-AU" altLang="en-US"/>
          </a:p>
        </p:txBody>
      </p:sp>
      <p:sp>
        <p:nvSpPr>
          <p:cNvPr id="48131" name="Rectangle 2">
            <a:extLst>
              <a:ext uri="{FF2B5EF4-FFF2-40B4-BE49-F238E27FC236}">
                <a16:creationId xmlns:a16="http://schemas.microsoft.com/office/drawing/2014/main" id="{A07FE709-8D5C-42C5-9D3F-8E33AC942543}"/>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B87519E0-C696-48FB-B5A0-F28144FCDE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CTR mode has a number of advantages in parallel h/w &amp; s/w efficiency, can preprocess the output values in advance of needing to encrypt, can get random access to encrypted data blocks, and is simple. But like OFB have issue of not reusing the same key+counter value.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319253E-83A5-4433-B3F3-3F6CF9E3CD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AC8EFE9-5F06-4330-B070-6923AD1A1CFB}" type="slidenum">
              <a:rPr lang="en-AU" altLang="en-US"/>
              <a:pPr>
                <a:spcBef>
                  <a:spcPct val="0"/>
                </a:spcBef>
              </a:pPr>
              <a:t>24</a:t>
            </a:fld>
            <a:endParaRPr lang="en-AU" altLang="en-US"/>
          </a:p>
        </p:txBody>
      </p:sp>
      <p:sp>
        <p:nvSpPr>
          <p:cNvPr id="50179" name="Rectangle 2">
            <a:extLst>
              <a:ext uri="{FF2B5EF4-FFF2-40B4-BE49-F238E27FC236}">
                <a16:creationId xmlns:a16="http://schemas.microsoft.com/office/drawing/2014/main" id="{30FBA32A-5220-4E99-BB82-74AA75D30C1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686DF294-C3D8-4C26-A789-4F39F52214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 typical stream cipher encrypts plaintext one byte (or bit) at a time, usually by XOR’ing with a pseudo-random keystream. The stream cipher is similar to the one-time pad discussed in Chapter 2. The difference is that a one-time pad uses a genuine random number stream, whereas a stream cipher uses a pseudorandom number stream. But rely on the </a:t>
            </a:r>
            <a:r>
              <a:rPr lang="en-AU" altLang="en-US"/>
              <a:t>randomness of </a:t>
            </a:r>
            <a:r>
              <a:rPr lang="en-AU" altLang="en-US" b="1"/>
              <a:t>stream key</a:t>
            </a:r>
            <a:r>
              <a:rPr lang="en-AU" altLang="en-US"/>
              <a:t> completely destroys statistically properties in message</a:t>
            </a:r>
            <a:r>
              <a:rPr lang="en-AU" altLang="en-US" sz="1000"/>
              <a:t>. However, you </a:t>
            </a:r>
            <a:r>
              <a:rPr lang="en-US" altLang="en-US"/>
              <a:t>must never reuse a stream key since</a:t>
            </a:r>
            <a:r>
              <a:rPr lang="en-US" altLang="en-US" sz="1000"/>
              <a:t> </a:t>
            </a:r>
            <a:r>
              <a:rPr lang="en-US" altLang="en-US"/>
              <a:t>otherwise you can recover messages (as with a book cipher).</a:t>
            </a:r>
            <a:endParaRPr lang="en-AU" altLang="en-US" sz="1000"/>
          </a:p>
          <a:p>
            <a:pPr lvl="1" eaLnBrk="1" hangingPunct="1"/>
            <a:endParaRPr lang="en-US" altLang="en-US" sz="10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87563D1C-EBC7-4B4C-83F7-61434201B1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0FA2BAB-24EB-4BA7-B5DE-199F1169B605}" type="slidenum">
              <a:rPr lang="en-AU" altLang="en-US"/>
              <a:pPr>
                <a:spcBef>
                  <a:spcPct val="0"/>
                </a:spcBef>
              </a:pPr>
              <a:t>25</a:t>
            </a:fld>
            <a:endParaRPr lang="en-AU" altLang="en-US"/>
          </a:p>
        </p:txBody>
      </p:sp>
      <p:sp>
        <p:nvSpPr>
          <p:cNvPr id="52227" name="Rectangle 2">
            <a:extLst>
              <a:ext uri="{FF2B5EF4-FFF2-40B4-BE49-F238E27FC236}">
                <a16:creationId xmlns:a16="http://schemas.microsoft.com/office/drawing/2014/main" id="{0DEB0382-2C53-4483-AE2E-E63064FDE90A}"/>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5F233D29-6E5A-4F0C-897A-B9023237D0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6.8 illustrates the general structure of a stream cipher, where  a key is input to a pseudorandom bit generator that produces an apparently random keystream of bits, and which are XOR’d with message to encrypt it, and XOR’d again to decrypt it by the receiver.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1B8DE8B-C76A-4547-903B-84B85570ED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4C20B9E-4D5C-42C0-A800-96CBE4A9E87B}" type="slidenum">
              <a:rPr lang="en-AU" altLang="en-US"/>
              <a:pPr>
                <a:spcBef>
                  <a:spcPct val="0"/>
                </a:spcBef>
              </a:pPr>
              <a:t>26</a:t>
            </a:fld>
            <a:endParaRPr lang="en-AU" altLang="en-US"/>
          </a:p>
        </p:txBody>
      </p:sp>
      <p:sp>
        <p:nvSpPr>
          <p:cNvPr id="54275" name="Rectangle 2">
            <a:extLst>
              <a:ext uri="{FF2B5EF4-FFF2-40B4-BE49-F238E27FC236}">
                <a16:creationId xmlns:a16="http://schemas.microsoft.com/office/drawing/2014/main" id="{41D45993-23D6-4CE0-AE64-20730D99258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D4A816E1-ED9A-4824-807B-2C759BD0C2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a:t>[KUMA97] lists the following important design considerations for a stream cipher: </a:t>
            </a:r>
          </a:p>
          <a:p>
            <a:pPr marL="228600" indent="-228600" eaLnBrk="1" hangingPunct="1">
              <a:buFont typeface="Times" panose="02020603050405020304" pitchFamily="18" charset="0"/>
              <a:buAutoNum type="arabicPeriod"/>
            </a:pPr>
            <a:r>
              <a:rPr lang="en-US" altLang="en-US"/>
              <a:t>The encryption sequence should have a large period, the longer the period of repeat the more difficult it will be to do cryptanalysis.</a:t>
            </a:r>
          </a:p>
          <a:p>
            <a:pPr marL="228600" indent="-228600" eaLnBrk="1" hangingPunct="1">
              <a:buFont typeface="Times" panose="02020603050405020304" pitchFamily="18" charset="0"/>
              <a:buAutoNum type="arabicPeriod"/>
            </a:pPr>
            <a:r>
              <a:rPr lang="en-US" altLang="en-US"/>
              <a:t> The keystream should approximate the properties of a true random number stream as close as possible, the more random-appearing the keystream is, the more randomized the ciphertext is, making cryptanalysis more difficult. </a:t>
            </a:r>
          </a:p>
          <a:p>
            <a:pPr marL="228600" indent="-228600" eaLnBrk="1" hangingPunct="1">
              <a:buFont typeface="Times" panose="02020603050405020304" pitchFamily="18" charset="0"/>
              <a:buAutoNum type="arabicPeriod"/>
            </a:pPr>
            <a:r>
              <a:rPr lang="en-US" altLang="en-US"/>
              <a:t> To guard against brute-force attacks, the key needs to be sufficiently long. The same considerations as apply for block ciphers are valid here .Thus, with current technology, a key length of at least 128 bits is desirable.</a:t>
            </a:r>
            <a:endParaRPr lang="en-AU" altLang="en-US"/>
          </a:p>
          <a:p>
            <a:pPr marL="228600" indent="-228600" eaLnBrk="1" hangingPunct="1">
              <a:buFont typeface="Times" panose="02020603050405020304" pitchFamily="18" charset="0"/>
              <a:buNone/>
            </a:pPr>
            <a:r>
              <a:rPr lang="en-US" altLang="en-US"/>
              <a:t>With a properly designed pseudorandom number generator, a stream cipher can be as secure as block cipher of comparable key length. The primary advantage of a stream cipher is that stream ciphers are almost always faster and use far less code than do block ciphers.</a:t>
            </a:r>
            <a:endParaRPr lang="en-AU"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FBC222B1-ACCD-4109-8FC7-3CD80B45F8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5888352-7F03-48D6-872C-543832888B4F}" type="slidenum">
              <a:rPr lang="en-AU" altLang="en-US"/>
              <a:pPr>
                <a:spcBef>
                  <a:spcPct val="0"/>
                </a:spcBef>
              </a:pPr>
              <a:t>27</a:t>
            </a:fld>
            <a:endParaRPr lang="en-AU" altLang="en-US"/>
          </a:p>
        </p:txBody>
      </p:sp>
      <p:sp>
        <p:nvSpPr>
          <p:cNvPr id="56323" name="Rectangle 2">
            <a:extLst>
              <a:ext uri="{FF2B5EF4-FFF2-40B4-BE49-F238E27FC236}">
                <a16:creationId xmlns:a16="http://schemas.microsoft.com/office/drawing/2014/main" id="{38D32724-B482-4836-910E-FC4091122ECF}"/>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8BD85B5B-9D17-4D3B-A476-6D69290BCE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RC4 is a stream cipher designed in 1987 by Ron Rivest for RSA Security. It is a variable key-size stream cipher with byte-oriented operations. The algorithm is based on the use of a random permutation. </a:t>
            </a:r>
            <a:r>
              <a:rPr lang="en-US" altLang="en-US">
                <a:latin typeface="Times-Roman" charset="0"/>
              </a:rPr>
              <a:t>Analysis shows that the period of the cipher is overwhelmingly likely to be greater than 10^100. Eight to sixteen machine operations are required per output byte, and the cipher can be expected to run very quickly in software. RC4 is probably the most widely used stream cipher. It is used in the SSL/TLS secure web protocol, &amp; in the WEP &amp; WPA wireless LAN security protocols. RC4 was kept as a trade secret by RSA Security, but in September 1994 was anonymously posted on the Internet on the Cypherpunks anonymous remailers list. In brief, the RC4 </a:t>
            </a:r>
            <a:r>
              <a:rPr lang="en-AU" altLang="en-US"/>
              <a:t>key is ued to form a random permutation of all 8-bit values, it then uses that permutation to scramble input info processed a byte at a time.</a:t>
            </a:r>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0ACCBAD3-B261-4D28-9FC4-F4CDF2B9DC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AC2795B-0E66-4BAA-A69E-20A3E99F344C}" type="slidenum">
              <a:rPr lang="en-AU" altLang="en-US"/>
              <a:pPr>
                <a:spcBef>
                  <a:spcPct val="0"/>
                </a:spcBef>
              </a:pPr>
              <a:t>28</a:t>
            </a:fld>
            <a:endParaRPr lang="en-AU" altLang="en-US"/>
          </a:p>
        </p:txBody>
      </p:sp>
      <p:sp>
        <p:nvSpPr>
          <p:cNvPr id="58371" name="Rectangle 2">
            <a:extLst>
              <a:ext uri="{FF2B5EF4-FFF2-40B4-BE49-F238E27FC236}">
                <a16:creationId xmlns:a16="http://schemas.microsoft.com/office/drawing/2014/main" id="{95532AEF-5390-44CA-A1A2-9965C70547EE}"/>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774F7050-8A85-490E-8E34-FF56006B61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RC4 key schedule initialises the state S to the numbers 0..255, and then walks through each entry in turn, using its current value plus the next byte of key to pick another entry in the array, and swaps their values over. After doing this 256 times, the result is a well and truly shuffled array. The total number of possible states is 256! - a truly enormous number, much larger even than the 2048-bit (256*8) max key allowed can select.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0629F0DE-0710-4A02-987E-C2DBA9B78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59317E5-7BA0-4D85-AA9B-04590B2CAF1E}" type="slidenum">
              <a:rPr lang="en-AU" altLang="en-US"/>
              <a:pPr>
                <a:spcBef>
                  <a:spcPct val="0"/>
                </a:spcBef>
              </a:pPr>
              <a:t>29</a:t>
            </a:fld>
            <a:endParaRPr lang="en-AU" altLang="en-US"/>
          </a:p>
        </p:txBody>
      </p:sp>
      <p:sp>
        <p:nvSpPr>
          <p:cNvPr id="60419" name="Rectangle 2">
            <a:extLst>
              <a:ext uri="{FF2B5EF4-FFF2-40B4-BE49-F238E27FC236}">
                <a16:creationId xmlns:a16="http://schemas.microsoft.com/office/drawing/2014/main" id="{E02B7A02-3FCB-437E-9FE2-601A542D3FED}"/>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F2B670F5-7A42-49AC-A389-B39AB07FFE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To form the stream key for en/decryption (which are identical), RC4 continues to shuffle the permutation array S by continuing to swap each element in turn with some other entry, and using the sum of these two entry values to select another value from the permutation to use as the stream key, which is then XOR’d with the current message byte.</a:t>
            </a:r>
            <a:endParaRPr lang="en-AU"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C1166B4-B4DA-4D6A-9FB2-450117B787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98E4AA-4FDC-43E1-9523-CB25C7BF090E}" type="slidenum">
              <a:rPr lang="en-AU" altLang="en-US"/>
              <a:pPr>
                <a:spcBef>
                  <a:spcPct val="0"/>
                </a:spcBef>
              </a:pPr>
              <a:t>30</a:t>
            </a:fld>
            <a:endParaRPr lang="en-AU" altLang="en-US"/>
          </a:p>
        </p:txBody>
      </p:sp>
      <p:sp>
        <p:nvSpPr>
          <p:cNvPr id="62467" name="Rectangle 2">
            <a:extLst>
              <a:ext uri="{FF2B5EF4-FFF2-40B4-BE49-F238E27FC236}">
                <a16:creationId xmlns:a16="http://schemas.microsoft.com/office/drawing/2014/main" id="{D8379BC4-64B1-4EAA-8AC0-0CB1218D9E35}"/>
              </a:ext>
            </a:extLst>
          </p:cNvPr>
          <p:cNvSpPr>
            <a:spLocks noGrp="1" noRot="1" noChangeAspect="1" noChangeArrowheads="1" noTextEdit="1"/>
          </p:cNvSpPr>
          <p:nvPr>
            <p:ph type="sldImg"/>
          </p:nvPr>
        </p:nvSpPr>
        <p:spPr>
          <a:solidFill>
            <a:srgbClr val="FFFFFF"/>
          </a:solidFill>
          <a:ln/>
        </p:spPr>
      </p:sp>
      <p:sp>
        <p:nvSpPr>
          <p:cNvPr id="62468" name="Rectangle 3">
            <a:extLst>
              <a:ext uri="{FF2B5EF4-FFF2-40B4-BE49-F238E27FC236}">
                <a16:creationId xmlns:a16="http://schemas.microsoft.com/office/drawing/2014/main" id="{3E23818F-E64B-4F18-87A1-BBF77DFF844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Stallings Figure 6.9 illustrates the general structure of RC4.</a:t>
            </a:r>
            <a:endParaRPr lang="en-AU"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BB2105E1-5CB0-43EE-8BFD-8040636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ACE9271-FFAE-405D-BBE2-0F4BA9537959}" type="slidenum">
              <a:rPr lang="en-AU" altLang="en-US"/>
              <a:pPr>
                <a:spcBef>
                  <a:spcPct val="0"/>
                </a:spcBef>
              </a:pPr>
              <a:t>31</a:t>
            </a:fld>
            <a:endParaRPr lang="en-AU" altLang="en-US"/>
          </a:p>
        </p:txBody>
      </p:sp>
      <p:sp>
        <p:nvSpPr>
          <p:cNvPr id="64515" name="Rectangle 2">
            <a:extLst>
              <a:ext uri="{FF2B5EF4-FFF2-40B4-BE49-F238E27FC236}">
                <a16:creationId xmlns:a16="http://schemas.microsoft.com/office/drawing/2014/main" id="{52570F5C-A500-4054-8285-46A7C86ACC6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5E888D99-CAA6-4B0B-8CE5-C9F953199B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 number of papers have been published analyzing methods of attacking RC4, but none of these approaches is practical against RC4 with a reasonable key length, such as 128 bits.</a:t>
            </a:r>
          </a:p>
          <a:p>
            <a:pPr eaLnBrk="1" hangingPunct="1"/>
            <a:r>
              <a:rPr lang="en-US" altLang="en-US">
                <a:latin typeface="Times-Roman" charset="0"/>
              </a:rPr>
              <a:t>A more serious problem occurs in its use in the WEP protocol, not with RC4 itself but the way in which keys are generated for use as input to RC4.</a:t>
            </a:r>
            <a:endParaRPr lang="en-AU" altLang="en-US"/>
          </a:p>
          <a:p>
            <a:pPr eaLnBrk="1" hangingPunct="1"/>
            <a:r>
              <a:rPr lang="en-AU" altLang="en-US"/>
              <a:t>Currently RC4 its regarded as quite secure, if used correctly, with a sufficiently large key.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161DAAD-14EC-4733-B650-19D796D864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32A00B1-80EB-4CEC-B4EB-5DE470C6D0D3}" type="slidenum">
              <a:rPr lang="en-AU" altLang="en-US"/>
              <a:pPr>
                <a:spcBef>
                  <a:spcPct val="0"/>
                </a:spcBef>
              </a:pPr>
              <a:t>32</a:t>
            </a:fld>
            <a:endParaRPr lang="en-AU" altLang="en-US"/>
          </a:p>
        </p:txBody>
      </p:sp>
      <p:sp>
        <p:nvSpPr>
          <p:cNvPr id="66563" name="Rectangle 2">
            <a:extLst>
              <a:ext uri="{FF2B5EF4-FFF2-40B4-BE49-F238E27FC236}">
                <a16:creationId xmlns:a16="http://schemas.microsoft.com/office/drawing/2014/main" id="{908C5334-6915-4DBB-AD6D-5959FA60248E}"/>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0295F457-014E-4337-99D1-85B7D287E8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Chapter 6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85B009D7-EEB0-4F9C-8699-4A460DC095AE}"/>
              </a:ext>
            </a:extLst>
          </p:cNvPr>
          <p:cNvGrpSpPr>
            <a:grpSpLocks/>
          </p:cNvGrpSpPr>
          <p:nvPr/>
        </p:nvGrpSpPr>
        <p:grpSpPr bwMode="auto">
          <a:xfrm>
            <a:off x="3175" y="4267200"/>
            <a:ext cx="9140825" cy="2590800"/>
            <a:chOff x="2" y="2688"/>
            <a:chExt cx="5758" cy="1632"/>
          </a:xfrm>
        </p:grpSpPr>
        <p:sp>
          <p:nvSpPr>
            <p:cNvPr id="5" name="Freeform 3">
              <a:extLst>
                <a:ext uri="{FF2B5EF4-FFF2-40B4-BE49-F238E27FC236}">
                  <a16:creationId xmlns:a16="http://schemas.microsoft.com/office/drawing/2014/main" id="{8467D0B8-9285-466E-BC95-DBD86BE0B45E}"/>
                </a:ext>
              </a:extLst>
            </p:cNvPr>
            <p:cNvSpPr>
              <a:spLocks/>
            </p:cNvSpPr>
            <p:nvPr/>
          </p:nvSpPr>
          <p:spPr bwMode="hidden">
            <a:xfrm>
              <a:off x="2" y="2688"/>
              <a:ext cx="5758" cy="1632"/>
            </a:xfrm>
            <a:custGeom>
              <a:avLst/>
              <a:gdLst>
                <a:gd name="T0" fmla="*/ 5740 w 5740"/>
                <a:gd name="T1" fmla="*/ 4316 h 4316"/>
                <a:gd name="T2" fmla="*/ 0 w 5740"/>
                <a:gd name="T3" fmla="*/ 4316 h 4316"/>
                <a:gd name="T4" fmla="*/ 0 w 5740"/>
                <a:gd name="T5" fmla="*/ 0 h 4316"/>
                <a:gd name="T6" fmla="*/ 5740 w 5740"/>
                <a:gd name="T7" fmla="*/ 0 h 4316"/>
                <a:gd name="T8" fmla="*/ 5740 w 5740"/>
                <a:gd name="T9" fmla="*/ 4316 h 4316"/>
                <a:gd name="T10" fmla="*/ 5740 w 5740"/>
                <a:gd name="T11" fmla="*/ 4316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4316">
                  <a:moveTo>
                    <a:pt x="5740" y="4316"/>
                  </a:moveTo>
                  <a:lnTo>
                    <a:pt x="0" y="4316"/>
                  </a:lnTo>
                  <a:lnTo>
                    <a:pt x="0" y="0"/>
                  </a:lnTo>
                  <a:lnTo>
                    <a:pt x="5740" y="0"/>
                  </a:lnTo>
                  <a:lnTo>
                    <a:pt x="5740" y="431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 name="Group 4">
              <a:extLst>
                <a:ext uri="{FF2B5EF4-FFF2-40B4-BE49-F238E27FC236}">
                  <a16:creationId xmlns:a16="http://schemas.microsoft.com/office/drawing/2014/main" id="{210BB99C-1049-4128-963F-0C2E5A9665B9}"/>
                </a:ext>
              </a:extLst>
            </p:cNvPr>
            <p:cNvGrpSpPr>
              <a:grpSpLocks/>
            </p:cNvGrpSpPr>
            <p:nvPr/>
          </p:nvGrpSpPr>
          <p:grpSpPr bwMode="auto">
            <a:xfrm>
              <a:off x="1776" y="3024"/>
              <a:ext cx="3929" cy="1290"/>
              <a:chOff x="1776" y="3024"/>
              <a:chExt cx="3929" cy="1290"/>
            </a:xfrm>
          </p:grpSpPr>
          <p:grpSp>
            <p:nvGrpSpPr>
              <p:cNvPr id="7" name="Group 5">
                <a:extLst>
                  <a:ext uri="{FF2B5EF4-FFF2-40B4-BE49-F238E27FC236}">
                    <a16:creationId xmlns:a16="http://schemas.microsoft.com/office/drawing/2014/main" id="{78535783-D57E-4462-A7B4-274720009902}"/>
                  </a:ext>
                </a:extLst>
              </p:cNvPr>
              <p:cNvGrpSpPr>
                <a:grpSpLocks/>
              </p:cNvGrpSpPr>
              <p:nvPr/>
            </p:nvGrpSpPr>
            <p:grpSpPr bwMode="auto">
              <a:xfrm>
                <a:off x="2268" y="3934"/>
                <a:ext cx="638" cy="377"/>
                <a:chOff x="2268" y="3934"/>
                <a:chExt cx="638" cy="377"/>
              </a:xfrm>
            </p:grpSpPr>
            <p:sp>
              <p:nvSpPr>
                <p:cNvPr id="60" name="Oval 6">
                  <a:extLst>
                    <a:ext uri="{FF2B5EF4-FFF2-40B4-BE49-F238E27FC236}">
                      <a16:creationId xmlns:a16="http://schemas.microsoft.com/office/drawing/2014/main" id="{32C87909-984E-4782-9CF8-EC774741B93C}"/>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eaLnBrk="1" hangingPunct="1">
                    <a:defRPr/>
                  </a:pPr>
                  <a:endParaRPr lang="th-TH"/>
                </a:p>
              </p:txBody>
            </p:sp>
            <p:sp>
              <p:nvSpPr>
                <p:cNvPr id="61" name="Oval 7">
                  <a:extLst>
                    <a:ext uri="{FF2B5EF4-FFF2-40B4-BE49-F238E27FC236}">
                      <a16:creationId xmlns:a16="http://schemas.microsoft.com/office/drawing/2014/main" id="{C4F2A768-AA1F-45C3-8093-01FDE7AF199F}"/>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eaLnBrk="1" hangingPunct="1">
                    <a:defRPr/>
                  </a:pPr>
                  <a:endParaRPr lang="th-TH"/>
                </a:p>
              </p:txBody>
            </p:sp>
            <p:sp>
              <p:nvSpPr>
                <p:cNvPr id="62" name="Oval 8">
                  <a:extLst>
                    <a:ext uri="{FF2B5EF4-FFF2-40B4-BE49-F238E27FC236}">
                      <a16:creationId xmlns:a16="http://schemas.microsoft.com/office/drawing/2014/main" id="{4643576E-2235-49AF-B309-DA890D1A723F}"/>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eaLnBrk="1" hangingPunct="1">
                    <a:defRPr/>
                  </a:pPr>
                  <a:endParaRPr lang="th-TH"/>
                </a:p>
              </p:txBody>
            </p:sp>
            <p:sp>
              <p:nvSpPr>
                <p:cNvPr id="63" name="Oval 9">
                  <a:extLst>
                    <a:ext uri="{FF2B5EF4-FFF2-40B4-BE49-F238E27FC236}">
                      <a16:creationId xmlns:a16="http://schemas.microsoft.com/office/drawing/2014/main" id="{72E4E054-1883-402C-8039-F2277D047891}"/>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64" name="Oval 10">
                  <a:extLst>
                    <a:ext uri="{FF2B5EF4-FFF2-40B4-BE49-F238E27FC236}">
                      <a16:creationId xmlns:a16="http://schemas.microsoft.com/office/drawing/2014/main" id="{66830ABD-6136-4429-BC0E-D2D535880F64}"/>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65" name="Oval 11">
                  <a:extLst>
                    <a:ext uri="{FF2B5EF4-FFF2-40B4-BE49-F238E27FC236}">
                      <a16:creationId xmlns:a16="http://schemas.microsoft.com/office/drawing/2014/main" id="{F3D20696-F564-466F-8341-3F5177B4DC9F}"/>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66" name="Oval 12">
                  <a:extLst>
                    <a:ext uri="{FF2B5EF4-FFF2-40B4-BE49-F238E27FC236}">
                      <a16:creationId xmlns:a16="http://schemas.microsoft.com/office/drawing/2014/main" id="{9503065C-3C9E-426E-BECA-82605B459D5D}"/>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eaLnBrk="1" hangingPunct="1">
                    <a:defRPr/>
                  </a:pPr>
                  <a:endParaRPr lang="th-TH"/>
                </a:p>
              </p:txBody>
            </p:sp>
            <p:sp>
              <p:nvSpPr>
                <p:cNvPr id="67" name="Oval 13">
                  <a:extLst>
                    <a:ext uri="{FF2B5EF4-FFF2-40B4-BE49-F238E27FC236}">
                      <a16:creationId xmlns:a16="http://schemas.microsoft.com/office/drawing/2014/main" id="{1D9B7362-291F-4966-A570-A92C04CF855E}"/>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eaLnBrk="1" hangingPunct="1">
                    <a:defRPr/>
                  </a:pPr>
                  <a:endParaRPr lang="th-TH"/>
                </a:p>
              </p:txBody>
            </p:sp>
          </p:grpSp>
          <p:sp>
            <p:nvSpPr>
              <p:cNvPr id="8" name="Oval 14">
                <a:extLst>
                  <a:ext uri="{FF2B5EF4-FFF2-40B4-BE49-F238E27FC236}">
                    <a16:creationId xmlns:a16="http://schemas.microsoft.com/office/drawing/2014/main" id="{BA3A66AB-57BB-4A9C-B922-8F184A2B7E6A}"/>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eaLnBrk="1" hangingPunct="1">
                  <a:defRPr/>
                </a:pPr>
                <a:endParaRPr lang="th-TH"/>
              </a:p>
            </p:txBody>
          </p:sp>
          <p:sp>
            <p:nvSpPr>
              <p:cNvPr id="9" name="Oval 15">
                <a:extLst>
                  <a:ext uri="{FF2B5EF4-FFF2-40B4-BE49-F238E27FC236}">
                    <a16:creationId xmlns:a16="http://schemas.microsoft.com/office/drawing/2014/main" id="{DFADE00E-9294-4C83-9446-EF1578C1F20C}"/>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10" name="Oval 16">
                <a:extLst>
                  <a:ext uri="{FF2B5EF4-FFF2-40B4-BE49-F238E27FC236}">
                    <a16:creationId xmlns:a16="http://schemas.microsoft.com/office/drawing/2014/main" id="{807495C2-815C-41F2-89CB-DF65CA52AC56}"/>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11" name="Oval 17">
                <a:extLst>
                  <a:ext uri="{FF2B5EF4-FFF2-40B4-BE49-F238E27FC236}">
                    <a16:creationId xmlns:a16="http://schemas.microsoft.com/office/drawing/2014/main" id="{CBA7D454-CF6E-4DA8-8DB7-6C0BCD5AB021}"/>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12" name="Oval 18">
                <a:extLst>
                  <a:ext uri="{FF2B5EF4-FFF2-40B4-BE49-F238E27FC236}">
                    <a16:creationId xmlns:a16="http://schemas.microsoft.com/office/drawing/2014/main" id="{68767610-925D-434F-A2AE-02A023C1C510}"/>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13" name="Freeform 19">
                <a:extLst>
                  <a:ext uri="{FF2B5EF4-FFF2-40B4-BE49-F238E27FC236}">
                    <a16:creationId xmlns:a16="http://schemas.microsoft.com/office/drawing/2014/main" id="{C668634C-FF74-4805-92A0-74AA0E432BF5}"/>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14" name="Freeform 20">
                <a:extLst>
                  <a:ext uri="{FF2B5EF4-FFF2-40B4-BE49-F238E27FC236}">
                    <a16:creationId xmlns:a16="http://schemas.microsoft.com/office/drawing/2014/main" id="{D5360461-E044-42FF-A190-6F3450E4EB08}"/>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eaLnBrk="1" hangingPunct="1">
                  <a:defRPr/>
                </a:pPr>
                <a:endParaRPr lang="th-TH"/>
              </a:p>
            </p:txBody>
          </p:sp>
          <p:sp>
            <p:nvSpPr>
              <p:cNvPr id="15" name="Freeform 21">
                <a:extLst>
                  <a:ext uri="{FF2B5EF4-FFF2-40B4-BE49-F238E27FC236}">
                    <a16:creationId xmlns:a16="http://schemas.microsoft.com/office/drawing/2014/main" id="{CBAE3039-9281-40E2-B1BC-E7B6BBD89648}"/>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16" name="Freeform 22">
                <a:extLst>
                  <a:ext uri="{FF2B5EF4-FFF2-40B4-BE49-F238E27FC236}">
                    <a16:creationId xmlns:a16="http://schemas.microsoft.com/office/drawing/2014/main" id="{3B845F18-5A8E-4214-8A6B-5B8E765A40F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eaLnBrk="1" hangingPunct="1">
                  <a:defRPr/>
                </a:pPr>
                <a:endParaRPr lang="th-TH"/>
              </a:p>
            </p:txBody>
          </p:sp>
          <p:sp>
            <p:nvSpPr>
              <p:cNvPr id="17" name="Freeform 23">
                <a:extLst>
                  <a:ext uri="{FF2B5EF4-FFF2-40B4-BE49-F238E27FC236}">
                    <a16:creationId xmlns:a16="http://schemas.microsoft.com/office/drawing/2014/main" id="{5E58BC6A-E086-4173-AC46-37C2CEDA297B}"/>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eaLnBrk="1" hangingPunct="1">
                  <a:defRPr/>
                </a:pPr>
                <a:endParaRPr lang="th-TH"/>
              </a:p>
            </p:txBody>
          </p:sp>
          <p:sp>
            <p:nvSpPr>
              <p:cNvPr id="18" name="Freeform 24">
                <a:extLst>
                  <a:ext uri="{FF2B5EF4-FFF2-40B4-BE49-F238E27FC236}">
                    <a16:creationId xmlns:a16="http://schemas.microsoft.com/office/drawing/2014/main" id="{A800012B-8037-446C-832B-2FEAABBCA958}"/>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eaLnBrk="1" hangingPunct="1">
                  <a:defRPr/>
                </a:pPr>
                <a:endParaRPr lang="th-TH"/>
              </a:p>
            </p:txBody>
          </p:sp>
          <p:sp>
            <p:nvSpPr>
              <p:cNvPr id="19" name="Freeform 25">
                <a:extLst>
                  <a:ext uri="{FF2B5EF4-FFF2-40B4-BE49-F238E27FC236}">
                    <a16:creationId xmlns:a16="http://schemas.microsoft.com/office/drawing/2014/main" id="{B02803A3-D014-46C1-9433-929B62FBA4D3}"/>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20" name="Freeform 26">
                <a:extLst>
                  <a:ext uri="{FF2B5EF4-FFF2-40B4-BE49-F238E27FC236}">
                    <a16:creationId xmlns:a16="http://schemas.microsoft.com/office/drawing/2014/main" id="{757DB987-7902-4998-AE9F-D52F13B5D28C}"/>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eaLnBrk="1" hangingPunct="1">
                  <a:defRPr/>
                </a:pPr>
                <a:endParaRPr lang="th-TH"/>
              </a:p>
            </p:txBody>
          </p:sp>
          <p:sp>
            <p:nvSpPr>
              <p:cNvPr id="21" name="Freeform 27">
                <a:extLst>
                  <a:ext uri="{FF2B5EF4-FFF2-40B4-BE49-F238E27FC236}">
                    <a16:creationId xmlns:a16="http://schemas.microsoft.com/office/drawing/2014/main" id="{1234E84B-2A50-42C5-9A2F-53FEA9C9FE1D}"/>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eaLnBrk="1" hangingPunct="1">
                  <a:defRPr/>
                </a:pPr>
                <a:endParaRPr lang="th-TH"/>
              </a:p>
            </p:txBody>
          </p:sp>
          <p:sp>
            <p:nvSpPr>
              <p:cNvPr id="22" name="Freeform 28">
                <a:extLst>
                  <a:ext uri="{FF2B5EF4-FFF2-40B4-BE49-F238E27FC236}">
                    <a16:creationId xmlns:a16="http://schemas.microsoft.com/office/drawing/2014/main" id="{6924B39C-AD7B-4A9D-9465-16F2D2334540}"/>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eaLnBrk="1" hangingPunct="1">
                  <a:defRPr/>
                </a:pPr>
                <a:endParaRPr lang="th-TH"/>
              </a:p>
            </p:txBody>
          </p:sp>
          <p:sp>
            <p:nvSpPr>
              <p:cNvPr id="23" name="Freeform 29">
                <a:extLst>
                  <a:ext uri="{FF2B5EF4-FFF2-40B4-BE49-F238E27FC236}">
                    <a16:creationId xmlns:a16="http://schemas.microsoft.com/office/drawing/2014/main" id="{28AA9C51-9A3A-494E-9F5C-FBBE3BE119C1}"/>
                  </a:ext>
                </a:extLst>
              </p:cNvPr>
              <p:cNvSpPr>
                <a:spLocks/>
              </p:cNvSpPr>
              <p:nvPr/>
            </p:nvSpPr>
            <p:spPr bwMode="hidden">
              <a:xfrm>
                <a:off x="2068" y="3685"/>
                <a:ext cx="835" cy="150"/>
              </a:xfrm>
              <a:custGeom>
                <a:avLst/>
                <a:gdLst>
                  <a:gd name="T0" fmla="*/ 518 w 835"/>
                  <a:gd name="T1" fmla="*/ 18 h 150"/>
                  <a:gd name="T2" fmla="*/ 597 w 835"/>
                  <a:gd name="T3" fmla="*/ 24 h 150"/>
                  <a:gd name="T4" fmla="*/ 682 w 835"/>
                  <a:gd name="T5" fmla="*/ 30 h 150"/>
                  <a:gd name="T6" fmla="*/ 755 w 835"/>
                  <a:gd name="T7" fmla="*/ 42 h 150"/>
                  <a:gd name="T8" fmla="*/ 828 w 835"/>
                  <a:gd name="T9" fmla="*/ 60 h 150"/>
                  <a:gd name="T10" fmla="*/ 835 w 835"/>
                  <a:gd name="T11" fmla="*/ 42 h 150"/>
                  <a:gd name="T12" fmla="*/ 761 w 835"/>
                  <a:gd name="T13" fmla="*/ 24 h 150"/>
                  <a:gd name="T14" fmla="*/ 688 w 835"/>
                  <a:gd name="T15" fmla="*/ 12 h 150"/>
                  <a:gd name="T16" fmla="*/ 603 w 835"/>
                  <a:gd name="T17" fmla="*/ 6 h 150"/>
                  <a:gd name="T18" fmla="*/ 518 w 835"/>
                  <a:gd name="T19" fmla="*/ 0 h 150"/>
                  <a:gd name="T20" fmla="*/ 372 w 835"/>
                  <a:gd name="T21" fmla="*/ 12 h 150"/>
                  <a:gd name="T22" fmla="*/ 232 w 835"/>
                  <a:gd name="T23" fmla="*/ 36 h 150"/>
                  <a:gd name="T24" fmla="*/ 110 w 835"/>
                  <a:gd name="T25" fmla="*/ 78 h 150"/>
                  <a:gd name="T26" fmla="*/ 0 w 835"/>
                  <a:gd name="T27" fmla="*/ 132 h 150"/>
                  <a:gd name="T28" fmla="*/ 19 w 835"/>
                  <a:gd name="T29" fmla="*/ 150 h 150"/>
                  <a:gd name="T30" fmla="*/ 122 w 835"/>
                  <a:gd name="T31" fmla="*/ 96 h 150"/>
                  <a:gd name="T32" fmla="*/ 244 w 835"/>
                  <a:gd name="T33" fmla="*/ 54 h 150"/>
                  <a:gd name="T34" fmla="*/ 378 w 835"/>
                  <a:gd name="T35" fmla="*/ 30 h 150"/>
                  <a:gd name="T36" fmla="*/ 518 w 835"/>
                  <a:gd name="T37" fmla="*/ 18 h 150"/>
                  <a:gd name="T38" fmla="*/ 518 w 835"/>
                  <a:gd name="T39" fmla="*/ 18 h 1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30">
                <a:extLst>
                  <a:ext uri="{FF2B5EF4-FFF2-40B4-BE49-F238E27FC236}">
                    <a16:creationId xmlns:a16="http://schemas.microsoft.com/office/drawing/2014/main" id="{1C4D5897-1DFF-4D40-8C05-62271DF2B538}"/>
                  </a:ext>
                </a:extLst>
              </p:cNvPr>
              <p:cNvSpPr>
                <a:spLocks/>
              </p:cNvSpPr>
              <p:nvPr/>
            </p:nvSpPr>
            <p:spPr bwMode="hidden">
              <a:xfrm>
                <a:off x="1867" y="3853"/>
                <a:ext cx="171" cy="461"/>
              </a:xfrm>
              <a:custGeom>
                <a:avLst/>
                <a:gdLst>
                  <a:gd name="T0" fmla="*/ 31 w 171"/>
                  <a:gd name="T1" fmla="*/ 263 h 461"/>
                  <a:gd name="T2" fmla="*/ 43 w 171"/>
                  <a:gd name="T3" fmla="*/ 191 h 461"/>
                  <a:gd name="T4" fmla="*/ 67 w 171"/>
                  <a:gd name="T5" fmla="*/ 131 h 461"/>
                  <a:gd name="T6" fmla="*/ 116 w 171"/>
                  <a:gd name="T7" fmla="*/ 72 h 461"/>
                  <a:gd name="T8" fmla="*/ 171 w 171"/>
                  <a:gd name="T9" fmla="*/ 18 h 461"/>
                  <a:gd name="T10" fmla="*/ 153 w 171"/>
                  <a:gd name="T11" fmla="*/ 0 h 461"/>
                  <a:gd name="T12" fmla="*/ 86 w 171"/>
                  <a:gd name="T13" fmla="*/ 60 h 461"/>
                  <a:gd name="T14" fmla="*/ 43 w 171"/>
                  <a:gd name="T15" fmla="*/ 120 h 461"/>
                  <a:gd name="T16" fmla="*/ 13 w 171"/>
                  <a:gd name="T17" fmla="*/ 191 h 461"/>
                  <a:gd name="T18" fmla="*/ 0 w 171"/>
                  <a:gd name="T19" fmla="*/ 263 h 461"/>
                  <a:gd name="T20" fmla="*/ 6 w 171"/>
                  <a:gd name="T21" fmla="*/ 317 h 461"/>
                  <a:gd name="T22" fmla="*/ 25 w 171"/>
                  <a:gd name="T23" fmla="*/ 365 h 461"/>
                  <a:gd name="T24" fmla="*/ 49 w 171"/>
                  <a:gd name="T25" fmla="*/ 413 h 461"/>
                  <a:gd name="T26" fmla="*/ 86 w 171"/>
                  <a:gd name="T27" fmla="*/ 461 h 461"/>
                  <a:gd name="T28" fmla="*/ 122 w 171"/>
                  <a:gd name="T29" fmla="*/ 461 h 461"/>
                  <a:gd name="T30" fmla="*/ 86 w 171"/>
                  <a:gd name="T31" fmla="*/ 413 h 461"/>
                  <a:gd name="T32" fmla="*/ 55 w 171"/>
                  <a:gd name="T33" fmla="*/ 365 h 461"/>
                  <a:gd name="T34" fmla="*/ 37 w 171"/>
                  <a:gd name="T35" fmla="*/ 317 h 461"/>
                  <a:gd name="T36" fmla="*/ 31 w 171"/>
                  <a:gd name="T37" fmla="*/ 263 h 461"/>
                  <a:gd name="T38" fmla="*/ 31 w 171"/>
                  <a:gd name="T39" fmla="*/ 263 h 4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31">
                <a:extLst>
                  <a:ext uri="{FF2B5EF4-FFF2-40B4-BE49-F238E27FC236}">
                    <a16:creationId xmlns:a16="http://schemas.microsoft.com/office/drawing/2014/main" id="{9FD26ACA-BC10-4227-9078-A02FF212B893}"/>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26" name="Freeform 32">
                <a:extLst>
                  <a:ext uri="{FF2B5EF4-FFF2-40B4-BE49-F238E27FC236}">
                    <a16:creationId xmlns:a16="http://schemas.microsoft.com/office/drawing/2014/main" id="{503937BE-D7E6-4127-9DA8-6C93157F069C}"/>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27" name="Freeform 33">
                <a:extLst>
                  <a:ext uri="{FF2B5EF4-FFF2-40B4-BE49-F238E27FC236}">
                    <a16:creationId xmlns:a16="http://schemas.microsoft.com/office/drawing/2014/main" id="{392E13FB-7BB3-43E8-A405-354768E60406}"/>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28" name="Freeform 34">
                <a:extLst>
                  <a:ext uri="{FF2B5EF4-FFF2-40B4-BE49-F238E27FC236}">
                    <a16:creationId xmlns:a16="http://schemas.microsoft.com/office/drawing/2014/main" id="{D2465FF8-E6CF-43BD-B4CC-9CEDBE0A5D9B}"/>
                  </a:ext>
                </a:extLst>
              </p:cNvPr>
              <p:cNvSpPr>
                <a:spLocks/>
              </p:cNvSpPr>
              <p:nvPr/>
            </p:nvSpPr>
            <p:spPr bwMode="hidden">
              <a:xfrm>
                <a:off x="1776" y="3673"/>
                <a:ext cx="481" cy="641"/>
              </a:xfrm>
              <a:custGeom>
                <a:avLst/>
                <a:gdLst>
                  <a:gd name="T0" fmla="*/ 18 w 481"/>
                  <a:gd name="T1" fmla="*/ 443 h 641"/>
                  <a:gd name="T2" fmla="*/ 24 w 481"/>
                  <a:gd name="T3" fmla="*/ 371 h 641"/>
                  <a:gd name="T4" fmla="*/ 55 w 481"/>
                  <a:gd name="T5" fmla="*/ 305 h 641"/>
                  <a:gd name="T6" fmla="*/ 91 w 481"/>
                  <a:gd name="T7" fmla="*/ 246 h 641"/>
                  <a:gd name="T8" fmla="*/ 146 w 481"/>
                  <a:gd name="T9" fmla="*/ 186 h 641"/>
                  <a:gd name="T10" fmla="*/ 213 w 481"/>
                  <a:gd name="T11" fmla="*/ 132 h 641"/>
                  <a:gd name="T12" fmla="*/ 292 w 481"/>
                  <a:gd name="T13" fmla="*/ 84 h 641"/>
                  <a:gd name="T14" fmla="*/ 384 w 481"/>
                  <a:gd name="T15" fmla="*/ 48 h 641"/>
                  <a:gd name="T16" fmla="*/ 481 w 481"/>
                  <a:gd name="T17" fmla="*/ 12 h 641"/>
                  <a:gd name="T18" fmla="*/ 457 w 481"/>
                  <a:gd name="T19" fmla="*/ 0 h 641"/>
                  <a:gd name="T20" fmla="*/ 359 w 481"/>
                  <a:gd name="T21" fmla="*/ 36 h 641"/>
                  <a:gd name="T22" fmla="*/ 274 w 481"/>
                  <a:gd name="T23" fmla="*/ 78 h 641"/>
                  <a:gd name="T24" fmla="*/ 195 w 481"/>
                  <a:gd name="T25" fmla="*/ 126 h 641"/>
                  <a:gd name="T26" fmla="*/ 128 w 481"/>
                  <a:gd name="T27" fmla="*/ 180 h 641"/>
                  <a:gd name="T28" fmla="*/ 73 w 481"/>
                  <a:gd name="T29" fmla="*/ 240 h 641"/>
                  <a:gd name="T30" fmla="*/ 37 w 481"/>
                  <a:gd name="T31" fmla="*/ 305 h 641"/>
                  <a:gd name="T32" fmla="*/ 6 w 481"/>
                  <a:gd name="T33" fmla="*/ 371 h 641"/>
                  <a:gd name="T34" fmla="*/ 0 w 481"/>
                  <a:gd name="T35" fmla="*/ 443 h 641"/>
                  <a:gd name="T36" fmla="*/ 6 w 481"/>
                  <a:gd name="T37" fmla="*/ 497 h 641"/>
                  <a:gd name="T38" fmla="*/ 18 w 481"/>
                  <a:gd name="T39" fmla="*/ 545 h 641"/>
                  <a:gd name="T40" fmla="*/ 43 w 481"/>
                  <a:gd name="T41" fmla="*/ 593 h 641"/>
                  <a:gd name="T42" fmla="*/ 73 w 481"/>
                  <a:gd name="T43" fmla="*/ 641 h 641"/>
                  <a:gd name="T44" fmla="*/ 97 w 481"/>
                  <a:gd name="T45" fmla="*/ 641 h 641"/>
                  <a:gd name="T46" fmla="*/ 67 w 481"/>
                  <a:gd name="T47" fmla="*/ 593 h 641"/>
                  <a:gd name="T48" fmla="*/ 43 w 481"/>
                  <a:gd name="T49" fmla="*/ 545 h 641"/>
                  <a:gd name="T50" fmla="*/ 24 w 481"/>
                  <a:gd name="T51" fmla="*/ 497 h 641"/>
                  <a:gd name="T52" fmla="*/ 18 w 481"/>
                  <a:gd name="T53" fmla="*/ 443 h 641"/>
                  <a:gd name="T54" fmla="*/ 18 w 481"/>
                  <a:gd name="T55" fmla="*/ 443 h 6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35">
                <a:extLst>
                  <a:ext uri="{FF2B5EF4-FFF2-40B4-BE49-F238E27FC236}">
                    <a16:creationId xmlns:a16="http://schemas.microsoft.com/office/drawing/2014/main" id="{84EF2238-16D5-463C-B93B-80F8E6D35579}"/>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30" name="Freeform 36">
                <a:extLst>
                  <a:ext uri="{FF2B5EF4-FFF2-40B4-BE49-F238E27FC236}">
                    <a16:creationId xmlns:a16="http://schemas.microsoft.com/office/drawing/2014/main" id="{D3EDE5EC-B285-41A1-9537-D5F3CD6D0285}"/>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31" name="Freeform 37">
                <a:extLst>
                  <a:ext uri="{FF2B5EF4-FFF2-40B4-BE49-F238E27FC236}">
                    <a16:creationId xmlns:a16="http://schemas.microsoft.com/office/drawing/2014/main" id="{5B3FB5F6-9208-4073-AF94-D296A40FA88D}"/>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32" name="Freeform 38">
                <a:extLst>
                  <a:ext uri="{FF2B5EF4-FFF2-40B4-BE49-F238E27FC236}">
                    <a16:creationId xmlns:a16="http://schemas.microsoft.com/office/drawing/2014/main" id="{E9E9BF70-83F4-4104-89AC-6026E8F14296}"/>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33" name="Freeform 39">
                <a:extLst>
                  <a:ext uri="{FF2B5EF4-FFF2-40B4-BE49-F238E27FC236}">
                    <a16:creationId xmlns:a16="http://schemas.microsoft.com/office/drawing/2014/main" id="{1A631D49-378D-467F-851B-61C5A8226939}"/>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34" name="Freeform 40">
                <a:extLst>
                  <a:ext uri="{FF2B5EF4-FFF2-40B4-BE49-F238E27FC236}">
                    <a16:creationId xmlns:a16="http://schemas.microsoft.com/office/drawing/2014/main" id="{961B10ED-FC43-469C-A409-CEDE63E06EE2}"/>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35" name="Freeform 41">
                <a:extLst>
                  <a:ext uri="{FF2B5EF4-FFF2-40B4-BE49-F238E27FC236}">
                    <a16:creationId xmlns:a16="http://schemas.microsoft.com/office/drawing/2014/main" id="{7FA3DCD0-A2B1-464B-B53A-F7B7C2B60F62}"/>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36" name="Freeform 42">
                <a:extLst>
                  <a:ext uri="{FF2B5EF4-FFF2-40B4-BE49-F238E27FC236}">
                    <a16:creationId xmlns:a16="http://schemas.microsoft.com/office/drawing/2014/main" id="{8130E124-EB0E-4A79-B30B-CA69140CE325}"/>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eaLnBrk="1" hangingPunct="1">
                  <a:defRPr/>
                </a:pPr>
                <a:endParaRPr lang="th-TH"/>
              </a:p>
            </p:txBody>
          </p:sp>
          <p:sp>
            <p:nvSpPr>
              <p:cNvPr id="37" name="Freeform 43">
                <a:extLst>
                  <a:ext uri="{FF2B5EF4-FFF2-40B4-BE49-F238E27FC236}">
                    <a16:creationId xmlns:a16="http://schemas.microsoft.com/office/drawing/2014/main" id="{C237E6E2-C05A-4FEF-B202-65C94AC3F2D1}"/>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eaLnBrk="1" hangingPunct="1">
                  <a:defRPr/>
                </a:pPr>
                <a:endParaRPr lang="th-TH"/>
              </a:p>
            </p:txBody>
          </p:sp>
          <p:sp>
            <p:nvSpPr>
              <p:cNvPr id="38" name="Freeform 44">
                <a:extLst>
                  <a:ext uri="{FF2B5EF4-FFF2-40B4-BE49-F238E27FC236}">
                    <a16:creationId xmlns:a16="http://schemas.microsoft.com/office/drawing/2014/main" id="{9F3F2A1E-C54B-4FC7-8DA1-C8AC706043AC}"/>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39" name="Freeform 45">
                <a:extLst>
                  <a:ext uri="{FF2B5EF4-FFF2-40B4-BE49-F238E27FC236}">
                    <a16:creationId xmlns:a16="http://schemas.microsoft.com/office/drawing/2014/main" id="{8DDB9FB7-D5DF-4B4D-B5E0-6D8AFEF65F92}"/>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40" name="Freeform 46">
                <a:extLst>
                  <a:ext uri="{FF2B5EF4-FFF2-40B4-BE49-F238E27FC236}">
                    <a16:creationId xmlns:a16="http://schemas.microsoft.com/office/drawing/2014/main" id="{9CCAFF17-7917-4343-BD8C-8F9341A4D9ED}"/>
                  </a:ext>
                </a:extLst>
              </p:cNvPr>
              <p:cNvSpPr>
                <a:spLocks/>
              </p:cNvSpPr>
              <p:nvPr/>
            </p:nvSpPr>
            <p:spPr bwMode="hidden">
              <a:xfrm>
                <a:off x="5280" y="3186"/>
                <a:ext cx="383" cy="96"/>
              </a:xfrm>
              <a:custGeom>
                <a:avLst/>
                <a:gdLst>
                  <a:gd name="T0" fmla="*/ 209 w 382"/>
                  <a:gd name="T1" fmla="*/ 96 h 96"/>
                  <a:gd name="T2" fmla="*/ 143 w 382"/>
                  <a:gd name="T3" fmla="*/ 90 h 96"/>
                  <a:gd name="T4" fmla="*/ 83 w 382"/>
                  <a:gd name="T5" fmla="*/ 66 h 96"/>
                  <a:gd name="T6" fmla="*/ 35 w 382"/>
                  <a:gd name="T7" fmla="*/ 36 h 96"/>
                  <a:gd name="T8" fmla="*/ 6 w 382"/>
                  <a:gd name="T9" fmla="*/ 0 h 96"/>
                  <a:gd name="T10" fmla="*/ 0 w 382"/>
                  <a:gd name="T11" fmla="*/ 6 h 96"/>
                  <a:gd name="T12" fmla="*/ 29 w 382"/>
                  <a:gd name="T13" fmla="*/ 42 h 96"/>
                  <a:gd name="T14" fmla="*/ 77 w 382"/>
                  <a:gd name="T15" fmla="*/ 72 h 96"/>
                  <a:gd name="T16" fmla="*/ 137 w 382"/>
                  <a:gd name="T17" fmla="*/ 90 h 96"/>
                  <a:gd name="T18" fmla="*/ 209 w 382"/>
                  <a:gd name="T19" fmla="*/ 96 h 96"/>
                  <a:gd name="T20" fmla="*/ 263 w 382"/>
                  <a:gd name="T21" fmla="*/ 90 h 96"/>
                  <a:gd name="T22" fmla="*/ 311 w 382"/>
                  <a:gd name="T23" fmla="*/ 84 h 96"/>
                  <a:gd name="T24" fmla="*/ 352 w 382"/>
                  <a:gd name="T25" fmla="*/ 66 h 96"/>
                  <a:gd name="T26" fmla="*/ 382 w 382"/>
                  <a:gd name="T27" fmla="*/ 42 h 96"/>
                  <a:gd name="T28" fmla="*/ 376 w 382"/>
                  <a:gd name="T29" fmla="*/ 42 h 96"/>
                  <a:gd name="T30" fmla="*/ 346 w 382"/>
                  <a:gd name="T31" fmla="*/ 66 h 96"/>
                  <a:gd name="T32" fmla="*/ 305 w 382"/>
                  <a:gd name="T33" fmla="*/ 78 h 96"/>
                  <a:gd name="T34" fmla="*/ 263 w 382"/>
                  <a:gd name="T35" fmla="*/ 90 h 96"/>
                  <a:gd name="T36" fmla="*/ 209 w 382"/>
                  <a:gd name="T37" fmla="*/ 96 h 96"/>
                  <a:gd name="T38" fmla="*/ 209 w 382"/>
                  <a:gd name="T39" fmla="*/ 96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47">
                <a:extLst>
                  <a:ext uri="{FF2B5EF4-FFF2-40B4-BE49-F238E27FC236}">
                    <a16:creationId xmlns:a16="http://schemas.microsoft.com/office/drawing/2014/main" id="{FFE1E0B1-FE35-4DF0-B4B6-4DE6FE1AAA54}"/>
                  </a:ext>
                </a:extLst>
              </p:cNvPr>
              <p:cNvSpPr>
                <a:spLocks/>
              </p:cNvSpPr>
              <p:nvPr/>
            </p:nvSpPr>
            <p:spPr bwMode="hidden">
              <a:xfrm>
                <a:off x="5315" y="3024"/>
                <a:ext cx="258" cy="54"/>
              </a:xfrm>
              <a:custGeom>
                <a:avLst/>
                <a:gdLst>
                  <a:gd name="T0" fmla="*/ 174 w 258"/>
                  <a:gd name="T1" fmla="*/ 0 h 54"/>
                  <a:gd name="T2" fmla="*/ 216 w 258"/>
                  <a:gd name="T3" fmla="*/ 6 h 54"/>
                  <a:gd name="T4" fmla="*/ 258 w 258"/>
                  <a:gd name="T5" fmla="*/ 12 h 54"/>
                  <a:gd name="T6" fmla="*/ 252 w 258"/>
                  <a:gd name="T7" fmla="*/ 6 h 54"/>
                  <a:gd name="T8" fmla="*/ 216 w 258"/>
                  <a:gd name="T9" fmla="*/ 0 h 54"/>
                  <a:gd name="T10" fmla="*/ 174 w 258"/>
                  <a:gd name="T11" fmla="*/ 0 h 54"/>
                  <a:gd name="T12" fmla="*/ 120 w 258"/>
                  <a:gd name="T13" fmla="*/ 6 h 54"/>
                  <a:gd name="T14" fmla="*/ 78 w 258"/>
                  <a:gd name="T15" fmla="*/ 12 h 54"/>
                  <a:gd name="T16" fmla="*/ 36 w 258"/>
                  <a:gd name="T17" fmla="*/ 30 h 54"/>
                  <a:gd name="T18" fmla="*/ 0 w 258"/>
                  <a:gd name="T19" fmla="*/ 48 h 54"/>
                  <a:gd name="T20" fmla="*/ 6 w 258"/>
                  <a:gd name="T21" fmla="*/ 54 h 54"/>
                  <a:gd name="T22" fmla="*/ 36 w 258"/>
                  <a:gd name="T23" fmla="*/ 36 h 54"/>
                  <a:gd name="T24" fmla="*/ 78 w 258"/>
                  <a:gd name="T25" fmla="*/ 18 h 54"/>
                  <a:gd name="T26" fmla="*/ 120 w 258"/>
                  <a:gd name="T27" fmla="*/ 6 h 54"/>
                  <a:gd name="T28" fmla="*/ 174 w 258"/>
                  <a:gd name="T29" fmla="*/ 0 h 54"/>
                  <a:gd name="T30" fmla="*/ 174 w 258"/>
                  <a:gd name="T31" fmla="*/ 0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48">
                <a:extLst>
                  <a:ext uri="{FF2B5EF4-FFF2-40B4-BE49-F238E27FC236}">
                    <a16:creationId xmlns:a16="http://schemas.microsoft.com/office/drawing/2014/main" id="{3EEEBFF9-8AD9-49F2-9C73-25EE9110F17C}"/>
                  </a:ext>
                </a:extLst>
              </p:cNvPr>
              <p:cNvSpPr>
                <a:spLocks/>
              </p:cNvSpPr>
              <p:nvPr/>
            </p:nvSpPr>
            <p:spPr bwMode="hidden">
              <a:xfrm>
                <a:off x="5645" y="3066"/>
                <a:ext cx="60" cy="156"/>
              </a:xfrm>
              <a:custGeom>
                <a:avLst/>
                <a:gdLst>
                  <a:gd name="T0" fmla="*/ 54 w 60"/>
                  <a:gd name="T1" fmla="*/ 90 h 156"/>
                  <a:gd name="T2" fmla="*/ 48 w 60"/>
                  <a:gd name="T3" fmla="*/ 126 h 156"/>
                  <a:gd name="T4" fmla="*/ 24 w 60"/>
                  <a:gd name="T5" fmla="*/ 156 h 156"/>
                  <a:gd name="T6" fmla="*/ 30 w 60"/>
                  <a:gd name="T7" fmla="*/ 156 h 156"/>
                  <a:gd name="T8" fmla="*/ 54 w 60"/>
                  <a:gd name="T9" fmla="*/ 126 h 156"/>
                  <a:gd name="T10" fmla="*/ 60 w 60"/>
                  <a:gd name="T11" fmla="*/ 90 h 156"/>
                  <a:gd name="T12" fmla="*/ 54 w 60"/>
                  <a:gd name="T13" fmla="*/ 66 h 156"/>
                  <a:gd name="T14" fmla="*/ 48 w 60"/>
                  <a:gd name="T15" fmla="*/ 42 h 156"/>
                  <a:gd name="T16" fmla="*/ 30 w 60"/>
                  <a:gd name="T17" fmla="*/ 18 h 156"/>
                  <a:gd name="T18" fmla="*/ 6 w 60"/>
                  <a:gd name="T19" fmla="*/ 0 h 156"/>
                  <a:gd name="T20" fmla="*/ 0 w 60"/>
                  <a:gd name="T21" fmla="*/ 6 h 156"/>
                  <a:gd name="T22" fmla="*/ 24 w 60"/>
                  <a:gd name="T23" fmla="*/ 24 h 156"/>
                  <a:gd name="T24" fmla="*/ 42 w 60"/>
                  <a:gd name="T25" fmla="*/ 42 h 156"/>
                  <a:gd name="T26" fmla="*/ 48 w 60"/>
                  <a:gd name="T27" fmla="*/ 66 h 156"/>
                  <a:gd name="T28" fmla="*/ 54 w 60"/>
                  <a:gd name="T29" fmla="*/ 90 h 156"/>
                  <a:gd name="T30" fmla="*/ 54 w 60"/>
                  <a:gd name="T31" fmla="*/ 90 h 1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49">
                <a:extLst>
                  <a:ext uri="{FF2B5EF4-FFF2-40B4-BE49-F238E27FC236}">
                    <a16:creationId xmlns:a16="http://schemas.microsoft.com/office/drawing/2014/main" id="{CAE25A1F-036D-455C-9DF1-B41F8B363F61}"/>
                  </a:ext>
                </a:extLst>
              </p:cNvPr>
              <p:cNvSpPr>
                <a:spLocks/>
              </p:cNvSpPr>
              <p:nvPr/>
            </p:nvSpPr>
            <p:spPr bwMode="hidden">
              <a:xfrm>
                <a:off x="5375" y="3246"/>
                <a:ext cx="192" cy="18"/>
              </a:xfrm>
              <a:custGeom>
                <a:avLst/>
                <a:gdLst>
                  <a:gd name="T0" fmla="*/ 114 w 192"/>
                  <a:gd name="T1" fmla="*/ 12 h 18"/>
                  <a:gd name="T2" fmla="*/ 72 w 192"/>
                  <a:gd name="T3" fmla="*/ 6 h 18"/>
                  <a:gd name="T4" fmla="*/ 30 w 192"/>
                  <a:gd name="T5" fmla="*/ 0 h 18"/>
                  <a:gd name="T6" fmla="*/ 0 w 192"/>
                  <a:gd name="T7" fmla="*/ 0 h 18"/>
                  <a:gd name="T8" fmla="*/ 54 w 192"/>
                  <a:gd name="T9" fmla="*/ 12 h 18"/>
                  <a:gd name="T10" fmla="*/ 114 w 192"/>
                  <a:gd name="T11" fmla="*/ 18 h 18"/>
                  <a:gd name="T12" fmla="*/ 156 w 192"/>
                  <a:gd name="T13" fmla="*/ 18 h 18"/>
                  <a:gd name="T14" fmla="*/ 192 w 192"/>
                  <a:gd name="T15" fmla="*/ 12 h 18"/>
                  <a:gd name="T16" fmla="*/ 186 w 192"/>
                  <a:gd name="T17" fmla="*/ 0 h 18"/>
                  <a:gd name="T18" fmla="*/ 150 w 192"/>
                  <a:gd name="T19" fmla="*/ 6 h 18"/>
                  <a:gd name="T20" fmla="*/ 114 w 192"/>
                  <a:gd name="T21" fmla="*/ 12 h 18"/>
                  <a:gd name="T22" fmla="*/ 114 w 192"/>
                  <a:gd name="T23" fmla="*/ 12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50">
                <a:extLst>
                  <a:ext uri="{FF2B5EF4-FFF2-40B4-BE49-F238E27FC236}">
                    <a16:creationId xmlns:a16="http://schemas.microsoft.com/office/drawing/2014/main" id="{D2D39051-C169-47BB-B059-3D300F6618C9}"/>
                  </a:ext>
                </a:extLst>
              </p:cNvPr>
              <p:cNvSpPr>
                <a:spLocks/>
              </p:cNvSpPr>
              <p:nvPr/>
            </p:nvSpPr>
            <p:spPr bwMode="hidden">
              <a:xfrm>
                <a:off x="5304" y="3042"/>
                <a:ext cx="161" cy="186"/>
              </a:xfrm>
              <a:custGeom>
                <a:avLst/>
                <a:gdLst>
                  <a:gd name="T0" fmla="*/ 11 w 161"/>
                  <a:gd name="T1" fmla="*/ 114 h 186"/>
                  <a:gd name="T2" fmla="*/ 17 w 161"/>
                  <a:gd name="T3" fmla="*/ 96 h 186"/>
                  <a:gd name="T4" fmla="*/ 23 w 161"/>
                  <a:gd name="T5" fmla="*/ 78 h 186"/>
                  <a:gd name="T6" fmla="*/ 53 w 161"/>
                  <a:gd name="T7" fmla="*/ 42 h 186"/>
                  <a:gd name="T8" fmla="*/ 101 w 161"/>
                  <a:gd name="T9" fmla="*/ 18 h 186"/>
                  <a:gd name="T10" fmla="*/ 155 w 161"/>
                  <a:gd name="T11" fmla="*/ 6 h 186"/>
                  <a:gd name="T12" fmla="*/ 161 w 161"/>
                  <a:gd name="T13" fmla="*/ 0 h 186"/>
                  <a:gd name="T14" fmla="*/ 95 w 161"/>
                  <a:gd name="T15" fmla="*/ 12 h 186"/>
                  <a:gd name="T16" fmla="*/ 47 w 161"/>
                  <a:gd name="T17" fmla="*/ 36 h 186"/>
                  <a:gd name="T18" fmla="*/ 11 w 161"/>
                  <a:gd name="T19" fmla="*/ 72 h 186"/>
                  <a:gd name="T20" fmla="*/ 5 w 161"/>
                  <a:gd name="T21" fmla="*/ 90 h 186"/>
                  <a:gd name="T22" fmla="*/ 0 w 161"/>
                  <a:gd name="T23" fmla="*/ 114 h 186"/>
                  <a:gd name="T24" fmla="*/ 11 w 161"/>
                  <a:gd name="T25" fmla="*/ 150 h 186"/>
                  <a:gd name="T26" fmla="*/ 23 w 161"/>
                  <a:gd name="T27" fmla="*/ 168 h 186"/>
                  <a:gd name="T28" fmla="*/ 41 w 161"/>
                  <a:gd name="T29" fmla="*/ 186 h 186"/>
                  <a:gd name="T30" fmla="*/ 65 w 161"/>
                  <a:gd name="T31" fmla="*/ 186 h 186"/>
                  <a:gd name="T32" fmla="*/ 41 w 161"/>
                  <a:gd name="T33" fmla="*/ 168 h 186"/>
                  <a:gd name="T34" fmla="*/ 23 w 161"/>
                  <a:gd name="T35" fmla="*/ 150 h 186"/>
                  <a:gd name="T36" fmla="*/ 17 w 161"/>
                  <a:gd name="T37" fmla="*/ 132 h 186"/>
                  <a:gd name="T38" fmla="*/ 11 w 161"/>
                  <a:gd name="T39" fmla="*/ 114 h 186"/>
                  <a:gd name="T40" fmla="*/ 11 w 161"/>
                  <a:gd name="T41" fmla="*/ 114 h 1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51">
                <a:extLst>
                  <a:ext uri="{FF2B5EF4-FFF2-40B4-BE49-F238E27FC236}">
                    <a16:creationId xmlns:a16="http://schemas.microsoft.com/office/drawing/2014/main" id="{437C6B5A-1C2F-4388-A526-8C83F7E49D18}"/>
                  </a:ext>
                </a:extLst>
              </p:cNvPr>
              <p:cNvSpPr>
                <a:spLocks/>
              </p:cNvSpPr>
              <p:nvPr/>
            </p:nvSpPr>
            <p:spPr bwMode="hidden">
              <a:xfrm>
                <a:off x="5489" y="3042"/>
                <a:ext cx="186" cy="210"/>
              </a:xfrm>
              <a:custGeom>
                <a:avLst/>
                <a:gdLst>
                  <a:gd name="T0" fmla="*/ 0 w 185"/>
                  <a:gd name="T1" fmla="*/ 6 h 210"/>
                  <a:gd name="T2" fmla="*/ 66 w 185"/>
                  <a:gd name="T3" fmla="*/ 12 h 210"/>
                  <a:gd name="T4" fmla="*/ 119 w 185"/>
                  <a:gd name="T5" fmla="*/ 36 h 210"/>
                  <a:gd name="T6" fmla="*/ 155 w 185"/>
                  <a:gd name="T7" fmla="*/ 72 h 210"/>
                  <a:gd name="T8" fmla="*/ 161 w 185"/>
                  <a:gd name="T9" fmla="*/ 90 h 210"/>
                  <a:gd name="T10" fmla="*/ 167 w 185"/>
                  <a:gd name="T11" fmla="*/ 114 h 210"/>
                  <a:gd name="T12" fmla="*/ 161 w 185"/>
                  <a:gd name="T13" fmla="*/ 138 h 210"/>
                  <a:gd name="T14" fmla="*/ 149 w 185"/>
                  <a:gd name="T15" fmla="*/ 162 h 210"/>
                  <a:gd name="T16" fmla="*/ 119 w 185"/>
                  <a:gd name="T17" fmla="*/ 180 h 210"/>
                  <a:gd name="T18" fmla="*/ 90 w 185"/>
                  <a:gd name="T19" fmla="*/ 198 h 210"/>
                  <a:gd name="T20" fmla="*/ 96 w 185"/>
                  <a:gd name="T21" fmla="*/ 210 h 210"/>
                  <a:gd name="T22" fmla="*/ 131 w 185"/>
                  <a:gd name="T23" fmla="*/ 192 h 210"/>
                  <a:gd name="T24" fmla="*/ 161 w 185"/>
                  <a:gd name="T25" fmla="*/ 168 h 210"/>
                  <a:gd name="T26" fmla="*/ 179 w 185"/>
                  <a:gd name="T27" fmla="*/ 144 h 210"/>
                  <a:gd name="T28" fmla="*/ 185 w 185"/>
                  <a:gd name="T29" fmla="*/ 114 h 210"/>
                  <a:gd name="T30" fmla="*/ 179 w 185"/>
                  <a:gd name="T31" fmla="*/ 90 h 210"/>
                  <a:gd name="T32" fmla="*/ 173 w 185"/>
                  <a:gd name="T33" fmla="*/ 66 h 210"/>
                  <a:gd name="T34" fmla="*/ 155 w 185"/>
                  <a:gd name="T35" fmla="*/ 48 h 210"/>
                  <a:gd name="T36" fmla="*/ 131 w 185"/>
                  <a:gd name="T37" fmla="*/ 30 h 210"/>
                  <a:gd name="T38" fmla="*/ 72 w 185"/>
                  <a:gd name="T39" fmla="*/ 6 h 210"/>
                  <a:gd name="T40" fmla="*/ 0 w 185"/>
                  <a:gd name="T41" fmla="*/ 0 h 210"/>
                  <a:gd name="T42" fmla="*/ 0 w 185"/>
                  <a:gd name="T43" fmla="*/ 6 h 210"/>
                  <a:gd name="T44" fmla="*/ 0 w 185"/>
                  <a:gd name="T45" fmla="*/ 6 h 210"/>
                  <a:gd name="T46" fmla="*/ 0 w 185"/>
                  <a:gd name="T47" fmla="*/ 6 h 2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52">
                <a:extLst>
                  <a:ext uri="{FF2B5EF4-FFF2-40B4-BE49-F238E27FC236}">
                    <a16:creationId xmlns:a16="http://schemas.microsoft.com/office/drawing/2014/main" id="{E879DD9A-7D39-4C04-866F-AF524B28584C}"/>
                  </a:ext>
                </a:extLst>
              </p:cNvPr>
              <p:cNvSpPr>
                <a:spLocks noEditPoints="1"/>
              </p:cNvSpPr>
              <p:nvPr/>
            </p:nvSpPr>
            <p:spPr bwMode="hidden">
              <a:xfrm>
                <a:off x="5345" y="3058"/>
                <a:ext cx="299" cy="186"/>
              </a:xfrm>
              <a:custGeom>
                <a:avLst/>
                <a:gdLst>
                  <a:gd name="T0" fmla="*/ 150 w 299"/>
                  <a:gd name="T1" fmla="*/ 0 h 186"/>
                  <a:gd name="T2" fmla="*/ 90 w 299"/>
                  <a:gd name="T3" fmla="*/ 6 h 186"/>
                  <a:gd name="T4" fmla="*/ 42 w 299"/>
                  <a:gd name="T5" fmla="*/ 30 h 186"/>
                  <a:gd name="T6" fmla="*/ 12 w 299"/>
                  <a:gd name="T7" fmla="*/ 54 h 186"/>
                  <a:gd name="T8" fmla="*/ 6 w 299"/>
                  <a:gd name="T9" fmla="*/ 72 h 186"/>
                  <a:gd name="T10" fmla="*/ 0 w 299"/>
                  <a:gd name="T11" fmla="*/ 90 h 186"/>
                  <a:gd name="T12" fmla="*/ 6 w 299"/>
                  <a:gd name="T13" fmla="*/ 108 h 186"/>
                  <a:gd name="T14" fmla="*/ 12 w 299"/>
                  <a:gd name="T15" fmla="*/ 126 h 186"/>
                  <a:gd name="T16" fmla="*/ 42 w 299"/>
                  <a:gd name="T17" fmla="*/ 156 h 186"/>
                  <a:gd name="T18" fmla="*/ 90 w 299"/>
                  <a:gd name="T19" fmla="*/ 180 h 186"/>
                  <a:gd name="T20" fmla="*/ 150 w 299"/>
                  <a:gd name="T21" fmla="*/ 186 h 186"/>
                  <a:gd name="T22" fmla="*/ 209 w 299"/>
                  <a:gd name="T23" fmla="*/ 180 h 186"/>
                  <a:gd name="T24" fmla="*/ 257 w 299"/>
                  <a:gd name="T25" fmla="*/ 156 h 186"/>
                  <a:gd name="T26" fmla="*/ 287 w 299"/>
                  <a:gd name="T27" fmla="*/ 126 h 186"/>
                  <a:gd name="T28" fmla="*/ 299 w 299"/>
                  <a:gd name="T29" fmla="*/ 108 h 186"/>
                  <a:gd name="T30" fmla="*/ 299 w 299"/>
                  <a:gd name="T31" fmla="*/ 90 h 186"/>
                  <a:gd name="T32" fmla="*/ 299 w 299"/>
                  <a:gd name="T33" fmla="*/ 72 h 186"/>
                  <a:gd name="T34" fmla="*/ 287 w 299"/>
                  <a:gd name="T35" fmla="*/ 54 h 186"/>
                  <a:gd name="T36" fmla="*/ 257 w 299"/>
                  <a:gd name="T37" fmla="*/ 30 h 186"/>
                  <a:gd name="T38" fmla="*/ 209 w 299"/>
                  <a:gd name="T39" fmla="*/ 6 h 186"/>
                  <a:gd name="T40" fmla="*/ 150 w 299"/>
                  <a:gd name="T41" fmla="*/ 0 h 186"/>
                  <a:gd name="T42" fmla="*/ 150 w 299"/>
                  <a:gd name="T43" fmla="*/ 0 h 186"/>
                  <a:gd name="T44" fmla="*/ 150 w 299"/>
                  <a:gd name="T45" fmla="*/ 180 h 186"/>
                  <a:gd name="T46" fmla="*/ 96 w 299"/>
                  <a:gd name="T47" fmla="*/ 174 h 186"/>
                  <a:gd name="T48" fmla="*/ 48 w 299"/>
                  <a:gd name="T49" fmla="*/ 156 h 186"/>
                  <a:gd name="T50" fmla="*/ 18 w 299"/>
                  <a:gd name="T51" fmla="*/ 126 h 186"/>
                  <a:gd name="T52" fmla="*/ 12 w 299"/>
                  <a:gd name="T53" fmla="*/ 108 h 186"/>
                  <a:gd name="T54" fmla="*/ 6 w 299"/>
                  <a:gd name="T55" fmla="*/ 90 h 186"/>
                  <a:gd name="T56" fmla="*/ 12 w 299"/>
                  <a:gd name="T57" fmla="*/ 72 h 186"/>
                  <a:gd name="T58" fmla="*/ 18 w 299"/>
                  <a:gd name="T59" fmla="*/ 54 h 186"/>
                  <a:gd name="T60" fmla="*/ 48 w 299"/>
                  <a:gd name="T61" fmla="*/ 30 h 186"/>
                  <a:gd name="T62" fmla="*/ 96 w 299"/>
                  <a:gd name="T63" fmla="*/ 12 h 186"/>
                  <a:gd name="T64" fmla="*/ 150 w 299"/>
                  <a:gd name="T65" fmla="*/ 6 h 186"/>
                  <a:gd name="T66" fmla="*/ 203 w 299"/>
                  <a:gd name="T67" fmla="*/ 12 h 186"/>
                  <a:gd name="T68" fmla="*/ 251 w 299"/>
                  <a:gd name="T69" fmla="*/ 30 h 186"/>
                  <a:gd name="T70" fmla="*/ 281 w 299"/>
                  <a:gd name="T71" fmla="*/ 54 h 186"/>
                  <a:gd name="T72" fmla="*/ 293 w 299"/>
                  <a:gd name="T73" fmla="*/ 72 h 186"/>
                  <a:gd name="T74" fmla="*/ 293 w 299"/>
                  <a:gd name="T75" fmla="*/ 90 h 186"/>
                  <a:gd name="T76" fmla="*/ 293 w 299"/>
                  <a:gd name="T77" fmla="*/ 108 h 186"/>
                  <a:gd name="T78" fmla="*/ 281 w 299"/>
                  <a:gd name="T79" fmla="*/ 126 h 186"/>
                  <a:gd name="T80" fmla="*/ 251 w 299"/>
                  <a:gd name="T81" fmla="*/ 156 h 186"/>
                  <a:gd name="T82" fmla="*/ 203 w 299"/>
                  <a:gd name="T83" fmla="*/ 174 h 186"/>
                  <a:gd name="T84" fmla="*/ 150 w 299"/>
                  <a:gd name="T85" fmla="*/ 180 h 186"/>
                  <a:gd name="T86" fmla="*/ 150 w 299"/>
                  <a:gd name="T87" fmla="*/ 180 h 1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Oval 53">
                <a:extLst>
                  <a:ext uri="{FF2B5EF4-FFF2-40B4-BE49-F238E27FC236}">
                    <a16:creationId xmlns:a16="http://schemas.microsoft.com/office/drawing/2014/main" id="{2583A1FA-3090-4D9C-BC4C-C458FC7A2EDD}"/>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th-TH"/>
              </a:p>
            </p:txBody>
          </p:sp>
          <p:grpSp>
            <p:nvGrpSpPr>
              <p:cNvPr id="48" name="Group 54">
                <a:extLst>
                  <a:ext uri="{FF2B5EF4-FFF2-40B4-BE49-F238E27FC236}">
                    <a16:creationId xmlns:a16="http://schemas.microsoft.com/office/drawing/2014/main" id="{A20CE99D-7687-4315-AB47-CFA947B0FB83}"/>
                  </a:ext>
                </a:extLst>
              </p:cNvPr>
              <p:cNvGrpSpPr>
                <a:grpSpLocks/>
              </p:cNvGrpSpPr>
              <p:nvPr/>
            </p:nvGrpSpPr>
            <p:grpSpPr bwMode="auto">
              <a:xfrm>
                <a:off x="4546" y="3608"/>
                <a:ext cx="518" cy="319"/>
                <a:chOff x="4546" y="3608"/>
                <a:chExt cx="518" cy="319"/>
              </a:xfrm>
            </p:grpSpPr>
            <p:sp>
              <p:nvSpPr>
                <p:cNvPr id="54" name="Oval 55">
                  <a:extLst>
                    <a:ext uri="{FF2B5EF4-FFF2-40B4-BE49-F238E27FC236}">
                      <a16:creationId xmlns:a16="http://schemas.microsoft.com/office/drawing/2014/main" id="{937E43EE-CCF1-4CCA-B2B9-2E34A3113F85}"/>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eaLnBrk="1" hangingPunct="1">
                    <a:defRPr/>
                  </a:pPr>
                  <a:endParaRPr lang="th-TH"/>
                </a:p>
              </p:txBody>
            </p:sp>
            <p:sp>
              <p:nvSpPr>
                <p:cNvPr id="55" name="Oval 56">
                  <a:extLst>
                    <a:ext uri="{FF2B5EF4-FFF2-40B4-BE49-F238E27FC236}">
                      <a16:creationId xmlns:a16="http://schemas.microsoft.com/office/drawing/2014/main" id="{B12BBBEB-EB8C-43D6-8AF7-A32F2E067AA4}"/>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56" name="Oval 57">
                  <a:extLst>
                    <a:ext uri="{FF2B5EF4-FFF2-40B4-BE49-F238E27FC236}">
                      <a16:creationId xmlns:a16="http://schemas.microsoft.com/office/drawing/2014/main" id="{E85860E7-4E3F-4ECC-BA7E-F1CE097AD989}"/>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57" name="Oval 58">
                  <a:extLst>
                    <a:ext uri="{FF2B5EF4-FFF2-40B4-BE49-F238E27FC236}">
                      <a16:creationId xmlns:a16="http://schemas.microsoft.com/office/drawing/2014/main" id="{F53A3ECD-B2FC-40A7-8277-51AA406F9E52}"/>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58" name="Oval 59">
                  <a:extLst>
                    <a:ext uri="{FF2B5EF4-FFF2-40B4-BE49-F238E27FC236}">
                      <a16:creationId xmlns:a16="http://schemas.microsoft.com/office/drawing/2014/main" id="{6F1AFCFF-1869-4274-8C92-249F517ACF44}"/>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59" name="Oval 60">
                  <a:extLst>
                    <a:ext uri="{FF2B5EF4-FFF2-40B4-BE49-F238E27FC236}">
                      <a16:creationId xmlns:a16="http://schemas.microsoft.com/office/drawing/2014/main" id="{7132665C-1BFA-4350-8195-843CA31AF063}"/>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th-TH"/>
                </a:p>
              </p:txBody>
            </p:sp>
          </p:grpSp>
          <p:grpSp>
            <p:nvGrpSpPr>
              <p:cNvPr id="49" name="Group 61">
                <a:extLst>
                  <a:ext uri="{FF2B5EF4-FFF2-40B4-BE49-F238E27FC236}">
                    <a16:creationId xmlns:a16="http://schemas.microsoft.com/office/drawing/2014/main" id="{60A594FE-55F4-4E30-825D-15429A00B3D9}"/>
                  </a:ext>
                </a:extLst>
              </p:cNvPr>
              <p:cNvGrpSpPr>
                <a:grpSpLocks/>
              </p:cNvGrpSpPr>
              <p:nvPr/>
            </p:nvGrpSpPr>
            <p:grpSpPr bwMode="auto">
              <a:xfrm>
                <a:off x="5381" y="3085"/>
                <a:ext cx="227" cy="132"/>
                <a:chOff x="5381" y="3085"/>
                <a:chExt cx="227" cy="132"/>
              </a:xfrm>
            </p:grpSpPr>
            <p:sp>
              <p:nvSpPr>
                <p:cNvPr id="50" name="Oval 62">
                  <a:extLst>
                    <a:ext uri="{FF2B5EF4-FFF2-40B4-BE49-F238E27FC236}">
                      <a16:creationId xmlns:a16="http://schemas.microsoft.com/office/drawing/2014/main" id="{9D86BAEF-FD0B-4527-AF46-06198238452E}"/>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sp>
              <p:nvSpPr>
                <p:cNvPr id="51" name="Oval 63">
                  <a:extLst>
                    <a:ext uri="{FF2B5EF4-FFF2-40B4-BE49-F238E27FC236}">
                      <a16:creationId xmlns:a16="http://schemas.microsoft.com/office/drawing/2014/main" id="{1CE8BE10-4510-4558-8649-966F781F5453}"/>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sp>
              <p:nvSpPr>
                <p:cNvPr id="52" name="Oval 64">
                  <a:extLst>
                    <a:ext uri="{FF2B5EF4-FFF2-40B4-BE49-F238E27FC236}">
                      <a16:creationId xmlns:a16="http://schemas.microsoft.com/office/drawing/2014/main" id="{949061A2-3F0A-4225-A952-332B89CB56BC}"/>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sp>
              <p:nvSpPr>
                <p:cNvPr id="53" name="Oval 65">
                  <a:extLst>
                    <a:ext uri="{FF2B5EF4-FFF2-40B4-BE49-F238E27FC236}">
                      <a16:creationId xmlns:a16="http://schemas.microsoft.com/office/drawing/2014/main" id="{D576FA90-7290-43E4-8F56-3B7BD3C09F63}"/>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grpSp>
        </p:grpSp>
      </p:grpSp>
      <p:sp>
        <p:nvSpPr>
          <p:cNvPr id="72770"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2771"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68">
            <a:extLst>
              <a:ext uri="{FF2B5EF4-FFF2-40B4-BE49-F238E27FC236}">
                <a16:creationId xmlns:a16="http://schemas.microsoft.com/office/drawing/2014/main" id="{84EEFAD4-932A-4E32-B9C1-66B07B905964}"/>
              </a:ext>
            </a:extLst>
          </p:cNvPr>
          <p:cNvSpPr>
            <a:spLocks noGrp="1" noChangeArrowheads="1"/>
          </p:cNvSpPr>
          <p:nvPr>
            <p:ph type="dt" sz="quarter" idx="10"/>
          </p:nvPr>
        </p:nvSpPr>
        <p:spPr/>
        <p:txBody>
          <a:bodyPr/>
          <a:lstStyle>
            <a:lvl1pPr>
              <a:defRPr/>
            </a:lvl1pPr>
          </a:lstStyle>
          <a:p>
            <a:pPr>
              <a:defRPr/>
            </a:pPr>
            <a:endParaRPr lang="en-US"/>
          </a:p>
        </p:txBody>
      </p:sp>
      <p:sp>
        <p:nvSpPr>
          <p:cNvPr id="69" name="Rectangle 69">
            <a:extLst>
              <a:ext uri="{FF2B5EF4-FFF2-40B4-BE49-F238E27FC236}">
                <a16:creationId xmlns:a16="http://schemas.microsoft.com/office/drawing/2014/main" id="{66063CEC-FF9C-469B-A167-460E752E0FB9}"/>
              </a:ext>
            </a:extLst>
          </p:cNvPr>
          <p:cNvSpPr>
            <a:spLocks noGrp="1" noChangeArrowheads="1"/>
          </p:cNvSpPr>
          <p:nvPr>
            <p:ph type="ftr" sz="quarter" idx="11"/>
          </p:nvPr>
        </p:nvSpPr>
        <p:spPr/>
        <p:txBody>
          <a:bodyPr/>
          <a:lstStyle>
            <a:lvl1pPr>
              <a:defRPr/>
            </a:lvl1pPr>
          </a:lstStyle>
          <a:p>
            <a:pPr>
              <a:defRPr/>
            </a:pPr>
            <a:endParaRPr lang="en-US"/>
          </a:p>
        </p:txBody>
      </p:sp>
      <p:sp>
        <p:nvSpPr>
          <p:cNvPr id="70" name="Rectangle 70">
            <a:extLst>
              <a:ext uri="{FF2B5EF4-FFF2-40B4-BE49-F238E27FC236}">
                <a16:creationId xmlns:a16="http://schemas.microsoft.com/office/drawing/2014/main" id="{8D698456-2CAF-4854-8117-EA96022AF492}"/>
              </a:ext>
            </a:extLst>
          </p:cNvPr>
          <p:cNvSpPr>
            <a:spLocks noGrp="1" noChangeArrowheads="1"/>
          </p:cNvSpPr>
          <p:nvPr>
            <p:ph type="sldNum" sz="quarter" idx="12"/>
          </p:nvPr>
        </p:nvSpPr>
        <p:spPr/>
        <p:txBody>
          <a:bodyPr/>
          <a:lstStyle>
            <a:lvl1pPr>
              <a:defRPr smtClean="0"/>
            </a:lvl1pPr>
          </a:lstStyle>
          <a:p>
            <a:pPr>
              <a:defRPr/>
            </a:pPr>
            <a:fld id="{111C9337-631B-4A18-8321-4E335874506D}" type="slidenum">
              <a:rPr lang="en-US" altLang="en-US"/>
              <a:pPr>
                <a:defRPr/>
              </a:pPr>
              <a:t>‹#›</a:t>
            </a:fld>
            <a:endParaRPr lang="en-US" altLang="en-US"/>
          </a:p>
        </p:txBody>
      </p:sp>
    </p:spTree>
    <p:extLst>
      <p:ext uri="{BB962C8B-B14F-4D97-AF65-F5344CB8AC3E}">
        <p14:creationId xmlns:p14="http://schemas.microsoft.com/office/powerpoint/2010/main" val="629485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A59C595F-9B8E-4A07-9FBD-5B37389C009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EFA1FD69-7E2C-418D-B0D7-13718EC6C3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2105FA89-102D-41C0-A606-987CCBE37A0B}"/>
              </a:ext>
            </a:extLst>
          </p:cNvPr>
          <p:cNvSpPr>
            <a:spLocks noGrp="1" noChangeArrowheads="1"/>
          </p:cNvSpPr>
          <p:nvPr>
            <p:ph type="sldNum" sz="quarter" idx="12"/>
          </p:nvPr>
        </p:nvSpPr>
        <p:spPr>
          <a:ln/>
        </p:spPr>
        <p:txBody>
          <a:bodyPr/>
          <a:lstStyle>
            <a:lvl1pPr>
              <a:defRPr/>
            </a:lvl1pPr>
          </a:lstStyle>
          <a:p>
            <a:pPr>
              <a:defRPr/>
            </a:pPr>
            <a:fld id="{F6ECCF36-14DF-4406-BB8F-1240EFAD0E71}" type="slidenum">
              <a:rPr lang="en-US" altLang="en-US"/>
              <a:pPr>
                <a:defRPr/>
              </a:pPr>
              <a:t>‹#›</a:t>
            </a:fld>
            <a:endParaRPr lang="en-US" altLang="en-US"/>
          </a:p>
        </p:txBody>
      </p:sp>
    </p:spTree>
    <p:extLst>
      <p:ext uri="{BB962C8B-B14F-4D97-AF65-F5344CB8AC3E}">
        <p14:creationId xmlns:p14="http://schemas.microsoft.com/office/powerpoint/2010/main" val="6981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a:extLst>
              <a:ext uri="{FF2B5EF4-FFF2-40B4-BE49-F238E27FC236}">
                <a16:creationId xmlns:a16="http://schemas.microsoft.com/office/drawing/2014/main" id="{D722F8F9-37C3-49AC-AE9C-DC812328EA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6973C6D5-EBAD-4728-9A0C-45FECD877F1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DFD93CDE-D559-4470-B8AD-B2719B0DB809}"/>
              </a:ext>
            </a:extLst>
          </p:cNvPr>
          <p:cNvSpPr>
            <a:spLocks noGrp="1" noChangeArrowheads="1"/>
          </p:cNvSpPr>
          <p:nvPr>
            <p:ph type="sldNum" sz="quarter" idx="12"/>
          </p:nvPr>
        </p:nvSpPr>
        <p:spPr>
          <a:ln/>
        </p:spPr>
        <p:txBody>
          <a:bodyPr/>
          <a:lstStyle>
            <a:lvl1pPr>
              <a:defRPr/>
            </a:lvl1pPr>
          </a:lstStyle>
          <a:p>
            <a:pPr>
              <a:defRPr/>
            </a:pPr>
            <a:fld id="{CEF47F47-5F83-4122-ADE4-BE32FB15D62E}" type="slidenum">
              <a:rPr lang="en-US" altLang="en-US"/>
              <a:pPr>
                <a:defRPr/>
              </a:pPr>
              <a:t>‹#›</a:t>
            </a:fld>
            <a:endParaRPr lang="en-US" altLang="en-US"/>
          </a:p>
        </p:txBody>
      </p:sp>
    </p:spTree>
    <p:extLst>
      <p:ext uri="{BB962C8B-B14F-4D97-AF65-F5344CB8AC3E}">
        <p14:creationId xmlns:p14="http://schemas.microsoft.com/office/powerpoint/2010/main" val="99959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67">
            <a:extLst>
              <a:ext uri="{FF2B5EF4-FFF2-40B4-BE49-F238E27FC236}">
                <a16:creationId xmlns:a16="http://schemas.microsoft.com/office/drawing/2014/main" id="{5FB43968-1287-4694-A905-8E0441D30BC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1CFDD734-5E88-4EE3-8E08-B51C307B27B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B1E517A1-7C2E-4945-B187-370A849B6EC2}"/>
              </a:ext>
            </a:extLst>
          </p:cNvPr>
          <p:cNvSpPr>
            <a:spLocks noGrp="1" noChangeArrowheads="1"/>
          </p:cNvSpPr>
          <p:nvPr>
            <p:ph type="sldNum" sz="quarter" idx="12"/>
          </p:nvPr>
        </p:nvSpPr>
        <p:spPr>
          <a:ln/>
        </p:spPr>
        <p:txBody>
          <a:bodyPr/>
          <a:lstStyle>
            <a:lvl1pPr>
              <a:defRPr/>
            </a:lvl1pPr>
          </a:lstStyle>
          <a:p>
            <a:pPr>
              <a:defRPr/>
            </a:pPr>
            <a:fld id="{CB21FF6F-8899-44A1-91E9-4A851F428CE3}" type="slidenum">
              <a:rPr lang="en-US" altLang="en-US"/>
              <a:pPr>
                <a:defRPr/>
              </a:pPr>
              <a:t>‹#›</a:t>
            </a:fld>
            <a:endParaRPr lang="en-US" altLang="en-US"/>
          </a:p>
        </p:txBody>
      </p:sp>
    </p:spTree>
    <p:extLst>
      <p:ext uri="{BB962C8B-B14F-4D97-AF65-F5344CB8AC3E}">
        <p14:creationId xmlns:p14="http://schemas.microsoft.com/office/powerpoint/2010/main" val="316057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67">
            <a:extLst>
              <a:ext uri="{FF2B5EF4-FFF2-40B4-BE49-F238E27FC236}">
                <a16:creationId xmlns:a16="http://schemas.microsoft.com/office/drawing/2014/main" id="{AA0053DB-A62B-4EAB-AEB2-A1E9B85EB83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8">
            <a:extLst>
              <a:ext uri="{FF2B5EF4-FFF2-40B4-BE49-F238E27FC236}">
                <a16:creationId xmlns:a16="http://schemas.microsoft.com/office/drawing/2014/main" id="{B6A78F5C-83F5-49EC-B116-23178746E5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9">
            <a:extLst>
              <a:ext uri="{FF2B5EF4-FFF2-40B4-BE49-F238E27FC236}">
                <a16:creationId xmlns:a16="http://schemas.microsoft.com/office/drawing/2014/main" id="{E5B47972-806C-4F94-9F20-15073AF980EC}"/>
              </a:ext>
            </a:extLst>
          </p:cNvPr>
          <p:cNvSpPr>
            <a:spLocks noGrp="1" noChangeArrowheads="1"/>
          </p:cNvSpPr>
          <p:nvPr>
            <p:ph type="sldNum" sz="quarter" idx="12"/>
          </p:nvPr>
        </p:nvSpPr>
        <p:spPr>
          <a:ln/>
        </p:spPr>
        <p:txBody>
          <a:bodyPr/>
          <a:lstStyle>
            <a:lvl1pPr>
              <a:defRPr/>
            </a:lvl1pPr>
          </a:lstStyle>
          <a:p>
            <a:pPr>
              <a:defRPr/>
            </a:pPr>
            <a:fld id="{1894420E-035D-4AFF-8696-5403CD53551A}" type="slidenum">
              <a:rPr lang="en-US" altLang="en-US"/>
              <a:pPr>
                <a:defRPr/>
              </a:pPr>
              <a:t>‹#›</a:t>
            </a:fld>
            <a:endParaRPr lang="en-US" altLang="en-US"/>
          </a:p>
        </p:txBody>
      </p:sp>
    </p:spTree>
    <p:extLst>
      <p:ext uri="{BB962C8B-B14F-4D97-AF65-F5344CB8AC3E}">
        <p14:creationId xmlns:p14="http://schemas.microsoft.com/office/powerpoint/2010/main" val="294813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67">
            <a:extLst>
              <a:ext uri="{FF2B5EF4-FFF2-40B4-BE49-F238E27FC236}">
                <a16:creationId xmlns:a16="http://schemas.microsoft.com/office/drawing/2014/main" id="{1CD8921E-39C6-48A9-A4D2-BC2CEE3E0D9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8">
            <a:extLst>
              <a:ext uri="{FF2B5EF4-FFF2-40B4-BE49-F238E27FC236}">
                <a16:creationId xmlns:a16="http://schemas.microsoft.com/office/drawing/2014/main" id="{B8273976-A54B-436D-B11B-9CEDB32B20F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9">
            <a:extLst>
              <a:ext uri="{FF2B5EF4-FFF2-40B4-BE49-F238E27FC236}">
                <a16:creationId xmlns:a16="http://schemas.microsoft.com/office/drawing/2014/main" id="{B345C355-7F23-4C5E-8A9D-F67A198F63C3}"/>
              </a:ext>
            </a:extLst>
          </p:cNvPr>
          <p:cNvSpPr>
            <a:spLocks noGrp="1" noChangeArrowheads="1"/>
          </p:cNvSpPr>
          <p:nvPr>
            <p:ph type="sldNum" sz="quarter" idx="12"/>
          </p:nvPr>
        </p:nvSpPr>
        <p:spPr>
          <a:ln/>
        </p:spPr>
        <p:txBody>
          <a:bodyPr/>
          <a:lstStyle>
            <a:lvl1pPr>
              <a:defRPr/>
            </a:lvl1pPr>
          </a:lstStyle>
          <a:p>
            <a:pPr>
              <a:defRPr/>
            </a:pPr>
            <a:fld id="{9A97495B-F393-497E-A389-87F25A1027D7}" type="slidenum">
              <a:rPr lang="en-US" altLang="en-US"/>
              <a:pPr>
                <a:defRPr/>
              </a:pPr>
              <a:t>‹#›</a:t>
            </a:fld>
            <a:endParaRPr lang="en-US" altLang="en-US"/>
          </a:p>
        </p:txBody>
      </p:sp>
    </p:spTree>
    <p:extLst>
      <p:ext uri="{BB962C8B-B14F-4D97-AF65-F5344CB8AC3E}">
        <p14:creationId xmlns:p14="http://schemas.microsoft.com/office/powerpoint/2010/main" val="3684933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a:extLst>
              <a:ext uri="{FF2B5EF4-FFF2-40B4-BE49-F238E27FC236}">
                <a16:creationId xmlns:a16="http://schemas.microsoft.com/office/drawing/2014/main" id="{B68D4494-87E6-4C60-992C-5957B2AD4C7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8">
            <a:extLst>
              <a:ext uri="{FF2B5EF4-FFF2-40B4-BE49-F238E27FC236}">
                <a16:creationId xmlns:a16="http://schemas.microsoft.com/office/drawing/2014/main" id="{8D00DC52-4E1A-42B7-9301-BD18477684C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9">
            <a:extLst>
              <a:ext uri="{FF2B5EF4-FFF2-40B4-BE49-F238E27FC236}">
                <a16:creationId xmlns:a16="http://schemas.microsoft.com/office/drawing/2014/main" id="{BA0B362D-5CDF-4BFB-B436-8F0FE6429AD8}"/>
              </a:ext>
            </a:extLst>
          </p:cNvPr>
          <p:cNvSpPr>
            <a:spLocks noGrp="1" noChangeArrowheads="1"/>
          </p:cNvSpPr>
          <p:nvPr>
            <p:ph type="sldNum" sz="quarter" idx="12"/>
          </p:nvPr>
        </p:nvSpPr>
        <p:spPr>
          <a:ln/>
        </p:spPr>
        <p:txBody>
          <a:bodyPr/>
          <a:lstStyle>
            <a:lvl1pPr>
              <a:defRPr/>
            </a:lvl1pPr>
          </a:lstStyle>
          <a:p>
            <a:pPr>
              <a:defRPr/>
            </a:pPr>
            <a:fld id="{498EA717-543C-4151-8155-9477889ED6C6}" type="slidenum">
              <a:rPr lang="en-US" altLang="en-US"/>
              <a:pPr>
                <a:defRPr/>
              </a:pPr>
              <a:t>‹#›</a:t>
            </a:fld>
            <a:endParaRPr lang="en-US" altLang="en-US"/>
          </a:p>
        </p:txBody>
      </p:sp>
    </p:spTree>
    <p:extLst>
      <p:ext uri="{BB962C8B-B14F-4D97-AF65-F5344CB8AC3E}">
        <p14:creationId xmlns:p14="http://schemas.microsoft.com/office/powerpoint/2010/main" val="727273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D4009C45-75FF-439E-93E9-EEE904C5056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D2AC0356-DB6A-4D8F-BAA8-36BFEE13167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4CA02716-69FD-4D34-9235-714D9C133320}"/>
              </a:ext>
            </a:extLst>
          </p:cNvPr>
          <p:cNvSpPr>
            <a:spLocks noGrp="1" noChangeArrowheads="1"/>
          </p:cNvSpPr>
          <p:nvPr>
            <p:ph type="sldNum" sz="quarter" idx="12"/>
          </p:nvPr>
        </p:nvSpPr>
        <p:spPr>
          <a:ln/>
        </p:spPr>
        <p:txBody>
          <a:bodyPr/>
          <a:lstStyle>
            <a:lvl1pPr>
              <a:defRPr/>
            </a:lvl1pPr>
          </a:lstStyle>
          <a:p>
            <a:pPr>
              <a:defRPr/>
            </a:pPr>
            <a:fld id="{63704BA3-EA11-4A49-BC24-38F158E176AE}" type="slidenum">
              <a:rPr lang="en-US" altLang="en-US"/>
              <a:pPr>
                <a:defRPr/>
              </a:pPr>
              <a:t>‹#›</a:t>
            </a:fld>
            <a:endParaRPr lang="en-US" altLang="en-US"/>
          </a:p>
        </p:txBody>
      </p:sp>
    </p:spTree>
    <p:extLst>
      <p:ext uri="{BB962C8B-B14F-4D97-AF65-F5344CB8AC3E}">
        <p14:creationId xmlns:p14="http://schemas.microsoft.com/office/powerpoint/2010/main" val="200757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5F2D02EE-4E22-41EF-8AEB-C5AE0E76F2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A02A2E93-69B3-4EA1-AC1E-52AC04BE6C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A5E0B99A-42DF-49DB-A04D-4D76538D81BA}"/>
              </a:ext>
            </a:extLst>
          </p:cNvPr>
          <p:cNvSpPr>
            <a:spLocks noGrp="1" noChangeArrowheads="1"/>
          </p:cNvSpPr>
          <p:nvPr>
            <p:ph type="sldNum" sz="quarter" idx="12"/>
          </p:nvPr>
        </p:nvSpPr>
        <p:spPr>
          <a:ln/>
        </p:spPr>
        <p:txBody>
          <a:bodyPr/>
          <a:lstStyle>
            <a:lvl1pPr>
              <a:defRPr/>
            </a:lvl1pPr>
          </a:lstStyle>
          <a:p>
            <a:pPr>
              <a:defRPr/>
            </a:pPr>
            <a:fld id="{F95E014F-9FB1-425E-B769-26411BF3CD41}" type="slidenum">
              <a:rPr lang="en-US" altLang="en-US"/>
              <a:pPr>
                <a:defRPr/>
              </a:pPr>
              <a:t>‹#›</a:t>
            </a:fld>
            <a:endParaRPr lang="en-US" altLang="en-US"/>
          </a:p>
        </p:txBody>
      </p:sp>
    </p:spTree>
    <p:extLst>
      <p:ext uri="{BB962C8B-B14F-4D97-AF65-F5344CB8AC3E}">
        <p14:creationId xmlns:p14="http://schemas.microsoft.com/office/powerpoint/2010/main" val="3551822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6B93E79A-5A7B-4247-B4F8-6B5DF9B6B3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52047E71-2D83-4455-9114-CE781A9D00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32B37FF1-6875-4E06-9E74-B35D3633B6BE}"/>
              </a:ext>
            </a:extLst>
          </p:cNvPr>
          <p:cNvSpPr>
            <a:spLocks noGrp="1" noChangeArrowheads="1"/>
          </p:cNvSpPr>
          <p:nvPr>
            <p:ph type="sldNum" sz="quarter" idx="12"/>
          </p:nvPr>
        </p:nvSpPr>
        <p:spPr>
          <a:ln/>
        </p:spPr>
        <p:txBody>
          <a:bodyPr/>
          <a:lstStyle>
            <a:lvl1pPr>
              <a:defRPr/>
            </a:lvl1pPr>
          </a:lstStyle>
          <a:p>
            <a:pPr>
              <a:defRPr/>
            </a:pPr>
            <a:fld id="{693CDA8F-1C5E-429F-9F6E-D06B18EFFFEC}" type="slidenum">
              <a:rPr lang="en-US" altLang="en-US"/>
              <a:pPr>
                <a:defRPr/>
              </a:pPr>
              <a:t>‹#›</a:t>
            </a:fld>
            <a:endParaRPr lang="en-US" altLang="en-US"/>
          </a:p>
        </p:txBody>
      </p:sp>
    </p:spTree>
    <p:extLst>
      <p:ext uri="{BB962C8B-B14F-4D97-AF65-F5344CB8AC3E}">
        <p14:creationId xmlns:p14="http://schemas.microsoft.com/office/powerpoint/2010/main" val="2793016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35EF99F1-9891-454A-B19B-50E6DE4682F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A45D1DBC-D1B0-4B5C-8706-B9E63B1A4E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E0357FC6-EBF6-4E9E-B5D5-4E90BD5630BF}"/>
              </a:ext>
            </a:extLst>
          </p:cNvPr>
          <p:cNvSpPr>
            <a:spLocks noGrp="1" noChangeArrowheads="1"/>
          </p:cNvSpPr>
          <p:nvPr>
            <p:ph type="sldNum" sz="quarter" idx="12"/>
          </p:nvPr>
        </p:nvSpPr>
        <p:spPr>
          <a:ln/>
        </p:spPr>
        <p:txBody>
          <a:bodyPr/>
          <a:lstStyle>
            <a:lvl1pPr>
              <a:defRPr/>
            </a:lvl1pPr>
          </a:lstStyle>
          <a:p>
            <a:pPr>
              <a:defRPr/>
            </a:pPr>
            <a:fld id="{9FE41398-B2C1-4751-B8CC-174D83E330CB}" type="slidenum">
              <a:rPr lang="en-US" altLang="en-US"/>
              <a:pPr>
                <a:defRPr/>
              </a:pPr>
              <a:t>‹#›</a:t>
            </a:fld>
            <a:endParaRPr lang="en-US" altLang="en-US"/>
          </a:p>
        </p:txBody>
      </p:sp>
    </p:spTree>
    <p:extLst>
      <p:ext uri="{BB962C8B-B14F-4D97-AF65-F5344CB8AC3E}">
        <p14:creationId xmlns:p14="http://schemas.microsoft.com/office/powerpoint/2010/main" val="721446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48ADBA74-30F0-417A-A007-B8A26DA876ED}"/>
              </a:ext>
            </a:extLst>
          </p:cNvPr>
          <p:cNvGrpSpPr>
            <a:grpSpLocks/>
          </p:cNvGrpSpPr>
          <p:nvPr/>
        </p:nvGrpSpPr>
        <p:grpSpPr bwMode="auto">
          <a:xfrm>
            <a:off x="3175" y="4267200"/>
            <a:ext cx="9140825" cy="2590800"/>
            <a:chOff x="2" y="2688"/>
            <a:chExt cx="5758" cy="1632"/>
          </a:xfrm>
        </p:grpSpPr>
        <p:sp>
          <p:nvSpPr>
            <p:cNvPr id="1032" name="Freeform 3">
              <a:extLst>
                <a:ext uri="{FF2B5EF4-FFF2-40B4-BE49-F238E27FC236}">
                  <a16:creationId xmlns:a16="http://schemas.microsoft.com/office/drawing/2014/main" id="{FB631DF8-09CB-44C2-80BC-E9D107C2AD2F}"/>
                </a:ext>
              </a:extLst>
            </p:cNvPr>
            <p:cNvSpPr>
              <a:spLocks/>
            </p:cNvSpPr>
            <p:nvPr/>
          </p:nvSpPr>
          <p:spPr bwMode="hidden">
            <a:xfrm>
              <a:off x="2" y="2688"/>
              <a:ext cx="5758" cy="1632"/>
            </a:xfrm>
            <a:custGeom>
              <a:avLst/>
              <a:gdLst>
                <a:gd name="T0" fmla="*/ 5740 w 5740"/>
                <a:gd name="T1" fmla="*/ 4316 h 4316"/>
                <a:gd name="T2" fmla="*/ 0 w 5740"/>
                <a:gd name="T3" fmla="*/ 4316 h 4316"/>
                <a:gd name="T4" fmla="*/ 0 w 5740"/>
                <a:gd name="T5" fmla="*/ 0 h 4316"/>
                <a:gd name="T6" fmla="*/ 5740 w 5740"/>
                <a:gd name="T7" fmla="*/ 0 h 4316"/>
                <a:gd name="T8" fmla="*/ 5740 w 5740"/>
                <a:gd name="T9" fmla="*/ 4316 h 4316"/>
                <a:gd name="T10" fmla="*/ 5740 w 5740"/>
                <a:gd name="T11" fmla="*/ 4316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4316">
                  <a:moveTo>
                    <a:pt x="5740" y="4316"/>
                  </a:moveTo>
                  <a:lnTo>
                    <a:pt x="0" y="4316"/>
                  </a:lnTo>
                  <a:lnTo>
                    <a:pt x="0" y="0"/>
                  </a:lnTo>
                  <a:lnTo>
                    <a:pt x="5740" y="0"/>
                  </a:lnTo>
                  <a:lnTo>
                    <a:pt x="5740" y="431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33" name="Group 4">
              <a:extLst>
                <a:ext uri="{FF2B5EF4-FFF2-40B4-BE49-F238E27FC236}">
                  <a16:creationId xmlns:a16="http://schemas.microsoft.com/office/drawing/2014/main" id="{46954743-40C6-4103-AC1E-7DBFF9D98F73}"/>
                </a:ext>
              </a:extLst>
            </p:cNvPr>
            <p:cNvGrpSpPr>
              <a:grpSpLocks/>
            </p:cNvGrpSpPr>
            <p:nvPr/>
          </p:nvGrpSpPr>
          <p:grpSpPr bwMode="auto">
            <a:xfrm>
              <a:off x="1776" y="3024"/>
              <a:ext cx="3929" cy="1290"/>
              <a:chOff x="1776" y="3024"/>
              <a:chExt cx="3929" cy="1290"/>
            </a:xfrm>
          </p:grpSpPr>
          <p:grpSp>
            <p:nvGrpSpPr>
              <p:cNvPr id="1034" name="Group 5">
                <a:extLst>
                  <a:ext uri="{FF2B5EF4-FFF2-40B4-BE49-F238E27FC236}">
                    <a16:creationId xmlns:a16="http://schemas.microsoft.com/office/drawing/2014/main" id="{F5C0D54A-2710-4996-BD78-66C91AD585CE}"/>
                  </a:ext>
                </a:extLst>
              </p:cNvPr>
              <p:cNvGrpSpPr>
                <a:grpSpLocks/>
              </p:cNvGrpSpPr>
              <p:nvPr userDrawn="1"/>
            </p:nvGrpSpPr>
            <p:grpSpPr bwMode="auto">
              <a:xfrm>
                <a:off x="2268" y="3934"/>
                <a:ext cx="638" cy="377"/>
                <a:chOff x="2268" y="3934"/>
                <a:chExt cx="638" cy="377"/>
              </a:xfrm>
            </p:grpSpPr>
            <p:sp>
              <p:nvSpPr>
                <p:cNvPr id="71686" name="Oval 6">
                  <a:extLst>
                    <a:ext uri="{FF2B5EF4-FFF2-40B4-BE49-F238E27FC236}">
                      <a16:creationId xmlns:a16="http://schemas.microsoft.com/office/drawing/2014/main" id="{9B1ED406-A044-4E84-80C5-E14D78076DDF}"/>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eaLnBrk="1" hangingPunct="1">
                    <a:defRPr/>
                  </a:pPr>
                  <a:endParaRPr lang="th-TH"/>
                </a:p>
              </p:txBody>
            </p:sp>
            <p:sp>
              <p:nvSpPr>
                <p:cNvPr id="71687" name="Oval 7">
                  <a:extLst>
                    <a:ext uri="{FF2B5EF4-FFF2-40B4-BE49-F238E27FC236}">
                      <a16:creationId xmlns:a16="http://schemas.microsoft.com/office/drawing/2014/main" id="{ED83B870-7646-4906-851A-75ACD122C3F6}"/>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eaLnBrk="1" hangingPunct="1">
                    <a:defRPr/>
                  </a:pPr>
                  <a:endParaRPr lang="th-TH"/>
                </a:p>
              </p:txBody>
            </p:sp>
            <p:sp>
              <p:nvSpPr>
                <p:cNvPr id="71688" name="Oval 8">
                  <a:extLst>
                    <a:ext uri="{FF2B5EF4-FFF2-40B4-BE49-F238E27FC236}">
                      <a16:creationId xmlns:a16="http://schemas.microsoft.com/office/drawing/2014/main" id="{72377F29-8CAD-4B53-8CD3-C3020CDB01B6}"/>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eaLnBrk="1" hangingPunct="1">
                    <a:defRPr/>
                  </a:pPr>
                  <a:endParaRPr lang="th-TH"/>
                </a:p>
              </p:txBody>
            </p:sp>
            <p:sp>
              <p:nvSpPr>
                <p:cNvPr id="71689" name="Oval 9">
                  <a:extLst>
                    <a:ext uri="{FF2B5EF4-FFF2-40B4-BE49-F238E27FC236}">
                      <a16:creationId xmlns:a16="http://schemas.microsoft.com/office/drawing/2014/main" id="{FC67CDCD-9594-44DE-AC60-585F2F01952C}"/>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690" name="Oval 10">
                  <a:extLst>
                    <a:ext uri="{FF2B5EF4-FFF2-40B4-BE49-F238E27FC236}">
                      <a16:creationId xmlns:a16="http://schemas.microsoft.com/office/drawing/2014/main" id="{9FF91E60-CE16-443A-8904-9F8BDC9863C4}"/>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691" name="Oval 11">
                  <a:extLst>
                    <a:ext uri="{FF2B5EF4-FFF2-40B4-BE49-F238E27FC236}">
                      <a16:creationId xmlns:a16="http://schemas.microsoft.com/office/drawing/2014/main" id="{C7DD9BEA-E291-4A17-9E47-E2898E973D30}"/>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692" name="Oval 12">
                  <a:extLst>
                    <a:ext uri="{FF2B5EF4-FFF2-40B4-BE49-F238E27FC236}">
                      <a16:creationId xmlns:a16="http://schemas.microsoft.com/office/drawing/2014/main" id="{B4116DF3-37E0-414A-A45F-396BE18CDD03}"/>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eaLnBrk="1" hangingPunct="1">
                    <a:defRPr/>
                  </a:pPr>
                  <a:endParaRPr lang="th-TH"/>
                </a:p>
              </p:txBody>
            </p:sp>
            <p:sp>
              <p:nvSpPr>
                <p:cNvPr id="71693" name="Oval 13">
                  <a:extLst>
                    <a:ext uri="{FF2B5EF4-FFF2-40B4-BE49-F238E27FC236}">
                      <a16:creationId xmlns:a16="http://schemas.microsoft.com/office/drawing/2014/main" id="{0EF14A69-08CB-45FE-83E0-08B45E6244BE}"/>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eaLnBrk="1" hangingPunct="1">
                    <a:defRPr/>
                  </a:pPr>
                  <a:endParaRPr lang="th-TH"/>
                </a:p>
              </p:txBody>
            </p:sp>
          </p:grpSp>
          <p:sp>
            <p:nvSpPr>
              <p:cNvPr id="71694" name="Oval 14">
                <a:extLst>
                  <a:ext uri="{FF2B5EF4-FFF2-40B4-BE49-F238E27FC236}">
                    <a16:creationId xmlns:a16="http://schemas.microsoft.com/office/drawing/2014/main" id="{8B1D1646-44BC-407C-896A-44ECCDB47647}"/>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eaLnBrk="1" hangingPunct="1">
                  <a:defRPr/>
                </a:pPr>
                <a:endParaRPr lang="th-TH"/>
              </a:p>
            </p:txBody>
          </p:sp>
          <p:sp>
            <p:nvSpPr>
              <p:cNvPr id="71695" name="Oval 15">
                <a:extLst>
                  <a:ext uri="{FF2B5EF4-FFF2-40B4-BE49-F238E27FC236}">
                    <a16:creationId xmlns:a16="http://schemas.microsoft.com/office/drawing/2014/main" id="{30A1D3F4-B01C-431F-8794-2726C6C63B60}"/>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696" name="Oval 16">
                <a:extLst>
                  <a:ext uri="{FF2B5EF4-FFF2-40B4-BE49-F238E27FC236}">
                    <a16:creationId xmlns:a16="http://schemas.microsoft.com/office/drawing/2014/main" id="{144A6355-DAE2-4212-8EC7-8BFEAA5467FD}"/>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71697" name="Oval 17">
                <a:extLst>
                  <a:ext uri="{FF2B5EF4-FFF2-40B4-BE49-F238E27FC236}">
                    <a16:creationId xmlns:a16="http://schemas.microsoft.com/office/drawing/2014/main" id="{E89984EB-C356-47B9-A8AA-B6FE6185D52B}"/>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698" name="Oval 18">
                <a:extLst>
                  <a:ext uri="{FF2B5EF4-FFF2-40B4-BE49-F238E27FC236}">
                    <a16:creationId xmlns:a16="http://schemas.microsoft.com/office/drawing/2014/main" id="{75AF0E6B-B061-4F47-B475-5E5EA146D319}"/>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71699" name="Freeform 19">
                <a:extLst>
                  <a:ext uri="{FF2B5EF4-FFF2-40B4-BE49-F238E27FC236}">
                    <a16:creationId xmlns:a16="http://schemas.microsoft.com/office/drawing/2014/main" id="{D0116433-EC8B-4DA0-9BC9-3AEBF8C8A7A0}"/>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71700" name="Freeform 20">
                <a:extLst>
                  <a:ext uri="{FF2B5EF4-FFF2-40B4-BE49-F238E27FC236}">
                    <a16:creationId xmlns:a16="http://schemas.microsoft.com/office/drawing/2014/main" id="{E57BEDBE-E435-47B9-B8DC-704D239C6E36}"/>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eaLnBrk="1" hangingPunct="1">
                  <a:defRPr/>
                </a:pPr>
                <a:endParaRPr lang="th-TH"/>
              </a:p>
            </p:txBody>
          </p:sp>
          <p:sp>
            <p:nvSpPr>
              <p:cNvPr id="71701" name="Freeform 21">
                <a:extLst>
                  <a:ext uri="{FF2B5EF4-FFF2-40B4-BE49-F238E27FC236}">
                    <a16:creationId xmlns:a16="http://schemas.microsoft.com/office/drawing/2014/main" id="{A7844653-4D7C-4EC8-A1EF-7CFDF5F3FAC7}"/>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71702" name="Freeform 22">
                <a:extLst>
                  <a:ext uri="{FF2B5EF4-FFF2-40B4-BE49-F238E27FC236}">
                    <a16:creationId xmlns:a16="http://schemas.microsoft.com/office/drawing/2014/main" id="{65438135-18F2-418E-A798-21190FB748D7}"/>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eaLnBrk="1" hangingPunct="1">
                  <a:defRPr/>
                </a:pPr>
                <a:endParaRPr lang="th-TH"/>
              </a:p>
            </p:txBody>
          </p:sp>
          <p:sp>
            <p:nvSpPr>
              <p:cNvPr id="71703" name="Freeform 23">
                <a:extLst>
                  <a:ext uri="{FF2B5EF4-FFF2-40B4-BE49-F238E27FC236}">
                    <a16:creationId xmlns:a16="http://schemas.microsoft.com/office/drawing/2014/main" id="{FAF10B25-C118-4FB4-9464-3E54BD645C20}"/>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eaLnBrk="1" hangingPunct="1">
                  <a:defRPr/>
                </a:pPr>
                <a:endParaRPr lang="th-TH"/>
              </a:p>
            </p:txBody>
          </p:sp>
          <p:sp>
            <p:nvSpPr>
              <p:cNvPr id="71704" name="Freeform 24">
                <a:extLst>
                  <a:ext uri="{FF2B5EF4-FFF2-40B4-BE49-F238E27FC236}">
                    <a16:creationId xmlns:a16="http://schemas.microsoft.com/office/drawing/2014/main" id="{4C581FD3-6534-420B-9CFD-081F3E813DFF}"/>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eaLnBrk="1" hangingPunct="1">
                  <a:defRPr/>
                </a:pPr>
                <a:endParaRPr lang="th-TH"/>
              </a:p>
            </p:txBody>
          </p:sp>
          <p:sp>
            <p:nvSpPr>
              <p:cNvPr id="71705" name="Freeform 25">
                <a:extLst>
                  <a:ext uri="{FF2B5EF4-FFF2-40B4-BE49-F238E27FC236}">
                    <a16:creationId xmlns:a16="http://schemas.microsoft.com/office/drawing/2014/main" id="{70A015E8-FD5C-44B0-A29C-7D5B12C332F8}"/>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71706" name="Freeform 26">
                <a:extLst>
                  <a:ext uri="{FF2B5EF4-FFF2-40B4-BE49-F238E27FC236}">
                    <a16:creationId xmlns:a16="http://schemas.microsoft.com/office/drawing/2014/main" id="{23BAD8C5-3E62-4EF9-9FF4-A91E06D33289}"/>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eaLnBrk="1" hangingPunct="1">
                  <a:defRPr/>
                </a:pPr>
                <a:endParaRPr lang="th-TH"/>
              </a:p>
            </p:txBody>
          </p:sp>
          <p:sp>
            <p:nvSpPr>
              <p:cNvPr id="71707" name="Freeform 27">
                <a:extLst>
                  <a:ext uri="{FF2B5EF4-FFF2-40B4-BE49-F238E27FC236}">
                    <a16:creationId xmlns:a16="http://schemas.microsoft.com/office/drawing/2014/main" id="{DE184356-99A6-41E3-B180-1092CF35D6AA}"/>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eaLnBrk="1" hangingPunct="1">
                  <a:defRPr/>
                </a:pPr>
                <a:endParaRPr lang="th-TH"/>
              </a:p>
            </p:txBody>
          </p:sp>
          <p:sp>
            <p:nvSpPr>
              <p:cNvPr id="71708" name="Freeform 28">
                <a:extLst>
                  <a:ext uri="{FF2B5EF4-FFF2-40B4-BE49-F238E27FC236}">
                    <a16:creationId xmlns:a16="http://schemas.microsoft.com/office/drawing/2014/main" id="{43F77C50-70F3-45EA-B001-5EF68FC685B7}"/>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eaLnBrk="1" hangingPunct="1">
                  <a:defRPr/>
                </a:pPr>
                <a:endParaRPr lang="th-TH"/>
              </a:p>
            </p:txBody>
          </p:sp>
          <p:sp>
            <p:nvSpPr>
              <p:cNvPr id="1050" name="Freeform 29">
                <a:extLst>
                  <a:ext uri="{FF2B5EF4-FFF2-40B4-BE49-F238E27FC236}">
                    <a16:creationId xmlns:a16="http://schemas.microsoft.com/office/drawing/2014/main" id="{2A941A10-80E1-4E91-9D80-ECE941B1B937}"/>
                  </a:ext>
                </a:extLst>
              </p:cNvPr>
              <p:cNvSpPr>
                <a:spLocks/>
              </p:cNvSpPr>
              <p:nvPr/>
            </p:nvSpPr>
            <p:spPr bwMode="hidden">
              <a:xfrm>
                <a:off x="2068" y="3685"/>
                <a:ext cx="835" cy="150"/>
              </a:xfrm>
              <a:custGeom>
                <a:avLst/>
                <a:gdLst>
                  <a:gd name="T0" fmla="*/ 518 w 835"/>
                  <a:gd name="T1" fmla="*/ 18 h 150"/>
                  <a:gd name="T2" fmla="*/ 597 w 835"/>
                  <a:gd name="T3" fmla="*/ 24 h 150"/>
                  <a:gd name="T4" fmla="*/ 682 w 835"/>
                  <a:gd name="T5" fmla="*/ 30 h 150"/>
                  <a:gd name="T6" fmla="*/ 755 w 835"/>
                  <a:gd name="T7" fmla="*/ 42 h 150"/>
                  <a:gd name="T8" fmla="*/ 828 w 835"/>
                  <a:gd name="T9" fmla="*/ 60 h 150"/>
                  <a:gd name="T10" fmla="*/ 835 w 835"/>
                  <a:gd name="T11" fmla="*/ 42 h 150"/>
                  <a:gd name="T12" fmla="*/ 761 w 835"/>
                  <a:gd name="T13" fmla="*/ 24 h 150"/>
                  <a:gd name="T14" fmla="*/ 688 w 835"/>
                  <a:gd name="T15" fmla="*/ 12 h 150"/>
                  <a:gd name="T16" fmla="*/ 603 w 835"/>
                  <a:gd name="T17" fmla="*/ 6 h 150"/>
                  <a:gd name="T18" fmla="*/ 518 w 835"/>
                  <a:gd name="T19" fmla="*/ 0 h 150"/>
                  <a:gd name="T20" fmla="*/ 372 w 835"/>
                  <a:gd name="T21" fmla="*/ 12 h 150"/>
                  <a:gd name="T22" fmla="*/ 232 w 835"/>
                  <a:gd name="T23" fmla="*/ 36 h 150"/>
                  <a:gd name="T24" fmla="*/ 110 w 835"/>
                  <a:gd name="T25" fmla="*/ 78 h 150"/>
                  <a:gd name="T26" fmla="*/ 0 w 835"/>
                  <a:gd name="T27" fmla="*/ 132 h 150"/>
                  <a:gd name="T28" fmla="*/ 19 w 835"/>
                  <a:gd name="T29" fmla="*/ 150 h 150"/>
                  <a:gd name="T30" fmla="*/ 122 w 835"/>
                  <a:gd name="T31" fmla="*/ 96 h 150"/>
                  <a:gd name="T32" fmla="*/ 244 w 835"/>
                  <a:gd name="T33" fmla="*/ 54 h 150"/>
                  <a:gd name="T34" fmla="*/ 378 w 835"/>
                  <a:gd name="T35" fmla="*/ 30 h 150"/>
                  <a:gd name="T36" fmla="*/ 518 w 835"/>
                  <a:gd name="T37" fmla="*/ 18 h 150"/>
                  <a:gd name="T38" fmla="*/ 518 w 835"/>
                  <a:gd name="T39" fmla="*/ 18 h 1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1" name="Freeform 30">
                <a:extLst>
                  <a:ext uri="{FF2B5EF4-FFF2-40B4-BE49-F238E27FC236}">
                    <a16:creationId xmlns:a16="http://schemas.microsoft.com/office/drawing/2014/main" id="{62FA0780-9FB6-4AC7-A232-802FD1E62F8B}"/>
                  </a:ext>
                </a:extLst>
              </p:cNvPr>
              <p:cNvSpPr>
                <a:spLocks/>
              </p:cNvSpPr>
              <p:nvPr/>
            </p:nvSpPr>
            <p:spPr bwMode="hidden">
              <a:xfrm>
                <a:off x="1867" y="3853"/>
                <a:ext cx="171" cy="461"/>
              </a:xfrm>
              <a:custGeom>
                <a:avLst/>
                <a:gdLst>
                  <a:gd name="T0" fmla="*/ 31 w 171"/>
                  <a:gd name="T1" fmla="*/ 263 h 461"/>
                  <a:gd name="T2" fmla="*/ 43 w 171"/>
                  <a:gd name="T3" fmla="*/ 191 h 461"/>
                  <a:gd name="T4" fmla="*/ 67 w 171"/>
                  <a:gd name="T5" fmla="*/ 131 h 461"/>
                  <a:gd name="T6" fmla="*/ 116 w 171"/>
                  <a:gd name="T7" fmla="*/ 72 h 461"/>
                  <a:gd name="T8" fmla="*/ 171 w 171"/>
                  <a:gd name="T9" fmla="*/ 18 h 461"/>
                  <a:gd name="T10" fmla="*/ 153 w 171"/>
                  <a:gd name="T11" fmla="*/ 0 h 461"/>
                  <a:gd name="T12" fmla="*/ 86 w 171"/>
                  <a:gd name="T13" fmla="*/ 60 h 461"/>
                  <a:gd name="T14" fmla="*/ 43 w 171"/>
                  <a:gd name="T15" fmla="*/ 120 h 461"/>
                  <a:gd name="T16" fmla="*/ 13 w 171"/>
                  <a:gd name="T17" fmla="*/ 191 h 461"/>
                  <a:gd name="T18" fmla="*/ 0 w 171"/>
                  <a:gd name="T19" fmla="*/ 263 h 461"/>
                  <a:gd name="T20" fmla="*/ 6 w 171"/>
                  <a:gd name="T21" fmla="*/ 317 h 461"/>
                  <a:gd name="T22" fmla="*/ 25 w 171"/>
                  <a:gd name="T23" fmla="*/ 365 h 461"/>
                  <a:gd name="T24" fmla="*/ 49 w 171"/>
                  <a:gd name="T25" fmla="*/ 413 h 461"/>
                  <a:gd name="T26" fmla="*/ 86 w 171"/>
                  <a:gd name="T27" fmla="*/ 461 h 461"/>
                  <a:gd name="T28" fmla="*/ 122 w 171"/>
                  <a:gd name="T29" fmla="*/ 461 h 461"/>
                  <a:gd name="T30" fmla="*/ 86 w 171"/>
                  <a:gd name="T31" fmla="*/ 413 h 461"/>
                  <a:gd name="T32" fmla="*/ 55 w 171"/>
                  <a:gd name="T33" fmla="*/ 365 h 461"/>
                  <a:gd name="T34" fmla="*/ 37 w 171"/>
                  <a:gd name="T35" fmla="*/ 317 h 461"/>
                  <a:gd name="T36" fmla="*/ 31 w 171"/>
                  <a:gd name="T37" fmla="*/ 263 h 461"/>
                  <a:gd name="T38" fmla="*/ 31 w 171"/>
                  <a:gd name="T39" fmla="*/ 263 h 4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11" name="Freeform 31">
                <a:extLst>
                  <a:ext uri="{FF2B5EF4-FFF2-40B4-BE49-F238E27FC236}">
                    <a16:creationId xmlns:a16="http://schemas.microsoft.com/office/drawing/2014/main" id="{758C8BE1-69FB-4DCA-9C34-02F2FC553E97}"/>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71712" name="Freeform 32">
                <a:extLst>
                  <a:ext uri="{FF2B5EF4-FFF2-40B4-BE49-F238E27FC236}">
                    <a16:creationId xmlns:a16="http://schemas.microsoft.com/office/drawing/2014/main" id="{D9255316-3784-48F7-9D7F-AEC7EF48C29A}"/>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71713" name="Freeform 33">
                <a:extLst>
                  <a:ext uri="{FF2B5EF4-FFF2-40B4-BE49-F238E27FC236}">
                    <a16:creationId xmlns:a16="http://schemas.microsoft.com/office/drawing/2014/main" id="{908BCE48-F17E-4CDA-8998-C606478F56FB}"/>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th-TH"/>
              </a:p>
            </p:txBody>
          </p:sp>
          <p:sp>
            <p:nvSpPr>
              <p:cNvPr id="1055" name="Freeform 34">
                <a:extLst>
                  <a:ext uri="{FF2B5EF4-FFF2-40B4-BE49-F238E27FC236}">
                    <a16:creationId xmlns:a16="http://schemas.microsoft.com/office/drawing/2014/main" id="{066E4F22-6FEC-430B-BCFD-F861C3DE462A}"/>
                  </a:ext>
                </a:extLst>
              </p:cNvPr>
              <p:cNvSpPr>
                <a:spLocks/>
              </p:cNvSpPr>
              <p:nvPr/>
            </p:nvSpPr>
            <p:spPr bwMode="hidden">
              <a:xfrm>
                <a:off x="1776" y="3673"/>
                <a:ext cx="481" cy="641"/>
              </a:xfrm>
              <a:custGeom>
                <a:avLst/>
                <a:gdLst>
                  <a:gd name="T0" fmla="*/ 18 w 481"/>
                  <a:gd name="T1" fmla="*/ 443 h 641"/>
                  <a:gd name="T2" fmla="*/ 24 w 481"/>
                  <a:gd name="T3" fmla="*/ 371 h 641"/>
                  <a:gd name="T4" fmla="*/ 55 w 481"/>
                  <a:gd name="T5" fmla="*/ 305 h 641"/>
                  <a:gd name="T6" fmla="*/ 91 w 481"/>
                  <a:gd name="T7" fmla="*/ 246 h 641"/>
                  <a:gd name="T8" fmla="*/ 146 w 481"/>
                  <a:gd name="T9" fmla="*/ 186 h 641"/>
                  <a:gd name="T10" fmla="*/ 213 w 481"/>
                  <a:gd name="T11" fmla="*/ 132 h 641"/>
                  <a:gd name="T12" fmla="*/ 292 w 481"/>
                  <a:gd name="T13" fmla="*/ 84 h 641"/>
                  <a:gd name="T14" fmla="*/ 384 w 481"/>
                  <a:gd name="T15" fmla="*/ 48 h 641"/>
                  <a:gd name="T16" fmla="*/ 481 w 481"/>
                  <a:gd name="T17" fmla="*/ 12 h 641"/>
                  <a:gd name="T18" fmla="*/ 457 w 481"/>
                  <a:gd name="T19" fmla="*/ 0 h 641"/>
                  <a:gd name="T20" fmla="*/ 359 w 481"/>
                  <a:gd name="T21" fmla="*/ 36 h 641"/>
                  <a:gd name="T22" fmla="*/ 274 w 481"/>
                  <a:gd name="T23" fmla="*/ 78 h 641"/>
                  <a:gd name="T24" fmla="*/ 195 w 481"/>
                  <a:gd name="T25" fmla="*/ 126 h 641"/>
                  <a:gd name="T26" fmla="*/ 128 w 481"/>
                  <a:gd name="T27" fmla="*/ 180 h 641"/>
                  <a:gd name="T28" fmla="*/ 73 w 481"/>
                  <a:gd name="T29" fmla="*/ 240 h 641"/>
                  <a:gd name="T30" fmla="*/ 37 w 481"/>
                  <a:gd name="T31" fmla="*/ 305 h 641"/>
                  <a:gd name="T32" fmla="*/ 6 w 481"/>
                  <a:gd name="T33" fmla="*/ 371 h 641"/>
                  <a:gd name="T34" fmla="*/ 0 w 481"/>
                  <a:gd name="T35" fmla="*/ 443 h 641"/>
                  <a:gd name="T36" fmla="*/ 6 w 481"/>
                  <a:gd name="T37" fmla="*/ 497 h 641"/>
                  <a:gd name="T38" fmla="*/ 18 w 481"/>
                  <a:gd name="T39" fmla="*/ 545 h 641"/>
                  <a:gd name="T40" fmla="*/ 43 w 481"/>
                  <a:gd name="T41" fmla="*/ 593 h 641"/>
                  <a:gd name="T42" fmla="*/ 73 w 481"/>
                  <a:gd name="T43" fmla="*/ 641 h 641"/>
                  <a:gd name="T44" fmla="*/ 97 w 481"/>
                  <a:gd name="T45" fmla="*/ 641 h 641"/>
                  <a:gd name="T46" fmla="*/ 67 w 481"/>
                  <a:gd name="T47" fmla="*/ 593 h 641"/>
                  <a:gd name="T48" fmla="*/ 43 w 481"/>
                  <a:gd name="T49" fmla="*/ 545 h 641"/>
                  <a:gd name="T50" fmla="*/ 24 w 481"/>
                  <a:gd name="T51" fmla="*/ 497 h 641"/>
                  <a:gd name="T52" fmla="*/ 18 w 481"/>
                  <a:gd name="T53" fmla="*/ 443 h 641"/>
                  <a:gd name="T54" fmla="*/ 18 w 481"/>
                  <a:gd name="T55" fmla="*/ 443 h 6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15" name="Freeform 35">
                <a:extLst>
                  <a:ext uri="{FF2B5EF4-FFF2-40B4-BE49-F238E27FC236}">
                    <a16:creationId xmlns:a16="http://schemas.microsoft.com/office/drawing/2014/main" id="{85B7E148-4C08-44C0-9A96-2305740427C9}"/>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71716" name="Freeform 36">
                <a:extLst>
                  <a:ext uri="{FF2B5EF4-FFF2-40B4-BE49-F238E27FC236}">
                    <a16:creationId xmlns:a16="http://schemas.microsoft.com/office/drawing/2014/main" id="{36C4CC08-2976-4A77-AA0B-5A2E744C8366}"/>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71717" name="Freeform 37">
                <a:extLst>
                  <a:ext uri="{FF2B5EF4-FFF2-40B4-BE49-F238E27FC236}">
                    <a16:creationId xmlns:a16="http://schemas.microsoft.com/office/drawing/2014/main" id="{315AFD74-DC67-4F4B-8BF8-21F7847D53A4}"/>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71718" name="Freeform 38">
                <a:extLst>
                  <a:ext uri="{FF2B5EF4-FFF2-40B4-BE49-F238E27FC236}">
                    <a16:creationId xmlns:a16="http://schemas.microsoft.com/office/drawing/2014/main" id="{46C38E8B-3FBF-4541-9915-811E0ED96742}"/>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71719" name="Freeform 39">
                <a:extLst>
                  <a:ext uri="{FF2B5EF4-FFF2-40B4-BE49-F238E27FC236}">
                    <a16:creationId xmlns:a16="http://schemas.microsoft.com/office/drawing/2014/main" id="{9E4AE955-5148-40B5-9DA7-DDEE89155289}"/>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71720" name="Freeform 40">
                <a:extLst>
                  <a:ext uri="{FF2B5EF4-FFF2-40B4-BE49-F238E27FC236}">
                    <a16:creationId xmlns:a16="http://schemas.microsoft.com/office/drawing/2014/main" id="{F0F9EE0C-39A2-424C-9A94-B4B604CFB22A}"/>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71721" name="Freeform 41">
                <a:extLst>
                  <a:ext uri="{FF2B5EF4-FFF2-40B4-BE49-F238E27FC236}">
                    <a16:creationId xmlns:a16="http://schemas.microsoft.com/office/drawing/2014/main" id="{A9D37666-24F3-46EE-AA20-0E6BA4A6C8AD}"/>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th-TH"/>
              </a:p>
            </p:txBody>
          </p:sp>
          <p:sp>
            <p:nvSpPr>
              <p:cNvPr id="71722" name="Freeform 42">
                <a:extLst>
                  <a:ext uri="{FF2B5EF4-FFF2-40B4-BE49-F238E27FC236}">
                    <a16:creationId xmlns:a16="http://schemas.microsoft.com/office/drawing/2014/main" id="{22233719-6A4F-4953-8917-17DAFC878D29}"/>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eaLnBrk="1" hangingPunct="1">
                  <a:defRPr/>
                </a:pPr>
                <a:endParaRPr lang="th-TH"/>
              </a:p>
            </p:txBody>
          </p:sp>
          <p:sp>
            <p:nvSpPr>
              <p:cNvPr id="71723" name="Freeform 43">
                <a:extLst>
                  <a:ext uri="{FF2B5EF4-FFF2-40B4-BE49-F238E27FC236}">
                    <a16:creationId xmlns:a16="http://schemas.microsoft.com/office/drawing/2014/main" id="{F1AA0A3D-BB68-4622-9156-1D0647AAD03E}"/>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eaLnBrk="1" hangingPunct="1">
                  <a:defRPr/>
                </a:pPr>
                <a:endParaRPr lang="th-TH"/>
              </a:p>
            </p:txBody>
          </p:sp>
          <p:sp>
            <p:nvSpPr>
              <p:cNvPr id="71724" name="Freeform 44">
                <a:extLst>
                  <a:ext uri="{FF2B5EF4-FFF2-40B4-BE49-F238E27FC236}">
                    <a16:creationId xmlns:a16="http://schemas.microsoft.com/office/drawing/2014/main" id="{FBE6F246-4AAC-4248-83FF-DC99F9628371}"/>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71725" name="Freeform 45">
                <a:extLst>
                  <a:ext uri="{FF2B5EF4-FFF2-40B4-BE49-F238E27FC236}">
                    <a16:creationId xmlns:a16="http://schemas.microsoft.com/office/drawing/2014/main" id="{03702577-FD7F-40E6-9002-B5969C242473}"/>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th-TH"/>
              </a:p>
            </p:txBody>
          </p:sp>
          <p:sp>
            <p:nvSpPr>
              <p:cNvPr id="1067" name="Freeform 46">
                <a:extLst>
                  <a:ext uri="{FF2B5EF4-FFF2-40B4-BE49-F238E27FC236}">
                    <a16:creationId xmlns:a16="http://schemas.microsoft.com/office/drawing/2014/main" id="{494D34E3-0BDF-4E19-A4DB-26084DBDC6AF}"/>
                  </a:ext>
                </a:extLst>
              </p:cNvPr>
              <p:cNvSpPr>
                <a:spLocks/>
              </p:cNvSpPr>
              <p:nvPr/>
            </p:nvSpPr>
            <p:spPr bwMode="hidden">
              <a:xfrm>
                <a:off x="5280" y="3186"/>
                <a:ext cx="383" cy="96"/>
              </a:xfrm>
              <a:custGeom>
                <a:avLst/>
                <a:gdLst>
                  <a:gd name="T0" fmla="*/ 209 w 382"/>
                  <a:gd name="T1" fmla="*/ 96 h 96"/>
                  <a:gd name="T2" fmla="*/ 143 w 382"/>
                  <a:gd name="T3" fmla="*/ 90 h 96"/>
                  <a:gd name="T4" fmla="*/ 83 w 382"/>
                  <a:gd name="T5" fmla="*/ 66 h 96"/>
                  <a:gd name="T6" fmla="*/ 35 w 382"/>
                  <a:gd name="T7" fmla="*/ 36 h 96"/>
                  <a:gd name="T8" fmla="*/ 6 w 382"/>
                  <a:gd name="T9" fmla="*/ 0 h 96"/>
                  <a:gd name="T10" fmla="*/ 0 w 382"/>
                  <a:gd name="T11" fmla="*/ 6 h 96"/>
                  <a:gd name="T12" fmla="*/ 29 w 382"/>
                  <a:gd name="T13" fmla="*/ 42 h 96"/>
                  <a:gd name="T14" fmla="*/ 77 w 382"/>
                  <a:gd name="T15" fmla="*/ 72 h 96"/>
                  <a:gd name="T16" fmla="*/ 137 w 382"/>
                  <a:gd name="T17" fmla="*/ 90 h 96"/>
                  <a:gd name="T18" fmla="*/ 209 w 382"/>
                  <a:gd name="T19" fmla="*/ 96 h 96"/>
                  <a:gd name="T20" fmla="*/ 263 w 382"/>
                  <a:gd name="T21" fmla="*/ 90 h 96"/>
                  <a:gd name="T22" fmla="*/ 311 w 382"/>
                  <a:gd name="T23" fmla="*/ 84 h 96"/>
                  <a:gd name="T24" fmla="*/ 352 w 382"/>
                  <a:gd name="T25" fmla="*/ 66 h 96"/>
                  <a:gd name="T26" fmla="*/ 382 w 382"/>
                  <a:gd name="T27" fmla="*/ 42 h 96"/>
                  <a:gd name="T28" fmla="*/ 376 w 382"/>
                  <a:gd name="T29" fmla="*/ 42 h 96"/>
                  <a:gd name="T30" fmla="*/ 346 w 382"/>
                  <a:gd name="T31" fmla="*/ 66 h 96"/>
                  <a:gd name="T32" fmla="*/ 305 w 382"/>
                  <a:gd name="T33" fmla="*/ 78 h 96"/>
                  <a:gd name="T34" fmla="*/ 263 w 382"/>
                  <a:gd name="T35" fmla="*/ 90 h 96"/>
                  <a:gd name="T36" fmla="*/ 209 w 382"/>
                  <a:gd name="T37" fmla="*/ 96 h 96"/>
                  <a:gd name="T38" fmla="*/ 209 w 382"/>
                  <a:gd name="T39" fmla="*/ 96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8" name="Freeform 47">
                <a:extLst>
                  <a:ext uri="{FF2B5EF4-FFF2-40B4-BE49-F238E27FC236}">
                    <a16:creationId xmlns:a16="http://schemas.microsoft.com/office/drawing/2014/main" id="{D63CE4A1-9CDA-4C12-9948-3FB4CE7C153F}"/>
                  </a:ext>
                </a:extLst>
              </p:cNvPr>
              <p:cNvSpPr>
                <a:spLocks/>
              </p:cNvSpPr>
              <p:nvPr/>
            </p:nvSpPr>
            <p:spPr bwMode="hidden">
              <a:xfrm>
                <a:off x="5315" y="3024"/>
                <a:ext cx="258" cy="54"/>
              </a:xfrm>
              <a:custGeom>
                <a:avLst/>
                <a:gdLst>
                  <a:gd name="T0" fmla="*/ 174 w 258"/>
                  <a:gd name="T1" fmla="*/ 0 h 54"/>
                  <a:gd name="T2" fmla="*/ 216 w 258"/>
                  <a:gd name="T3" fmla="*/ 6 h 54"/>
                  <a:gd name="T4" fmla="*/ 258 w 258"/>
                  <a:gd name="T5" fmla="*/ 12 h 54"/>
                  <a:gd name="T6" fmla="*/ 252 w 258"/>
                  <a:gd name="T7" fmla="*/ 6 h 54"/>
                  <a:gd name="T8" fmla="*/ 216 w 258"/>
                  <a:gd name="T9" fmla="*/ 0 h 54"/>
                  <a:gd name="T10" fmla="*/ 174 w 258"/>
                  <a:gd name="T11" fmla="*/ 0 h 54"/>
                  <a:gd name="T12" fmla="*/ 120 w 258"/>
                  <a:gd name="T13" fmla="*/ 6 h 54"/>
                  <a:gd name="T14" fmla="*/ 78 w 258"/>
                  <a:gd name="T15" fmla="*/ 12 h 54"/>
                  <a:gd name="T16" fmla="*/ 36 w 258"/>
                  <a:gd name="T17" fmla="*/ 30 h 54"/>
                  <a:gd name="T18" fmla="*/ 0 w 258"/>
                  <a:gd name="T19" fmla="*/ 48 h 54"/>
                  <a:gd name="T20" fmla="*/ 6 w 258"/>
                  <a:gd name="T21" fmla="*/ 54 h 54"/>
                  <a:gd name="T22" fmla="*/ 36 w 258"/>
                  <a:gd name="T23" fmla="*/ 36 h 54"/>
                  <a:gd name="T24" fmla="*/ 78 w 258"/>
                  <a:gd name="T25" fmla="*/ 18 h 54"/>
                  <a:gd name="T26" fmla="*/ 120 w 258"/>
                  <a:gd name="T27" fmla="*/ 6 h 54"/>
                  <a:gd name="T28" fmla="*/ 174 w 258"/>
                  <a:gd name="T29" fmla="*/ 0 h 54"/>
                  <a:gd name="T30" fmla="*/ 174 w 258"/>
                  <a:gd name="T31" fmla="*/ 0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9" name="Freeform 48">
                <a:extLst>
                  <a:ext uri="{FF2B5EF4-FFF2-40B4-BE49-F238E27FC236}">
                    <a16:creationId xmlns:a16="http://schemas.microsoft.com/office/drawing/2014/main" id="{380EE6CC-9A44-43FC-9D7C-23941CCFD6BF}"/>
                  </a:ext>
                </a:extLst>
              </p:cNvPr>
              <p:cNvSpPr>
                <a:spLocks/>
              </p:cNvSpPr>
              <p:nvPr/>
            </p:nvSpPr>
            <p:spPr bwMode="hidden">
              <a:xfrm>
                <a:off x="5645" y="3066"/>
                <a:ext cx="60" cy="156"/>
              </a:xfrm>
              <a:custGeom>
                <a:avLst/>
                <a:gdLst>
                  <a:gd name="T0" fmla="*/ 54 w 60"/>
                  <a:gd name="T1" fmla="*/ 90 h 156"/>
                  <a:gd name="T2" fmla="*/ 48 w 60"/>
                  <a:gd name="T3" fmla="*/ 126 h 156"/>
                  <a:gd name="T4" fmla="*/ 24 w 60"/>
                  <a:gd name="T5" fmla="*/ 156 h 156"/>
                  <a:gd name="T6" fmla="*/ 30 w 60"/>
                  <a:gd name="T7" fmla="*/ 156 h 156"/>
                  <a:gd name="T8" fmla="*/ 54 w 60"/>
                  <a:gd name="T9" fmla="*/ 126 h 156"/>
                  <a:gd name="T10" fmla="*/ 60 w 60"/>
                  <a:gd name="T11" fmla="*/ 90 h 156"/>
                  <a:gd name="T12" fmla="*/ 54 w 60"/>
                  <a:gd name="T13" fmla="*/ 66 h 156"/>
                  <a:gd name="T14" fmla="*/ 48 w 60"/>
                  <a:gd name="T15" fmla="*/ 42 h 156"/>
                  <a:gd name="T16" fmla="*/ 30 w 60"/>
                  <a:gd name="T17" fmla="*/ 18 h 156"/>
                  <a:gd name="T18" fmla="*/ 6 w 60"/>
                  <a:gd name="T19" fmla="*/ 0 h 156"/>
                  <a:gd name="T20" fmla="*/ 0 w 60"/>
                  <a:gd name="T21" fmla="*/ 6 h 156"/>
                  <a:gd name="T22" fmla="*/ 24 w 60"/>
                  <a:gd name="T23" fmla="*/ 24 h 156"/>
                  <a:gd name="T24" fmla="*/ 42 w 60"/>
                  <a:gd name="T25" fmla="*/ 42 h 156"/>
                  <a:gd name="T26" fmla="*/ 48 w 60"/>
                  <a:gd name="T27" fmla="*/ 66 h 156"/>
                  <a:gd name="T28" fmla="*/ 54 w 60"/>
                  <a:gd name="T29" fmla="*/ 90 h 156"/>
                  <a:gd name="T30" fmla="*/ 54 w 60"/>
                  <a:gd name="T31" fmla="*/ 90 h 1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0" name="Freeform 49">
                <a:extLst>
                  <a:ext uri="{FF2B5EF4-FFF2-40B4-BE49-F238E27FC236}">
                    <a16:creationId xmlns:a16="http://schemas.microsoft.com/office/drawing/2014/main" id="{AB48B048-C58E-472A-B89D-4B200186A656}"/>
                  </a:ext>
                </a:extLst>
              </p:cNvPr>
              <p:cNvSpPr>
                <a:spLocks/>
              </p:cNvSpPr>
              <p:nvPr/>
            </p:nvSpPr>
            <p:spPr bwMode="hidden">
              <a:xfrm>
                <a:off x="5375" y="3246"/>
                <a:ext cx="192" cy="18"/>
              </a:xfrm>
              <a:custGeom>
                <a:avLst/>
                <a:gdLst>
                  <a:gd name="T0" fmla="*/ 114 w 192"/>
                  <a:gd name="T1" fmla="*/ 12 h 18"/>
                  <a:gd name="T2" fmla="*/ 72 w 192"/>
                  <a:gd name="T3" fmla="*/ 6 h 18"/>
                  <a:gd name="T4" fmla="*/ 30 w 192"/>
                  <a:gd name="T5" fmla="*/ 0 h 18"/>
                  <a:gd name="T6" fmla="*/ 0 w 192"/>
                  <a:gd name="T7" fmla="*/ 0 h 18"/>
                  <a:gd name="T8" fmla="*/ 54 w 192"/>
                  <a:gd name="T9" fmla="*/ 12 h 18"/>
                  <a:gd name="T10" fmla="*/ 114 w 192"/>
                  <a:gd name="T11" fmla="*/ 18 h 18"/>
                  <a:gd name="T12" fmla="*/ 156 w 192"/>
                  <a:gd name="T13" fmla="*/ 18 h 18"/>
                  <a:gd name="T14" fmla="*/ 192 w 192"/>
                  <a:gd name="T15" fmla="*/ 12 h 18"/>
                  <a:gd name="T16" fmla="*/ 186 w 192"/>
                  <a:gd name="T17" fmla="*/ 0 h 18"/>
                  <a:gd name="T18" fmla="*/ 150 w 192"/>
                  <a:gd name="T19" fmla="*/ 6 h 18"/>
                  <a:gd name="T20" fmla="*/ 114 w 192"/>
                  <a:gd name="T21" fmla="*/ 12 h 18"/>
                  <a:gd name="T22" fmla="*/ 114 w 192"/>
                  <a:gd name="T23" fmla="*/ 12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1" name="Freeform 50">
                <a:extLst>
                  <a:ext uri="{FF2B5EF4-FFF2-40B4-BE49-F238E27FC236}">
                    <a16:creationId xmlns:a16="http://schemas.microsoft.com/office/drawing/2014/main" id="{26292D2D-BB3D-435E-9C07-BC02FFAFE85E}"/>
                  </a:ext>
                </a:extLst>
              </p:cNvPr>
              <p:cNvSpPr>
                <a:spLocks/>
              </p:cNvSpPr>
              <p:nvPr/>
            </p:nvSpPr>
            <p:spPr bwMode="hidden">
              <a:xfrm>
                <a:off x="5304" y="3042"/>
                <a:ext cx="161" cy="186"/>
              </a:xfrm>
              <a:custGeom>
                <a:avLst/>
                <a:gdLst>
                  <a:gd name="T0" fmla="*/ 11 w 161"/>
                  <a:gd name="T1" fmla="*/ 114 h 186"/>
                  <a:gd name="T2" fmla="*/ 17 w 161"/>
                  <a:gd name="T3" fmla="*/ 96 h 186"/>
                  <a:gd name="T4" fmla="*/ 23 w 161"/>
                  <a:gd name="T5" fmla="*/ 78 h 186"/>
                  <a:gd name="T6" fmla="*/ 53 w 161"/>
                  <a:gd name="T7" fmla="*/ 42 h 186"/>
                  <a:gd name="T8" fmla="*/ 101 w 161"/>
                  <a:gd name="T9" fmla="*/ 18 h 186"/>
                  <a:gd name="T10" fmla="*/ 155 w 161"/>
                  <a:gd name="T11" fmla="*/ 6 h 186"/>
                  <a:gd name="T12" fmla="*/ 161 w 161"/>
                  <a:gd name="T13" fmla="*/ 0 h 186"/>
                  <a:gd name="T14" fmla="*/ 95 w 161"/>
                  <a:gd name="T15" fmla="*/ 12 h 186"/>
                  <a:gd name="T16" fmla="*/ 47 w 161"/>
                  <a:gd name="T17" fmla="*/ 36 h 186"/>
                  <a:gd name="T18" fmla="*/ 11 w 161"/>
                  <a:gd name="T19" fmla="*/ 72 h 186"/>
                  <a:gd name="T20" fmla="*/ 5 w 161"/>
                  <a:gd name="T21" fmla="*/ 90 h 186"/>
                  <a:gd name="T22" fmla="*/ 0 w 161"/>
                  <a:gd name="T23" fmla="*/ 114 h 186"/>
                  <a:gd name="T24" fmla="*/ 11 w 161"/>
                  <a:gd name="T25" fmla="*/ 150 h 186"/>
                  <a:gd name="T26" fmla="*/ 23 w 161"/>
                  <a:gd name="T27" fmla="*/ 168 h 186"/>
                  <a:gd name="T28" fmla="*/ 41 w 161"/>
                  <a:gd name="T29" fmla="*/ 186 h 186"/>
                  <a:gd name="T30" fmla="*/ 65 w 161"/>
                  <a:gd name="T31" fmla="*/ 186 h 186"/>
                  <a:gd name="T32" fmla="*/ 41 w 161"/>
                  <a:gd name="T33" fmla="*/ 168 h 186"/>
                  <a:gd name="T34" fmla="*/ 23 w 161"/>
                  <a:gd name="T35" fmla="*/ 150 h 186"/>
                  <a:gd name="T36" fmla="*/ 17 w 161"/>
                  <a:gd name="T37" fmla="*/ 132 h 186"/>
                  <a:gd name="T38" fmla="*/ 11 w 161"/>
                  <a:gd name="T39" fmla="*/ 114 h 186"/>
                  <a:gd name="T40" fmla="*/ 11 w 161"/>
                  <a:gd name="T41" fmla="*/ 114 h 1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2" name="Freeform 51">
                <a:extLst>
                  <a:ext uri="{FF2B5EF4-FFF2-40B4-BE49-F238E27FC236}">
                    <a16:creationId xmlns:a16="http://schemas.microsoft.com/office/drawing/2014/main" id="{F6A66BAB-50BB-493F-AC37-C86600FA595E}"/>
                  </a:ext>
                </a:extLst>
              </p:cNvPr>
              <p:cNvSpPr>
                <a:spLocks/>
              </p:cNvSpPr>
              <p:nvPr/>
            </p:nvSpPr>
            <p:spPr bwMode="hidden">
              <a:xfrm>
                <a:off x="5489" y="3042"/>
                <a:ext cx="186" cy="210"/>
              </a:xfrm>
              <a:custGeom>
                <a:avLst/>
                <a:gdLst>
                  <a:gd name="T0" fmla="*/ 0 w 185"/>
                  <a:gd name="T1" fmla="*/ 6 h 210"/>
                  <a:gd name="T2" fmla="*/ 66 w 185"/>
                  <a:gd name="T3" fmla="*/ 12 h 210"/>
                  <a:gd name="T4" fmla="*/ 119 w 185"/>
                  <a:gd name="T5" fmla="*/ 36 h 210"/>
                  <a:gd name="T6" fmla="*/ 155 w 185"/>
                  <a:gd name="T7" fmla="*/ 72 h 210"/>
                  <a:gd name="T8" fmla="*/ 161 w 185"/>
                  <a:gd name="T9" fmla="*/ 90 h 210"/>
                  <a:gd name="T10" fmla="*/ 167 w 185"/>
                  <a:gd name="T11" fmla="*/ 114 h 210"/>
                  <a:gd name="T12" fmla="*/ 161 w 185"/>
                  <a:gd name="T13" fmla="*/ 138 h 210"/>
                  <a:gd name="T14" fmla="*/ 149 w 185"/>
                  <a:gd name="T15" fmla="*/ 162 h 210"/>
                  <a:gd name="T16" fmla="*/ 119 w 185"/>
                  <a:gd name="T17" fmla="*/ 180 h 210"/>
                  <a:gd name="T18" fmla="*/ 90 w 185"/>
                  <a:gd name="T19" fmla="*/ 198 h 210"/>
                  <a:gd name="T20" fmla="*/ 96 w 185"/>
                  <a:gd name="T21" fmla="*/ 210 h 210"/>
                  <a:gd name="T22" fmla="*/ 131 w 185"/>
                  <a:gd name="T23" fmla="*/ 192 h 210"/>
                  <a:gd name="T24" fmla="*/ 161 w 185"/>
                  <a:gd name="T25" fmla="*/ 168 h 210"/>
                  <a:gd name="T26" fmla="*/ 179 w 185"/>
                  <a:gd name="T27" fmla="*/ 144 h 210"/>
                  <a:gd name="T28" fmla="*/ 185 w 185"/>
                  <a:gd name="T29" fmla="*/ 114 h 210"/>
                  <a:gd name="T30" fmla="*/ 179 w 185"/>
                  <a:gd name="T31" fmla="*/ 90 h 210"/>
                  <a:gd name="T32" fmla="*/ 173 w 185"/>
                  <a:gd name="T33" fmla="*/ 66 h 210"/>
                  <a:gd name="T34" fmla="*/ 155 w 185"/>
                  <a:gd name="T35" fmla="*/ 48 h 210"/>
                  <a:gd name="T36" fmla="*/ 131 w 185"/>
                  <a:gd name="T37" fmla="*/ 30 h 210"/>
                  <a:gd name="T38" fmla="*/ 72 w 185"/>
                  <a:gd name="T39" fmla="*/ 6 h 210"/>
                  <a:gd name="T40" fmla="*/ 0 w 185"/>
                  <a:gd name="T41" fmla="*/ 0 h 210"/>
                  <a:gd name="T42" fmla="*/ 0 w 185"/>
                  <a:gd name="T43" fmla="*/ 6 h 210"/>
                  <a:gd name="T44" fmla="*/ 0 w 185"/>
                  <a:gd name="T45" fmla="*/ 6 h 210"/>
                  <a:gd name="T46" fmla="*/ 0 w 185"/>
                  <a:gd name="T47" fmla="*/ 6 h 2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3" name="Freeform 52">
                <a:extLst>
                  <a:ext uri="{FF2B5EF4-FFF2-40B4-BE49-F238E27FC236}">
                    <a16:creationId xmlns:a16="http://schemas.microsoft.com/office/drawing/2014/main" id="{A75A5119-2B29-4BDF-A0DA-E7262D7600EC}"/>
                  </a:ext>
                </a:extLst>
              </p:cNvPr>
              <p:cNvSpPr>
                <a:spLocks noEditPoints="1"/>
              </p:cNvSpPr>
              <p:nvPr/>
            </p:nvSpPr>
            <p:spPr bwMode="hidden">
              <a:xfrm>
                <a:off x="5345" y="3058"/>
                <a:ext cx="299" cy="186"/>
              </a:xfrm>
              <a:custGeom>
                <a:avLst/>
                <a:gdLst>
                  <a:gd name="T0" fmla="*/ 150 w 299"/>
                  <a:gd name="T1" fmla="*/ 0 h 186"/>
                  <a:gd name="T2" fmla="*/ 90 w 299"/>
                  <a:gd name="T3" fmla="*/ 6 h 186"/>
                  <a:gd name="T4" fmla="*/ 42 w 299"/>
                  <a:gd name="T5" fmla="*/ 30 h 186"/>
                  <a:gd name="T6" fmla="*/ 12 w 299"/>
                  <a:gd name="T7" fmla="*/ 54 h 186"/>
                  <a:gd name="T8" fmla="*/ 6 w 299"/>
                  <a:gd name="T9" fmla="*/ 72 h 186"/>
                  <a:gd name="T10" fmla="*/ 0 w 299"/>
                  <a:gd name="T11" fmla="*/ 90 h 186"/>
                  <a:gd name="T12" fmla="*/ 6 w 299"/>
                  <a:gd name="T13" fmla="*/ 108 h 186"/>
                  <a:gd name="T14" fmla="*/ 12 w 299"/>
                  <a:gd name="T15" fmla="*/ 126 h 186"/>
                  <a:gd name="T16" fmla="*/ 42 w 299"/>
                  <a:gd name="T17" fmla="*/ 156 h 186"/>
                  <a:gd name="T18" fmla="*/ 90 w 299"/>
                  <a:gd name="T19" fmla="*/ 180 h 186"/>
                  <a:gd name="T20" fmla="*/ 150 w 299"/>
                  <a:gd name="T21" fmla="*/ 186 h 186"/>
                  <a:gd name="T22" fmla="*/ 209 w 299"/>
                  <a:gd name="T23" fmla="*/ 180 h 186"/>
                  <a:gd name="T24" fmla="*/ 257 w 299"/>
                  <a:gd name="T25" fmla="*/ 156 h 186"/>
                  <a:gd name="T26" fmla="*/ 287 w 299"/>
                  <a:gd name="T27" fmla="*/ 126 h 186"/>
                  <a:gd name="T28" fmla="*/ 299 w 299"/>
                  <a:gd name="T29" fmla="*/ 108 h 186"/>
                  <a:gd name="T30" fmla="*/ 299 w 299"/>
                  <a:gd name="T31" fmla="*/ 90 h 186"/>
                  <a:gd name="T32" fmla="*/ 299 w 299"/>
                  <a:gd name="T33" fmla="*/ 72 h 186"/>
                  <a:gd name="T34" fmla="*/ 287 w 299"/>
                  <a:gd name="T35" fmla="*/ 54 h 186"/>
                  <a:gd name="T36" fmla="*/ 257 w 299"/>
                  <a:gd name="T37" fmla="*/ 30 h 186"/>
                  <a:gd name="T38" fmla="*/ 209 w 299"/>
                  <a:gd name="T39" fmla="*/ 6 h 186"/>
                  <a:gd name="T40" fmla="*/ 150 w 299"/>
                  <a:gd name="T41" fmla="*/ 0 h 186"/>
                  <a:gd name="T42" fmla="*/ 150 w 299"/>
                  <a:gd name="T43" fmla="*/ 0 h 186"/>
                  <a:gd name="T44" fmla="*/ 150 w 299"/>
                  <a:gd name="T45" fmla="*/ 180 h 186"/>
                  <a:gd name="T46" fmla="*/ 96 w 299"/>
                  <a:gd name="T47" fmla="*/ 174 h 186"/>
                  <a:gd name="T48" fmla="*/ 48 w 299"/>
                  <a:gd name="T49" fmla="*/ 156 h 186"/>
                  <a:gd name="T50" fmla="*/ 18 w 299"/>
                  <a:gd name="T51" fmla="*/ 126 h 186"/>
                  <a:gd name="T52" fmla="*/ 12 w 299"/>
                  <a:gd name="T53" fmla="*/ 108 h 186"/>
                  <a:gd name="T54" fmla="*/ 6 w 299"/>
                  <a:gd name="T55" fmla="*/ 90 h 186"/>
                  <a:gd name="T56" fmla="*/ 12 w 299"/>
                  <a:gd name="T57" fmla="*/ 72 h 186"/>
                  <a:gd name="T58" fmla="*/ 18 w 299"/>
                  <a:gd name="T59" fmla="*/ 54 h 186"/>
                  <a:gd name="T60" fmla="*/ 48 w 299"/>
                  <a:gd name="T61" fmla="*/ 30 h 186"/>
                  <a:gd name="T62" fmla="*/ 96 w 299"/>
                  <a:gd name="T63" fmla="*/ 12 h 186"/>
                  <a:gd name="T64" fmla="*/ 150 w 299"/>
                  <a:gd name="T65" fmla="*/ 6 h 186"/>
                  <a:gd name="T66" fmla="*/ 203 w 299"/>
                  <a:gd name="T67" fmla="*/ 12 h 186"/>
                  <a:gd name="T68" fmla="*/ 251 w 299"/>
                  <a:gd name="T69" fmla="*/ 30 h 186"/>
                  <a:gd name="T70" fmla="*/ 281 w 299"/>
                  <a:gd name="T71" fmla="*/ 54 h 186"/>
                  <a:gd name="T72" fmla="*/ 293 w 299"/>
                  <a:gd name="T73" fmla="*/ 72 h 186"/>
                  <a:gd name="T74" fmla="*/ 293 w 299"/>
                  <a:gd name="T75" fmla="*/ 90 h 186"/>
                  <a:gd name="T76" fmla="*/ 293 w 299"/>
                  <a:gd name="T77" fmla="*/ 108 h 186"/>
                  <a:gd name="T78" fmla="*/ 281 w 299"/>
                  <a:gd name="T79" fmla="*/ 126 h 186"/>
                  <a:gd name="T80" fmla="*/ 251 w 299"/>
                  <a:gd name="T81" fmla="*/ 156 h 186"/>
                  <a:gd name="T82" fmla="*/ 203 w 299"/>
                  <a:gd name="T83" fmla="*/ 174 h 186"/>
                  <a:gd name="T84" fmla="*/ 150 w 299"/>
                  <a:gd name="T85" fmla="*/ 180 h 186"/>
                  <a:gd name="T86" fmla="*/ 150 w 299"/>
                  <a:gd name="T87" fmla="*/ 180 h 1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33" name="Oval 53">
                <a:extLst>
                  <a:ext uri="{FF2B5EF4-FFF2-40B4-BE49-F238E27FC236}">
                    <a16:creationId xmlns:a16="http://schemas.microsoft.com/office/drawing/2014/main" id="{8AF8F2B3-A1A4-4942-AF14-2FFA8F2E5E93}"/>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th-TH"/>
              </a:p>
            </p:txBody>
          </p:sp>
          <p:grpSp>
            <p:nvGrpSpPr>
              <p:cNvPr id="1075" name="Group 54">
                <a:extLst>
                  <a:ext uri="{FF2B5EF4-FFF2-40B4-BE49-F238E27FC236}">
                    <a16:creationId xmlns:a16="http://schemas.microsoft.com/office/drawing/2014/main" id="{1196ED30-A565-42DD-85A6-D98A86CB06AB}"/>
                  </a:ext>
                </a:extLst>
              </p:cNvPr>
              <p:cNvGrpSpPr>
                <a:grpSpLocks/>
              </p:cNvGrpSpPr>
              <p:nvPr userDrawn="1"/>
            </p:nvGrpSpPr>
            <p:grpSpPr bwMode="auto">
              <a:xfrm>
                <a:off x="4546" y="3608"/>
                <a:ext cx="518" cy="319"/>
                <a:chOff x="4546" y="3608"/>
                <a:chExt cx="518" cy="319"/>
              </a:xfrm>
            </p:grpSpPr>
            <p:sp>
              <p:nvSpPr>
                <p:cNvPr id="71735" name="Oval 55">
                  <a:extLst>
                    <a:ext uri="{FF2B5EF4-FFF2-40B4-BE49-F238E27FC236}">
                      <a16:creationId xmlns:a16="http://schemas.microsoft.com/office/drawing/2014/main" id="{B00A5C74-B4ED-4459-BADF-8216016BBCDA}"/>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eaLnBrk="1" hangingPunct="1">
                    <a:defRPr/>
                  </a:pPr>
                  <a:endParaRPr lang="th-TH"/>
                </a:p>
              </p:txBody>
            </p:sp>
            <p:sp>
              <p:nvSpPr>
                <p:cNvPr id="71736" name="Oval 56">
                  <a:extLst>
                    <a:ext uri="{FF2B5EF4-FFF2-40B4-BE49-F238E27FC236}">
                      <a16:creationId xmlns:a16="http://schemas.microsoft.com/office/drawing/2014/main" id="{8949598C-F6C4-4A7C-BE86-F3EF64275BAF}"/>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737" name="Oval 57">
                  <a:extLst>
                    <a:ext uri="{FF2B5EF4-FFF2-40B4-BE49-F238E27FC236}">
                      <a16:creationId xmlns:a16="http://schemas.microsoft.com/office/drawing/2014/main" id="{E377A2FC-0124-4208-B533-364ABA0815F5}"/>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71738" name="Oval 58">
                  <a:extLst>
                    <a:ext uri="{FF2B5EF4-FFF2-40B4-BE49-F238E27FC236}">
                      <a16:creationId xmlns:a16="http://schemas.microsoft.com/office/drawing/2014/main" id="{1C850195-5129-4FA3-BF2E-854072203078}"/>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th-TH"/>
                </a:p>
              </p:txBody>
            </p:sp>
            <p:sp>
              <p:nvSpPr>
                <p:cNvPr id="71739" name="Oval 59">
                  <a:extLst>
                    <a:ext uri="{FF2B5EF4-FFF2-40B4-BE49-F238E27FC236}">
                      <a16:creationId xmlns:a16="http://schemas.microsoft.com/office/drawing/2014/main" id="{D7B74D13-37E7-472F-A203-3DEA77F7182D}"/>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th-TH"/>
                </a:p>
              </p:txBody>
            </p:sp>
            <p:sp>
              <p:nvSpPr>
                <p:cNvPr id="71740" name="Oval 60">
                  <a:extLst>
                    <a:ext uri="{FF2B5EF4-FFF2-40B4-BE49-F238E27FC236}">
                      <a16:creationId xmlns:a16="http://schemas.microsoft.com/office/drawing/2014/main" id="{3E5A974D-95AE-456A-9CF8-76269128F7FE}"/>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th-TH"/>
                </a:p>
              </p:txBody>
            </p:sp>
          </p:grpSp>
          <p:grpSp>
            <p:nvGrpSpPr>
              <p:cNvPr id="1076" name="Group 61">
                <a:extLst>
                  <a:ext uri="{FF2B5EF4-FFF2-40B4-BE49-F238E27FC236}">
                    <a16:creationId xmlns:a16="http://schemas.microsoft.com/office/drawing/2014/main" id="{470A5747-3F5F-43C2-8443-47163B6DA49C}"/>
                  </a:ext>
                </a:extLst>
              </p:cNvPr>
              <p:cNvGrpSpPr>
                <a:grpSpLocks/>
              </p:cNvGrpSpPr>
              <p:nvPr userDrawn="1"/>
            </p:nvGrpSpPr>
            <p:grpSpPr bwMode="auto">
              <a:xfrm>
                <a:off x="5381" y="3085"/>
                <a:ext cx="227" cy="132"/>
                <a:chOff x="5381" y="3085"/>
                <a:chExt cx="227" cy="132"/>
              </a:xfrm>
            </p:grpSpPr>
            <p:sp>
              <p:nvSpPr>
                <p:cNvPr id="1077" name="Oval 62">
                  <a:extLst>
                    <a:ext uri="{FF2B5EF4-FFF2-40B4-BE49-F238E27FC236}">
                      <a16:creationId xmlns:a16="http://schemas.microsoft.com/office/drawing/2014/main" id="{C1F4A011-61A6-46FE-9B9A-C2CD8831551D}"/>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sp>
              <p:nvSpPr>
                <p:cNvPr id="1078" name="Oval 63">
                  <a:extLst>
                    <a:ext uri="{FF2B5EF4-FFF2-40B4-BE49-F238E27FC236}">
                      <a16:creationId xmlns:a16="http://schemas.microsoft.com/office/drawing/2014/main" id="{91A40CF2-5839-49CF-8A63-ADD269DFE198}"/>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sp>
              <p:nvSpPr>
                <p:cNvPr id="1079" name="Oval 64">
                  <a:extLst>
                    <a:ext uri="{FF2B5EF4-FFF2-40B4-BE49-F238E27FC236}">
                      <a16:creationId xmlns:a16="http://schemas.microsoft.com/office/drawing/2014/main" id="{9301AB6F-97A8-45D4-B405-A6D14FCA5B28}"/>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sp>
              <p:nvSpPr>
                <p:cNvPr id="1080" name="Oval 65">
                  <a:extLst>
                    <a:ext uri="{FF2B5EF4-FFF2-40B4-BE49-F238E27FC236}">
                      <a16:creationId xmlns:a16="http://schemas.microsoft.com/office/drawing/2014/main" id="{EDE7C192-B0AC-481B-9E95-E9F70BC7881C}"/>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th-TH" altLang="en-US"/>
                </a:p>
              </p:txBody>
            </p:sp>
          </p:grpSp>
        </p:grpSp>
      </p:grpSp>
      <p:sp>
        <p:nvSpPr>
          <p:cNvPr id="71746" name="Rectangle 66">
            <a:extLst>
              <a:ext uri="{FF2B5EF4-FFF2-40B4-BE49-F238E27FC236}">
                <a16:creationId xmlns:a16="http://schemas.microsoft.com/office/drawing/2014/main" id="{6C02AB45-8122-45AB-88B3-9A6A4DC6BC27}"/>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1747" name="Rectangle 67">
            <a:extLst>
              <a:ext uri="{FF2B5EF4-FFF2-40B4-BE49-F238E27FC236}">
                <a16:creationId xmlns:a16="http://schemas.microsoft.com/office/drawing/2014/main" id="{C18F5769-B6C3-4F1C-9FC1-FD5FF0443FC6}"/>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defRPr>
            </a:lvl1pPr>
          </a:lstStyle>
          <a:p>
            <a:pPr>
              <a:defRPr/>
            </a:pPr>
            <a:endParaRPr lang="en-US"/>
          </a:p>
        </p:txBody>
      </p:sp>
      <p:sp>
        <p:nvSpPr>
          <p:cNvPr id="71748" name="Rectangle 68">
            <a:extLst>
              <a:ext uri="{FF2B5EF4-FFF2-40B4-BE49-F238E27FC236}">
                <a16:creationId xmlns:a16="http://schemas.microsoft.com/office/drawing/2014/main" id="{9A4CC571-5908-4C11-991E-ED22FEF399B0}"/>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defRPr>
            </a:lvl1pPr>
          </a:lstStyle>
          <a:p>
            <a:pPr>
              <a:defRPr/>
            </a:pPr>
            <a:endParaRPr lang="en-US"/>
          </a:p>
        </p:txBody>
      </p:sp>
      <p:sp>
        <p:nvSpPr>
          <p:cNvPr id="71749" name="Rectangle 69">
            <a:extLst>
              <a:ext uri="{FF2B5EF4-FFF2-40B4-BE49-F238E27FC236}">
                <a16:creationId xmlns:a16="http://schemas.microsoft.com/office/drawing/2014/main" id="{1654D416-C26B-4B4A-8393-C8BB664CE17D}"/>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effectLst>
                  <a:outerShdw blurRad="38100" dist="38100" dir="2700000" algn="tl">
                    <a:srgbClr val="000000"/>
                  </a:outerShdw>
                </a:effectLst>
              </a:defRPr>
            </a:lvl1pPr>
          </a:lstStyle>
          <a:p>
            <a:pPr>
              <a:defRPr/>
            </a:pPr>
            <a:fld id="{C28F3D7A-5C0E-4D8A-82D8-43C3FD36C598}" type="slidenum">
              <a:rPr lang="en-US" altLang="en-US"/>
              <a:pPr>
                <a:defRPr/>
              </a:pPr>
              <a:t>‹#›</a:t>
            </a:fld>
            <a:endParaRPr lang="en-US" altLang="en-US"/>
          </a:p>
        </p:txBody>
      </p:sp>
      <p:sp>
        <p:nvSpPr>
          <p:cNvPr id="71750" name="Rectangle 70">
            <a:extLst>
              <a:ext uri="{FF2B5EF4-FFF2-40B4-BE49-F238E27FC236}">
                <a16:creationId xmlns:a16="http://schemas.microsoft.com/office/drawing/2014/main" id="{B06B4695-4C8D-4383-82F7-CCF6135B8664}"/>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xilinx.github.io/Vitis_Libraries/security/2020.1/guide_L1/internals/cfb.html" TargetMode="External"/><Relationship Id="rId2" Type="http://schemas.openxmlformats.org/officeDocument/2006/relationships/hyperlink" Target="https://www.cisco.com/c/en/us/td/docs/wireless/asr_5000/20/CLI/books/I-Q/20_I-Q_CLI-Reference/20_I-Q_CLI-Reference_chapter_01000.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a:extLst>
              <a:ext uri="{FF2B5EF4-FFF2-40B4-BE49-F238E27FC236}">
                <a16:creationId xmlns:a16="http://schemas.microsoft.com/office/drawing/2014/main" id="{2A65CF44-C54F-44A7-BAF5-E4AB803F418C}"/>
              </a:ext>
            </a:extLst>
          </p:cNvPr>
          <p:cNvSpPr>
            <a:spLocks noGrp="1" noChangeArrowheads="1"/>
          </p:cNvSpPr>
          <p:nvPr>
            <p:ph type="ctrTitle"/>
          </p:nvPr>
        </p:nvSpPr>
        <p:spPr>
          <a:xfrm>
            <a:off x="838200" y="457200"/>
            <a:ext cx="7848600" cy="2765425"/>
          </a:xfrm>
        </p:spPr>
        <p:txBody>
          <a:bodyPr/>
          <a:lstStyle/>
          <a:p>
            <a:pPr eaLnBrk="1" hangingPunct="1">
              <a:defRPr/>
            </a:pPr>
            <a:r>
              <a:rPr lang="en-US"/>
              <a:t>Cryptography and Network Security</a:t>
            </a:r>
            <a:br>
              <a:rPr lang="en-US"/>
            </a:br>
            <a:r>
              <a:rPr lang="en-US"/>
              <a:t>Chapter 6</a:t>
            </a:r>
            <a:endParaRPr lang="en-AU"/>
          </a:p>
        </p:txBody>
      </p:sp>
      <p:sp>
        <p:nvSpPr>
          <p:cNvPr id="7" name="Rectangle 2">
            <a:extLst>
              <a:ext uri="{FF2B5EF4-FFF2-40B4-BE49-F238E27FC236}">
                <a16:creationId xmlns:a16="http://schemas.microsoft.com/office/drawing/2014/main" id="{6774992A-49A0-41D6-9DC0-FC5662D6A13A}"/>
              </a:ext>
            </a:extLst>
          </p:cNvPr>
          <p:cNvSpPr txBox="1">
            <a:spLocks noChangeArrowheads="1"/>
          </p:cNvSpPr>
          <p:nvPr/>
        </p:nvSpPr>
        <p:spPr bwMode="black">
          <a:xfrm>
            <a:off x="323850" y="4076700"/>
            <a:ext cx="8569325" cy="2089150"/>
          </a:xfrm>
          <a:prstGeom prst="rect">
            <a:avLst/>
          </a:prstGeom>
          <a:noFill/>
          <a:ln w="9525">
            <a:noFill/>
            <a:miter lim="800000"/>
            <a:headEnd/>
            <a:tailEnd/>
          </a:ln>
          <a:effectLst/>
        </p:spPr>
        <p:txBody>
          <a:bodyPr anchor="b" anchorCtr="1"/>
          <a:lstStyle/>
          <a:p>
            <a:pPr algn="ctr" eaLnBrk="1" hangingPunct="1">
              <a:defRPr/>
            </a:pPr>
            <a:r>
              <a:rPr lang="en-AU" sz="4000" b="1" kern="0" dirty="0">
                <a:solidFill>
                  <a:schemeClr val="tx2"/>
                </a:solidFill>
                <a:effectLst>
                  <a:outerShdw blurRad="38100" dist="38100" dir="2700000" algn="tl">
                    <a:srgbClr val="000000"/>
                  </a:outerShdw>
                </a:effectLst>
                <a:latin typeface="+mj-lt"/>
                <a:ea typeface="+mj-ea"/>
                <a:cs typeface="+mj-cs"/>
              </a:rPr>
              <a:t>Contemporary Symmetric Ciphers</a:t>
            </a:r>
            <a:br>
              <a:rPr lang="en-AU" sz="4000" b="1" kern="0" dirty="0">
                <a:solidFill>
                  <a:schemeClr val="tx2"/>
                </a:solidFill>
                <a:effectLst>
                  <a:outerShdw blurRad="38100" dist="38100" dir="2700000" algn="tl">
                    <a:srgbClr val="000000"/>
                  </a:outerShdw>
                </a:effectLst>
                <a:latin typeface="+mj-lt"/>
                <a:ea typeface="+mj-ea"/>
                <a:cs typeface="+mj-cs"/>
              </a:rPr>
            </a:br>
            <a:endParaRPr lang="en-AU" sz="4000" b="1" kern="0" dirty="0">
              <a:solidFill>
                <a:schemeClr val="tx2"/>
              </a:solidFill>
              <a:effectLst>
                <a:outerShdw blurRad="38100" dist="38100" dir="2700000" algn="tl">
                  <a:srgbClr val="000000"/>
                </a:outerShdw>
              </a:effectLst>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AE14F98-37CD-4603-92C6-5B0527C28237}"/>
              </a:ext>
            </a:extLst>
          </p:cNvPr>
          <p:cNvSpPr>
            <a:spLocks noGrp="1" noChangeArrowheads="1"/>
          </p:cNvSpPr>
          <p:nvPr>
            <p:ph type="title"/>
          </p:nvPr>
        </p:nvSpPr>
        <p:spPr/>
        <p:txBody>
          <a:bodyPr/>
          <a:lstStyle/>
          <a:p>
            <a:pPr eaLnBrk="1" hangingPunct="1">
              <a:defRPr/>
            </a:pPr>
            <a:r>
              <a:rPr lang="en-US"/>
              <a:t>Multiple Encryption &amp; DES</a:t>
            </a:r>
            <a:endParaRPr lang="en-AU"/>
          </a:p>
        </p:txBody>
      </p:sp>
      <p:sp>
        <p:nvSpPr>
          <p:cNvPr id="46083" name="Rectangle 3">
            <a:extLst>
              <a:ext uri="{FF2B5EF4-FFF2-40B4-BE49-F238E27FC236}">
                <a16:creationId xmlns:a16="http://schemas.microsoft.com/office/drawing/2014/main" id="{516FCEFA-E939-4357-BEB4-E0262DA9968A}"/>
              </a:ext>
            </a:extLst>
          </p:cNvPr>
          <p:cNvSpPr>
            <a:spLocks noGrp="1" noChangeArrowheads="1"/>
          </p:cNvSpPr>
          <p:nvPr>
            <p:ph type="body" idx="1"/>
          </p:nvPr>
        </p:nvSpPr>
        <p:spPr/>
        <p:txBody>
          <a:bodyPr/>
          <a:lstStyle/>
          <a:p>
            <a:pPr eaLnBrk="1" hangingPunct="1">
              <a:defRPr/>
            </a:pPr>
            <a:r>
              <a:rPr lang="en-AU"/>
              <a:t>clear a replacement for DES was needed</a:t>
            </a:r>
          </a:p>
          <a:p>
            <a:pPr lvl="1" eaLnBrk="1" hangingPunct="1">
              <a:defRPr/>
            </a:pPr>
            <a:r>
              <a:rPr lang="en-US"/>
              <a:t>theoretical attacks that can break it</a:t>
            </a:r>
          </a:p>
          <a:p>
            <a:pPr lvl="1" eaLnBrk="1" hangingPunct="1">
              <a:defRPr/>
            </a:pPr>
            <a:r>
              <a:rPr lang="en-US"/>
              <a:t>demonstrated exhaustive key search attacks</a:t>
            </a:r>
            <a:endParaRPr lang="en-AU"/>
          </a:p>
          <a:p>
            <a:pPr eaLnBrk="1" hangingPunct="1">
              <a:defRPr/>
            </a:pPr>
            <a:r>
              <a:rPr lang="en-AU"/>
              <a:t>AES is a new cipher alternative</a:t>
            </a:r>
          </a:p>
          <a:p>
            <a:pPr eaLnBrk="1" hangingPunct="1">
              <a:defRPr/>
            </a:pPr>
            <a:r>
              <a:rPr lang="en-US"/>
              <a:t>prior to this alternative was to use multiple encryption with DES implementations</a:t>
            </a:r>
          </a:p>
          <a:p>
            <a:pPr eaLnBrk="1" hangingPunct="1">
              <a:defRPr/>
            </a:pPr>
            <a:r>
              <a:rPr lang="en-US"/>
              <a:t>Triple-DES is the chosen form</a:t>
            </a:r>
            <a:endParaRPr lang="en-A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C88C1D5-C57C-40A1-BA23-066DC5047335}"/>
              </a:ext>
            </a:extLst>
          </p:cNvPr>
          <p:cNvSpPr>
            <a:spLocks noGrp="1" noChangeArrowheads="1"/>
          </p:cNvSpPr>
          <p:nvPr>
            <p:ph type="title"/>
          </p:nvPr>
        </p:nvSpPr>
        <p:spPr/>
        <p:txBody>
          <a:bodyPr/>
          <a:lstStyle/>
          <a:p>
            <a:pPr eaLnBrk="1" hangingPunct="1">
              <a:defRPr/>
            </a:pPr>
            <a:r>
              <a:rPr lang="en-US"/>
              <a:t>Double-DES?</a:t>
            </a:r>
            <a:endParaRPr lang="en-AU"/>
          </a:p>
        </p:txBody>
      </p:sp>
      <p:sp>
        <p:nvSpPr>
          <p:cNvPr id="47107" name="Rectangle 3">
            <a:extLst>
              <a:ext uri="{FF2B5EF4-FFF2-40B4-BE49-F238E27FC236}">
                <a16:creationId xmlns:a16="http://schemas.microsoft.com/office/drawing/2014/main" id="{2CD9BF9B-FC14-432B-80E2-96F7810A4D34}"/>
              </a:ext>
            </a:extLst>
          </p:cNvPr>
          <p:cNvSpPr>
            <a:spLocks noGrp="1" noChangeArrowheads="1"/>
          </p:cNvSpPr>
          <p:nvPr>
            <p:ph type="body" idx="1"/>
          </p:nvPr>
        </p:nvSpPr>
        <p:spPr>
          <a:xfrm>
            <a:off x="457200" y="1676400"/>
            <a:ext cx="8229600" cy="4953000"/>
          </a:xfrm>
        </p:spPr>
        <p:txBody>
          <a:bodyPr/>
          <a:lstStyle/>
          <a:p>
            <a:pPr eaLnBrk="1" hangingPunct="1">
              <a:defRPr/>
            </a:pPr>
            <a:r>
              <a:rPr lang="en-US" dirty="0"/>
              <a:t>could use 2-DES encrypts on each block</a:t>
            </a:r>
          </a:p>
          <a:p>
            <a:pPr lvl="1" eaLnBrk="1" hangingPunct="1">
              <a:defRPr/>
            </a:pPr>
            <a:r>
              <a:rPr lang="en-US" dirty="0">
                <a:latin typeface="Courier New" pitchFamily="49" charset="0"/>
              </a:rPr>
              <a:t>C = E</a:t>
            </a:r>
            <a:r>
              <a:rPr lang="en-US" baseline="-25000" dirty="0">
                <a:latin typeface="Courier New" pitchFamily="49" charset="0"/>
              </a:rPr>
              <a:t>K2</a:t>
            </a:r>
            <a:r>
              <a:rPr lang="en-US" dirty="0">
                <a:latin typeface="Courier New" pitchFamily="49" charset="0"/>
              </a:rPr>
              <a:t>(E</a:t>
            </a:r>
            <a:r>
              <a:rPr lang="en-US" baseline="-25000" dirty="0">
                <a:latin typeface="Courier New" pitchFamily="49" charset="0"/>
              </a:rPr>
              <a:t>K1</a:t>
            </a:r>
            <a:r>
              <a:rPr lang="en-US" dirty="0">
                <a:latin typeface="Courier New" pitchFamily="49" charset="0"/>
              </a:rPr>
              <a:t>(P))</a:t>
            </a:r>
            <a:endParaRPr lang="en-US" dirty="0"/>
          </a:p>
          <a:p>
            <a:pPr eaLnBrk="1" hangingPunct="1">
              <a:defRPr/>
            </a:pPr>
            <a:r>
              <a:rPr lang="en-US" dirty="0"/>
              <a:t>issue of reduction to single stage</a:t>
            </a:r>
          </a:p>
          <a:p>
            <a:pPr eaLnBrk="1" hangingPunct="1">
              <a:defRPr/>
            </a:pPr>
            <a:r>
              <a:rPr lang="en-US" dirty="0"/>
              <a:t>and have “meet-in-the-middle” attack</a:t>
            </a:r>
          </a:p>
          <a:p>
            <a:pPr lvl="1" eaLnBrk="1" hangingPunct="1">
              <a:defRPr/>
            </a:pPr>
            <a:r>
              <a:rPr lang="en-US" dirty="0"/>
              <a:t>works whenever use a cipher twice</a:t>
            </a:r>
          </a:p>
          <a:p>
            <a:pPr lvl="1" eaLnBrk="1" hangingPunct="1">
              <a:defRPr/>
            </a:pPr>
            <a:r>
              <a:rPr lang="en-US" dirty="0"/>
              <a:t>since </a:t>
            </a:r>
            <a:r>
              <a:rPr lang="en-US" dirty="0">
                <a:latin typeface="Courier New" pitchFamily="49" charset="0"/>
              </a:rPr>
              <a:t>X = E</a:t>
            </a:r>
            <a:r>
              <a:rPr lang="en-US" baseline="-25000" dirty="0">
                <a:latin typeface="Courier New" pitchFamily="49" charset="0"/>
              </a:rPr>
              <a:t>K1</a:t>
            </a:r>
            <a:r>
              <a:rPr lang="en-US" dirty="0">
                <a:latin typeface="Courier New" pitchFamily="49" charset="0"/>
              </a:rPr>
              <a:t>(P) = D</a:t>
            </a:r>
            <a:r>
              <a:rPr lang="en-US" baseline="-25000" dirty="0">
                <a:latin typeface="Courier New" pitchFamily="49" charset="0"/>
              </a:rPr>
              <a:t>K2</a:t>
            </a:r>
            <a:r>
              <a:rPr lang="en-US" dirty="0">
                <a:latin typeface="Courier New" pitchFamily="49" charset="0"/>
              </a:rPr>
              <a:t>(C)</a:t>
            </a:r>
          </a:p>
          <a:p>
            <a:pPr lvl="1" eaLnBrk="1" hangingPunct="1">
              <a:defRPr/>
            </a:pPr>
            <a:r>
              <a:rPr lang="en-US" dirty="0"/>
              <a:t>attack by encrypting P with all keys and store</a:t>
            </a:r>
          </a:p>
          <a:p>
            <a:pPr lvl="1" eaLnBrk="1" hangingPunct="1">
              <a:defRPr/>
            </a:pPr>
            <a:r>
              <a:rPr lang="en-US" dirty="0"/>
              <a:t>then decrypt C with keys and match X value</a:t>
            </a:r>
          </a:p>
          <a:p>
            <a:pPr lvl="1" eaLnBrk="1" hangingPunct="1">
              <a:defRPr/>
            </a:pPr>
            <a:r>
              <a:rPr lang="en-US" dirty="0"/>
              <a:t>can show takes </a:t>
            </a:r>
            <a:r>
              <a:rPr lang="en-US" dirty="0">
                <a:latin typeface="Courier New" pitchFamily="49" charset="0"/>
              </a:rPr>
              <a:t>O(2</a:t>
            </a:r>
            <a:r>
              <a:rPr lang="en-US" baseline="30000" dirty="0">
                <a:latin typeface="Courier New" pitchFamily="49" charset="0"/>
              </a:rPr>
              <a:t>56</a:t>
            </a:r>
            <a:r>
              <a:rPr lang="en-US" dirty="0">
                <a:latin typeface="Courier New" pitchFamily="49" charset="0"/>
              </a:rPr>
              <a:t>)</a:t>
            </a:r>
            <a:r>
              <a:rPr lang="en-US" dirty="0"/>
              <a:t> steps</a:t>
            </a:r>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F238EE4-B082-4DEE-BAD4-FE19699E1866}"/>
              </a:ext>
            </a:extLst>
          </p:cNvPr>
          <p:cNvSpPr>
            <a:spLocks noGrp="1" noChangeArrowheads="1"/>
          </p:cNvSpPr>
          <p:nvPr>
            <p:ph type="title"/>
          </p:nvPr>
        </p:nvSpPr>
        <p:spPr/>
        <p:txBody>
          <a:bodyPr/>
          <a:lstStyle/>
          <a:p>
            <a:pPr eaLnBrk="1" hangingPunct="1">
              <a:defRPr/>
            </a:pPr>
            <a:r>
              <a:rPr lang="en-US"/>
              <a:t>Triple-DES with Two-Keys</a:t>
            </a:r>
            <a:endParaRPr lang="en-AU"/>
          </a:p>
        </p:txBody>
      </p:sp>
      <p:sp>
        <p:nvSpPr>
          <p:cNvPr id="48131" name="Rectangle 3">
            <a:extLst>
              <a:ext uri="{FF2B5EF4-FFF2-40B4-BE49-F238E27FC236}">
                <a16:creationId xmlns:a16="http://schemas.microsoft.com/office/drawing/2014/main" id="{4723FD19-8427-4F35-A003-78CDE31FCD88}"/>
              </a:ext>
            </a:extLst>
          </p:cNvPr>
          <p:cNvSpPr>
            <a:spLocks noGrp="1" noChangeArrowheads="1"/>
          </p:cNvSpPr>
          <p:nvPr>
            <p:ph type="body" idx="1"/>
          </p:nvPr>
        </p:nvSpPr>
        <p:spPr>
          <a:xfrm>
            <a:off x="457200" y="1676400"/>
            <a:ext cx="8229600" cy="4876800"/>
          </a:xfrm>
        </p:spPr>
        <p:txBody>
          <a:bodyPr/>
          <a:lstStyle/>
          <a:p>
            <a:pPr eaLnBrk="1" hangingPunct="1">
              <a:lnSpc>
                <a:spcPct val="90000"/>
              </a:lnSpc>
              <a:defRPr/>
            </a:pPr>
            <a:r>
              <a:rPr lang="en-US" dirty="0"/>
              <a:t>hence must use 3 encryptions</a:t>
            </a:r>
          </a:p>
          <a:p>
            <a:pPr lvl="1" eaLnBrk="1" hangingPunct="1">
              <a:lnSpc>
                <a:spcPct val="90000"/>
              </a:lnSpc>
              <a:defRPr/>
            </a:pPr>
            <a:r>
              <a:rPr lang="en-US" dirty="0"/>
              <a:t>would seem to need 3 distinct keys</a:t>
            </a:r>
          </a:p>
          <a:p>
            <a:pPr eaLnBrk="1" hangingPunct="1">
              <a:lnSpc>
                <a:spcPct val="90000"/>
              </a:lnSpc>
              <a:defRPr/>
            </a:pPr>
            <a:r>
              <a:rPr lang="en-US" dirty="0"/>
              <a:t>but can use 2 keys with E-D-E sequence</a:t>
            </a:r>
          </a:p>
          <a:p>
            <a:pPr lvl="1" eaLnBrk="1" hangingPunct="1">
              <a:lnSpc>
                <a:spcPct val="90000"/>
              </a:lnSpc>
              <a:defRPr/>
            </a:pPr>
            <a:r>
              <a:rPr lang="en-US" dirty="0">
                <a:latin typeface="Courier New" pitchFamily="49" charset="0"/>
              </a:rPr>
              <a:t>C = E</a:t>
            </a:r>
            <a:r>
              <a:rPr lang="en-US" baseline="-25000" dirty="0">
                <a:latin typeface="Courier New" pitchFamily="49" charset="0"/>
              </a:rPr>
              <a:t>K1</a:t>
            </a:r>
            <a:r>
              <a:rPr lang="en-US" dirty="0">
                <a:latin typeface="Courier New" pitchFamily="49" charset="0"/>
              </a:rPr>
              <a:t>(D</a:t>
            </a:r>
            <a:r>
              <a:rPr lang="en-US" baseline="-25000" dirty="0">
                <a:latin typeface="Courier New" pitchFamily="49" charset="0"/>
              </a:rPr>
              <a:t>K2</a:t>
            </a:r>
            <a:r>
              <a:rPr lang="en-US" dirty="0">
                <a:latin typeface="Courier New" pitchFamily="49" charset="0"/>
              </a:rPr>
              <a:t>(E</a:t>
            </a:r>
            <a:r>
              <a:rPr lang="en-US" baseline="-25000" dirty="0">
                <a:latin typeface="Courier New" pitchFamily="49" charset="0"/>
              </a:rPr>
              <a:t>K1</a:t>
            </a:r>
            <a:r>
              <a:rPr lang="en-US" dirty="0">
                <a:latin typeface="Courier New" pitchFamily="49" charset="0"/>
              </a:rPr>
              <a:t>(P)))</a:t>
            </a:r>
            <a:endParaRPr lang="en-US" dirty="0"/>
          </a:p>
          <a:p>
            <a:pPr lvl="1" eaLnBrk="1" hangingPunct="1">
              <a:lnSpc>
                <a:spcPct val="90000"/>
              </a:lnSpc>
              <a:defRPr/>
            </a:pPr>
            <a:r>
              <a:rPr lang="en-US" dirty="0" err="1"/>
              <a:t>nb</a:t>
            </a:r>
            <a:r>
              <a:rPr lang="en-US" dirty="0"/>
              <a:t> encrypt &amp; decrypt equivalent in security</a:t>
            </a:r>
          </a:p>
          <a:p>
            <a:pPr lvl="1" eaLnBrk="1" hangingPunct="1">
              <a:lnSpc>
                <a:spcPct val="90000"/>
              </a:lnSpc>
              <a:defRPr/>
            </a:pPr>
            <a:r>
              <a:rPr lang="en-US" dirty="0"/>
              <a:t>if </a:t>
            </a:r>
            <a:r>
              <a:rPr lang="en-US" dirty="0">
                <a:latin typeface="Courier New" pitchFamily="49" charset="0"/>
              </a:rPr>
              <a:t>K1=K2</a:t>
            </a:r>
            <a:r>
              <a:rPr lang="en-US" dirty="0"/>
              <a:t> then can work with single DES</a:t>
            </a:r>
          </a:p>
          <a:p>
            <a:pPr eaLnBrk="1" hangingPunct="1">
              <a:lnSpc>
                <a:spcPct val="90000"/>
              </a:lnSpc>
              <a:defRPr/>
            </a:pPr>
            <a:r>
              <a:rPr lang="en-US" dirty="0"/>
              <a:t>standardized in ANSI X9.17 &amp; ISO8732</a:t>
            </a:r>
          </a:p>
          <a:p>
            <a:pPr eaLnBrk="1" hangingPunct="1">
              <a:lnSpc>
                <a:spcPct val="90000"/>
              </a:lnSpc>
              <a:defRPr/>
            </a:pPr>
            <a:r>
              <a:rPr lang="en-US" dirty="0"/>
              <a:t>no current known practical attacks</a:t>
            </a:r>
          </a:p>
          <a:p>
            <a:pPr eaLnBrk="1" hangingPunct="1">
              <a:lnSpc>
                <a:spcPct val="90000"/>
              </a:lnSpc>
              <a:defRPr/>
            </a:pPr>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5BC1F622-EAA1-426E-98F5-60A48E745548}"/>
              </a:ext>
            </a:extLst>
          </p:cNvPr>
          <p:cNvSpPr>
            <a:spLocks noGrp="1" noChangeArrowheads="1"/>
          </p:cNvSpPr>
          <p:nvPr>
            <p:ph type="title"/>
          </p:nvPr>
        </p:nvSpPr>
        <p:spPr/>
        <p:txBody>
          <a:bodyPr/>
          <a:lstStyle/>
          <a:p>
            <a:pPr eaLnBrk="1" hangingPunct="1">
              <a:defRPr/>
            </a:pPr>
            <a:r>
              <a:rPr lang="en-US"/>
              <a:t>Triple-DES with Three-Keys</a:t>
            </a:r>
            <a:endParaRPr lang="en-AU"/>
          </a:p>
        </p:txBody>
      </p:sp>
      <p:sp>
        <p:nvSpPr>
          <p:cNvPr id="50179" name="Rectangle 3">
            <a:extLst>
              <a:ext uri="{FF2B5EF4-FFF2-40B4-BE49-F238E27FC236}">
                <a16:creationId xmlns:a16="http://schemas.microsoft.com/office/drawing/2014/main" id="{7276EAA0-384A-4B14-8599-A45103D023DB}"/>
              </a:ext>
            </a:extLst>
          </p:cNvPr>
          <p:cNvSpPr>
            <a:spLocks noGrp="1" noChangeArrowheads="1"/>
          </p:cNvSpPr>
          <p:nvPr>
            <p:ph type="body" idx="1"/>
          </p:nvPr>
        </p:nvSpPr>
        <p:spPr/>
        <p:txBody>
          <a:bodyPr/>
          <a:lstStyle/>
          <a:p>
            <a:pPr eaLnBrk="1" hangingPunct="1">
              <a:defRPr/>
            </a:pPr>
            <a:r>
              <a:rPr lang="en-US"/>
              <a:t>although are no practical attacks on two-key Triple-DES have some indications</a:t>
            </a:r>
          </a:p>
          <a:p>
            <a:pPr eaLnBrk="1" hangingPunct="1">
              <a:defRPr/>
            </a:pPr>
            <a:r>
              <a:rPr lang="en-US"/>
              <a:t>can use Triple-DES with Three-Keys to avoid even these</a:t>
            </a:r>
          </a:p>
          <a:p>
            <a:pPr lvl="1" eaLnBrk="1" hangingPunct="1">
              <a:defRPr/>
            </a:pPr>
            <a:r>
              <a:rPr lang="en-US">
                <a:latin typeface="Courier New" pitchFamily="49" charset="0"/>
              </a:rPr>
              <a:t>C = E</a:t>
            </a:r>
            <a:r>
              <a:rPr lang="en-US" baseline="-25000">
                <a:latin typeface="Courier New" pitchFamily="49" charset="0"/>
              </a:rPr>
              <a:t>K3</a:t>
            </a:r>
            <a:r>
              <a:rPr lang="en-US">
                <a:latin typeface="Courier New" pitchFamily="49" charset="0"/>
              </a:rPr>
              <a:t>(D</a:t>
            </a:r>
            <a:r>
              <a:rPr lang="en-US" baseline="-25000">
                <a:latin typeface="Courier New" pitchFamily="49" charset="0"/>
              </a:rPr>
              <a:t>K2</a:t>
            </a:r>
            <a:r>
              <a:rPr lang="en-US">
                <a:latin typeface="Courier New" pitchFamily="49" charset="0"/>
              </a:rPr>
              <a:t>(E</a:t>
            </a:r>
            <a:r>
              <a:rPr lang="en-US" baseline="-25000">
                <a:latin typeface="Courier New" pitchFamily="49" charset="0"/>
              </a:rPr>
              <a:t>K1</a:t>
            </a:r>
            <a:r>
              <a:rPr lang="en-US">
                <a:latin typeface="Courier New" pitchFamily="49" charset="0"/>
              </a:rPr>
              <a:t>(P)))</a:t>
            </a:r>
            <a:endParaRPr lang="en-US"/>
          </a:p>
          <a:p>
            <a:pPr eaLnBrk="1" hangingPunct="1">
              <a:defRPr/>
            </a:pPr>
            <a:r>
              <a:rPr lang="en-US"/>
              <a:t>has been adopted by some Internet applications, eg PGP, S/MIME</a:t>
            </a:r>
            <a:endParaRPr lang="en-A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9FDD5D7-CD7B-42F7-9258-CD0A8E0EA75F}"/>
              </a:ext>
            </a:extLst>
          </p:cNvPr>
          <p:cNvSpPr>
            <a:spLocks noGrp="1" noChangeArrowheads="1"/>
          </p:cNvSpPr>
          <p:nvPr>
            <p:ph type="title"/>
          </p:nvPr>
        </p:nvSpPr>
        <p:spPr/>
        <p:txBody>
          <a:bodyPr/>
          <a:lstStyle/>
          <a:p>
            <a:pPr eaLnBrk="1" hangingPunct="1">
              <a:defRPr/>
            </a:pPr>
            <a:r>
              <a:rPr lang="en-US"/>
              <a:t>Modes of Operation</a:t>
            </a:r>
            <a:endParaRPr lang="en-AU"/>
          </a:p>
        </p:txBody>
      </p:sp>
      <p:sp>
        <p:nvSpPr>
          <p:cNvPr id="78851" name="Rectangle 3">
            <a:extLst>
              <a:ext uri="{FF2B5EF4-FFF2-40B4-BE49-F238E27FC236}">
                <a16:creationId xmlns:a16="http://schemas.microsoft.com/office/drawing/2014/main" id="{409FA74D-78E0-46C8-BBC3-F66F1296CE87}"/>
              </a:ext>
            </a:extLst>
          </p:cNvPr>
          <p:cNvSpPr>
            <a:spLocks noGrp="1" noChangeArrowheads="1"/>
          </p:cNvSpPr>
          <p:nvPr>
            <p:ph type="body" idx="1"/>
          </p:nvPr>
        </p:nvSpPr>
        <p:spPr>
          <a:xfrm>
            <a:off x="457200" y="1676400"/>
            <a:ext cx="8229600" cy="4876800"/>
          </a:xfrm>
        </p:spPr>
        <p:txBody>
          <a:bodyPr/>
          <a:lstStyle/>
          <a:p>
            <a:pPr eaLnBrk="1" hangingPunct="1">
              <a:defRPr/>
            </a:pPr>
            <a:r>
              <a:rPr lang="en-AU" dirty="0"/>
              <a:t>block ciphers encrypt fixed size blocks</a:t>
            </a:r>
          </a:p>
          <a:p>
            <a:pPr lvl="1" eaLnBrk="1" hangingPunct="1">
              <a:defRPr/>
            </a:pPr>
            <a:r>
              <a:rPr lang="en-AU" dirty="0" err="1"/>
              <a:t>eg.</a:t>
            </a:r>
            <a:r>
              <a:rPr lang="en-AU" dirty="0"/>
              <a:t> DES encrypts 64-bit blocks with 56-bit key </a:t>
            </a:r>
          </a:p>
          <a:p>
            <a:pPr eaLnBrk="1" hangingPunct="1">
              <a:defRPr/>
            </a:pPr>
            <a:r>
              <a:rPr lang="en-AU" dirty="0"/>
              <a:t>need some way to </a:t>
            </a:r>
            <a:r>
              <a:rPr lang="en-AU" dirty="0" err="1"/>
              <a:t>en</a:t>
            </a:r>
            <a:r>
              <a:rPr lang="en-AU" dirty="0"/>
              <a:t>/decrypt arbitrary amounts of data in practise</a:t>
            </a:r>
          </a:p>
          <a:p>
            <a:pPr eaLnBrk="1" hangingPunct="1">
              <a:defRPr/>
            </a:pPr>
            <a:r>
              <a:rPr lang="en-AU" b="1" dirty="0"/>
              <a:t>ANSI X3.106-1983 Modes of Use </a:t>
            </a:r>
            <a:r>
              <a:rPr lang="en-AU" dirty="0"/>
              <a:t>(now FIPS 81)</a:t>
            </a:r>
            <a:r>
              <a:rPr lang="en-AU" b="1" dirty="0"/>
              <a:t> </a:t>
            </a:r>
            <a:r>
              <a:rPr lang="en-AU" dirty="0"/>
              <a:t>defines 4 possible modes</a:t>
            </a:r>
            <a:endParaRPr lang="en-AU" b="1" dirty="0"/>
          </a:p>
          <a:p>
            <a:pPr eaLnBrk="1" hangingPunct="1">
              <a:defRPr/>
            </a:pPr>
            <a:r>
              <a:rPr lang="en-US" dirty="0"/>
              <a:t>subsequently 5 defined for AES &amp; DES</a:t>
            </a:r>
          </a:p>
          <a:p>
            <a:pPr eaLnBrk="1" hangingPunct="1">
              <a:defRPr/>
            </a:pPr>
            <a:r>
              <a:rPr lang="en-US" dirty="0"/>
              <a:t>have </a:t>
            </a:r>
            <a:r>
              <a:rPr lang="en-US" b="1" dirty="0"/>
              <a:t>block</a:t>
            </a:r>
            <a:r>
              <a:rPr lang="en-US" dirty="0"/>
              <a:t> and </a:t>
            </a:r>
            <a:r>
              <a:rPr lang="en-US" b="1" dirty="0"/>
              <a:t>stream</a:t>
            </a:r>
            <a:r>
              <a:rPr lang="en-US" dirty="0"/>
              <a:t> modes</a:t>
            </a:r>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26B9CDA-DC7F-470D-814E-D274F91E967E}"/>
              </a:ext>
            </a:extLst>
          </p:cNvPr>
          <p:cNvSpPr>
            <a:spLocks noGrp="1" noChangeArrowheads="1"/>
          </p:cNvSpPr>
          <p:nvPr>
            <p:ph type="title"/>
          </p:nvPr>
        </p:nvSpPr>
        <p:spPr/>
        <p:txBody>
          <a:bodyPr/>
          <a:lstStyle/>
          <a:p>
            <a:pPr eaLnBrk="1" hangingPunct="1">
              <a:defRPr/>
            </a:pPr>
            <a:r>
              <a:rPr lang="en-AU" sz="4000"/>
              <a:t>Electronic Codebook Book (ECB)</a:t>
            </a:r>
          </a:p>
        </p:txBody>
      </p:sp>
      <p:sp>
        <p:nvSpPr>
          <p:cNvPr id="80899" name="Rectangle 3">
            <a:extLst>
              <a:ext uri="{FF2B5EF4-FFF2-40B4-BE49-F238E27FC236}">
                <a16:creationId xmlns:a16="http://schemas.microsoft.com/office/drawing/2014/main" id="{28F56C7F-508F-4588-9026-575DB84C77C4}"/>
              </a:ext>
            </a:extLst>
          </p:cNvPr>
          <p:cNvSpPr>
            <a:spLocks noGrp="1" noChangeArrowheads="1"/>
          </p:cNvSpPr>
          <p:nvPr>
            <p:ph type="body" idx="1"/>
          </p:nvPr>
        </p:nvSpPr>
        <p:spPr>
          <a:xfrm>
            <a:off x="457200" y="1600200"/>
            <a:ext cx="8229600" cy="4852988"/>
          </a:xfrm>
        </p:spPr>
        <p:txBody>
          <a:bodyPr/>
          <a:lstStyle/>
          <a:p>
            <a:pPr eaLnBrk="1" hangingPunct="1">
              <a:defRPr/>
            </a:pPr>
            <a:r>
              <a:rPr lang="en-AU" dirty="0"/>
              <a:t>message is broken into independent blocks which are encrypted </a:t>
            </a:r>
          </a:p>
          <a:p>
            <a:pPr eaLnBrk="1" hangingPunct="1">
              <a:defRPr/>
            </a:pPr>
            <a:r>
              <a:rPr lang="en-AU" dirty="0"/>
              <a:t>each block is a value which is substituted, like a codebook, hence name </a:t>
            </a:r>
          </a:p>
          <a:p>
            <a:pPr eaLnBrk="1" hangingPunct="1">
              <a:defRPr/>
            </a:pPr>
            <a:r>
              <a:rPr lang="en-AU" dirty="0"/>
              <a:t>each block is encoded independently of the other blocks </a:t>
            </a:r>
          </a:p>
          <a:p>
            <a:pPr lvl="1" eaLnBrk="1" hangingPunct="1">
              <a:buFont typeface="Wingdings" panose="05000000000000000000" pitchFamily="2" charset="2"/>
              <a:buNone/>
              <a:defRPr/>
            </a:pPr>
            <a:r>
              <a:rPr lang="en-AU" dirty="0" err="1">
                <a:latin typeface="Courier New" pitchFamily="49" charset="0"/>
              </a:rPr>
              <a:t>C</a:t>
            </a:r>
            <a:r>
              <a:rPr lang="en-AU" baseline="-25000" dirty="0" err="1">
                <a:latin typeface="Courier New" pitchFamily="49" charset="0"/>
              </a:rPr>
              <a:t>i</a:t>
            </a:r>
            <a:r>
              <a:rPr lang="en-AU" dirty="0">
                <a:latin typeface="Courier New" pitchFamily="49" charset="0"/>
              </a:rPr>
              <a:t> = DES</a:t>
            </a:r>
            <a:r>
              <a:rPr lang="en-AU" baseline="-25000" dirty="0">
                <a:latin typeface="Courier New" pitchFamily="49" charset="0"/>
              </a:rPr>
              <a:t>K1</a:t>
            </a:r>
            <a:r>
              <a:rPr lang="en-AU" dirty="0">
                <a:latin typeface="Courier New" pitchFamily="49" charset="0"/>
              </a:rPr>
              <a:t>(P</a:t>
            </a:r>
            <a:r>
              <a:rPr lang="en-AU" baseline="-25000" dirty="0">
                <a:latin typeface="Courier New" pitchFamily="49" charset="0"/>
              </a:rPr>
              <a:t>i</a:t>
            </a:r>
            <a:r>
              <a:rPr lang="en-AU" dirty="0">
                <a:latin typeface="Courier New" pitchFamily="49" charset="0"/>
              </a:rPr>
              <a:t>)</a:t>
            </a:r>
            <a:endParaRPr lang="en-AU" dirty="0"/>
          </a:p>
          <a:p>
            <a:pPr eaLnBrk="1" hangingPunct="1">
              <a:defRPr/>
            </a:pPr>
            <a:r>
              <a:rPr lang="en-US" dirty="0"/>
              <a:t>uses: secure transmission of single values</a:t>
            </a:r>
            <a:endParaRPr lang="en-AU" dirty="0"/>
          </a:p>
          <a:p>
            <a:pPr lvl="1" eaLnBrk="1" hangingPunct="1">
              <a:buFont typeface="Wingdings" panose="05000000000000000000" pitchFamily="2" charset="2"/>
              <a:buNone/>
              <a:defRPr/>
            </a:pPr>
            <a:r>
              <a:rPr lang="en-US" dirty="0"/>
              <a:t>		</a:t>
            </a:r>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09AAE70-0035-4F64-9C70-AF76F134BC67}"/>
              </a:ext>
            </a:extLst>
          </p:cNvPr>
          <p:cNvSpPr>
            <a:spLocks noGrp="1" noChangeArrowheads="1"/>
          </p:cNvSpPr>
          <p:nvPr>
            <p:ph type="title"/>
          </p:nvPr>
        </p:nvSpPr>
        <p:spPr/>
        <p:txBody>
          <a:bodyPr/>
          <a:lstStyle/>
          <a:p>
            <a:pPr eaLnBrk="1" hangingPunct="1">
              <a:defRPr/>
            </a:pPr>
            <a:r>
              <a:rPr lang="en-AU" sz="4000" dirty="0"/>
              <a:t>Electronic </a:t>
            </a:r>
            <a:r>
              <a:rPr lang="en-AU" sz="4000"/>
              <a:t>Codebook (</a:t>
            </a:r>
            <a:r>
              <a:rPr lang="en-AU" sz="4000" dirty="0"/>
              <a:t>ECB)</a:t>
            </a:r>
          </a:p>
        </p:txBody>
      </p:sp>
      <p:pic>
        <p:nvPicPr>
          <p:cNvPr id="18435" name="Picture 3">
            <a:extLst>
              <a:ext uri="{FF2B5EF4-FFF2-40B4-BE49-F238E27FC236}">
                <a16:creationId xmlns:a16="http://schemas.microsoft.com/office/drawing/2014/main" id="{13A28EB9-29C1-4311-BC93-D5B0441BCD2A}"/>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371600" y="1981200"/>
            <a:ext cx="6340475" cy="3432175"/>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62EB2AF6-10F9-4577-97F9-90F745291874}"/>
              </a:ext>
            </a:extLst>
          </p:cNvPr>
          <p:cNvSpPr>
            <a:spLocks noGrp="1" noChangeArrowheads="1"/>
          </p:cNvSpPr>
          <p:nvPr>
            <p:ph type="title"/>
          </p:nvPr>
        </p:nvSpPr>
        <p:spPr>
          <a:xfrm>
            <a:off x="228600" y="277813"/>
            <a:ext cx="8686800" cy="1139825"/>
          </a:xfrm>
        </p:spPr>
        <p:txBody>
          <a:bodyPr/>
          <a:lstStyle/>
          <a:p>
            <a:pPr eaLnBrk="1" hangingPunct="1">
              <a:defRPr/>
            </a:pPr>
            <a:r>
              <a:rPr lang="en-AU" sz="4000"/>
              <a:t>Advantages and Limitations of ECB</a:t>
            </a:r>
          </a:p>
        </p:txBody>
      </p:sp>
      <p:sp>
        <p:nvSpPr>
          <p:cNvPr id="84995" name="Rectangle 3">
            <a:extLst>
              <a:ext uri="{FF2B5EF4-FFF2-40B4-BE49-F238E27FC236}">
                <a16:creationId xmlns:a16="http://schemas.microsoft.com/office/drawing/2014/main" id="{A78DEF0E-FEB3-4E6B-A3A6-263842D2CF20}"/>
              </a:ext>
            </a:extLst>
          </p:cNvPr>
          <p:cNvSpPr>
            <a:spLocks noGrp="1" noChangeArrowheads="1"/>
          </p:cNvSpPr>
          <p:nvPr>
            <p:ph type="body" idx="1"/>
          </p:nvPr>
        </p:nvSpPr>
        <p:spPr>
          <a:xfrm>
            <a:off x="457200" y="1676400"/>
            <a:ext cx="8686800" cy="4454525"/>
          </a:xfrm>
        </p:spPr>
        <p:txBody>
          <a:bodyPr/>
          <a:lstStyle/>
          <a:p>
            <a:pPr eaLnBrk="1" hangingPunct="1">
              <a:lnSpc>
                <a:spcPct val="90000"/>
              </a:lnSpc>
              <a:defRPr/>
            </a:pPr>
            <a:r>
              <a:rPr lang="en-AU"/>
              <a:t>message repetitions may show in ciphertext </a:t>
            </a:r>
          </a:p>
          <a:p>
            <a:pPr lvl="1" eaLnBrk="1" hangingPunct="1">
              <a:lnSpc>
                <a:spcPct val="90000"/>
              </a:lnSpc>
              <a:defRPr/>
            </a:pPr>
            <a:r>
              <a:rPr lang="en-AU"/>
              <a:t>if aligned with message block </a:t>
            </a:r>
          </a:p>
          <a:p>
            <a:pPr lvl="1" eaLnBrk="1" hangingPunct="1">
              <a:lnSpc>
                <a:spcPct val="90000"/>
              </a:lnSpc>
              <a:defRPr/>
            </a:pPr>
            <a:r>
              <a:rPr lang="en-AU"/>
              <a:t>particularly with data such graphics </a:t>
            </a:r>
          </a:p>
          <a:p>
            <a:pPr lvl="1" eaLnBrk="1" hangingPunct="1">
              <a:lnSpc>
                <a:spcPct val="90000"/>
              </a:lnSpc>
              <a:defRPr/>
            </a:pPr>
            <a:r>
              <a:rPr lang="en-AU"/>
              <a:t>or with messages that change very little, which become a code-book analysis problem </a:t>
            </a:r>
          </a:p>
          <a:p>
            <a:pPr eaLnBrk="1" hangingPunct="1">
              <a:lnSpc>
                <a:spcPct val="90000"/>
              </a:lnSpc>
              <a:defRPr/>
            </a:pPr>
            <a:r>
              <a:rPr lang="en-AU"/>
              <a:t>weakness is due to the encrypted message blocks being independent </a:t>
            </a:r>
          </a:p>
          <a:p>
            <a:pPr eaLnBrk="1" hangingPunct="1">
              <a:lnSpc>
                <a:spcPct val="90000"/>
              </a:lnSpc>
              <a:defRPr/>
            </a:pPr>
            <a:r>
              <a:rPr lang="en-AU"/>
              <a:t>main use is sending a few blocks of data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32746AC4-DBEF-4FCB-AC1C-BA53AF99F904}"/>
              </a:ext>
            </a:extLst>
          </p:cNvPr>
          <p:cNvSpPr>
            <a:spLocks noGrp="1" noChangeArrowheads="1"/>
          </p:cNvSpPr>
          <p:nvPr>
            <p:ph type="title"/>
          </p:nvPr>
        </p:nvSpPr>
        <p:spPr/>
        <p:txBody>
          <a:bodyPr/>
          <a:lstStyle/>
          <a:p>
            <a:pPr eaLnBrk="1" hangingPunct="1">
              <a:defRPr/>
            </a:pPr>
            <a:r>
              <a:rPr lang="en-AU"/>
              <a:t>Cipher Block Chaining (CBC) </a:t>
            </a:r>
          </a:p>
        </p:txBody>
      </p:sp>
      <p:sp>
        <p:nvSpPr>
          <p:cNvPr id="87043" name="Rectangle 3">
            <a:extLst>
              <a:ext uri="{FF2B5EF4-FFF2-40B4-BE49-F238E27FC236}">
                <a16:creationId xmlns:a16="http://schemas.microsoft.com/office/drawing/2014/main" id="{DD62A97C-D8FF-4DB7-842D-E0DEF09D110C}"/>
              </a:ext>
            </a:extLst>
          </p:cNvPr>
          <p:cNvSpPr>
            <a:spLocks noGrp="1" noChangeArrowheads="1"/>
          </p:cNvSpPr>
          <p:nvPr>
            <p:ph type="body" idx="1"/>
          </p:nvPr>
        </p:nvSpPr>
        <p:spPr>
          <a:xfrm>
            <a:off x="457200" y="1676400"/>
            <a:ext cx="8229600" cy="4953000"/>
          </a:xfrm>
        </p:spPr>
        <p:txBody>
          <a:bodyPr/>
          <a:lstStyle/>
          <a:p>
            <a:pPr eaLnBrk="1" hangingPunct="1">
              <a:defRPr/>
            </a:pPr>
            <a:r>
              <a:rPr lang="en-AU"/>
              <a:t>message is broken into blocks </a:t>
            </a:r>
          </a:p>
          <a:p>
            <a:pPr eaLnBrk="1" hangingPunct="1">
              <a:defRPr/>
            </a:pPr>
            <a:r>
              <a:rPr lang="en-AU"/>
              <a:t>linked together in encryption operation </a:t>
            </a:r>
          </a:p>
          <a:p>
            <a:pPr eaLnBrk="1" hangingPunct="1">
              <a:defRPr/>
            </a:pPr>
            <a:r>
              <a:rPr lang="en-AU"/>
              <a:t>each previous cipher blocks is chained with current plaintext block, hence name </a:t>
            </a:r>
          </a:p>
          <a:p>
            <a:pPr eaLnBrk="1" hangingPunct="1">
              <a:defRPr/>
            </a:pPr>
            <a:r>
              <a:rPr lang="en-AU"/>
              <a:t>use Initial Vector (IV) to start process </a:t>
            </a:r>
          </a:p>
          <a:p>
            <a:pPr lvl="1" eaLnBrk="1" hangingPunct="1">
              <a:buFont typeface="Wingdings" panose="05000000000000000000" pitchFamily="2" charset="2"/>
              <a:buNone/>
              <a:defRPr/>
            </a:pPr>
            <a:r>
              <a:rPr lang="en-AU">
                <a:latin typeface="Courier New" pitchFamily="49" charset="0"/>
              </a:rPr>
              <a:t>C</a:t>
            </a:r>
            <a:r>
              <a:rPr lang="en-AU" baseline="-25000">
                <a:latin typeface="Courier New" pitchFamily="49" charset="0"/>
              </a:rPr>
              <a:t>i</a:t>
            </a:r>
            <a:r>
              <a:rPr lang="en-AU">
                <a:latin typeface="Courier New" pitchFamily="49" charset="0"/>
              </a:rPr>
              <a:t> = DES</a:t>
            </a:r>
            <a:r>
              <a:rPr lang="en-AU" baseline="-25000">
                <a:latin typeface="Courier New" pitchFamily="49" charset="0"/>
              </a:rPr>
              <a:t>K1</a:t>
            </a:r>
            <a:r>
              <a:rPr lang="en-AU">
                <a:latin typeface="Courier New" pitchFamily="49" charset="0"/>
              </a:rPr>
              <a:t>(P</a:t>
            </a:r>
            <a:r>
              <a:rPr lang="en-AU" baseline="-25000">
                <a:latin typeface="Courier New" pitchFamily="49" charset="0"/>
              </a:rPr>
              <a:t>i</a:t>
            </a:r>
            <a:r>
              <a:rPr lang="en-AU">
                <a:latin typeface="Courier New" pitchFamily="49" charset="0"/>
              </a:rPr>
              <a:t> XOR C</a:t>
            </a:r>
            <a:r>
              <a:rPr lang="en-AU" baseline="-25000">
                <a:latin typeface="Courier New" pitchFamily="49" charset="0"/>
              </a:rPr>
              <a:t>i-1</a:t>
            </a:r>
            <a:r>
              <a:rPr lang="en-AU">
                <a:latin typeface="Courier New" pitchFamily="49" charset="0"/>
              </a:rPr>
              <a:t>)</a:t>
            </a:r>
          </a:p>
          <a:p>
            <a:pPr lvl="1" eaLnBrk="1" hangingPunct="1">
              <a:buFont typeface="Wingdings" panose="05000000000000000000" pitchFamily="2" charset="2"/>
              <a:buNone/>
              <a:defRPr/>
            </a:pPr>
            <a:r>
              <a:rPr lang="en-AU">
                <a:latin typeface="Courier New" pitchFamily="49" charset="0"/>
              </a:rPr>
              <a:t>C</a:t>
            </a:r>
            <a:r>
              <a:rPr lang="en-AU" baseline="-25000">
                <a:latin typeface="Courier New" pitchFamily="49" charset="0"/>
              </a:rPr>
              <a:t>-1</a:t>
            </a:r>
            <a:r>
              <a:rPr lang="en-AU">
                <a:latin typeface="Courier New" pitchFamily="49" charset="0"/>
              </a:rPr>
              <a:t> = IV</a:t>
            </a:r>
            <a:r>
              <a:rPr lang="en-AU"/>
              <a:t> </a:t>
            </a:r>
          </a:p>
          <a:p>
            <a:pPr eaLnBrk="1" hangingPunct="1">
              <a:defRPr/>
            </a:pPr>
            <a:r>
              <a:rPr lang="en-US"/>
              <a:t>uses: bulk data encryption, authentication</a:t>
            </a:r>
            <a:endParaRPr lang="en-A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a:extLst>
              <a:ext uri="{FF2B5EF4-FFF2-40B4-BE49-F238E27FC236}">
                <a16:creationId xmlns:a16="http://schemas.microsoft.com/office/drawing/2014/main" id="{0E005848-E08B-414B-B87A-F904916A5785}"/>
              </a:ext>
            </a:extLst>
          </p:cNvPr>
          <p:cNvSpPr>
            <a:spLocks noGrp="1" noChangeArrowheads="1"/>
          </p:cNvSpPr>
          <p:nvPr>
            <p:ph type="title"/>
          </p:nvPr>
        </p:nvSpPr>
        <p:spPr/>
        <p:txBody>
          <a:bodyPr/>
          <a:lstStyle/>
          <a:p>
            <a:pPr eaLnBrk="1" hangingPunct="1">
              <a:defRPr/>
            </a:pPr>
            <a:r>
              <a:rPr lang="en-AU"/>
              <a:t>Cipher Block Chaining (CBC)</a:t>
            </a:r>
          </a:p>
        </p:txBody>
      </p:sp>
      <p:pic>
        <p:nvPicPr>
          <p:cNvPr id="24579" name="Picture 1027">
            <a:extLst>
              <a:ext uri="{FF2B5EF4-FFF2-40B4-BE49-F238E27FC236}">
                <a16:creationId xmlns:a16="http://schemas.microsoft.com/office/drawing/2014/main" id="{8C741AB2-DC88-49CA-AEE0-3F649D807578}"/>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524000" y="2133600"/>
            <a:ext cx="6359525" cy="344170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93E67245-9B70-4D91-9531-E1DB07C28621}"/>
              </a:ext>
            </a:extLst>
          </p:cNvPr>
          <p:cNvSpPr>
            <a:spLocks noGrp="1" noChangeArrowheads="1"/>
          </p:cNvSpPr>
          <p:nvPr>
            <p:ph type="title"/>
          </p:nvPr>
        </p:nvSpPr>
        <p:spPr/>
        <p:txBody>
          <a:bodyPr/>
          <a:lstStyle/>
          <a:p>
            <a:pPr eaLnBrk="1" hangingPunct="1">
              <a:defRPr/>
            </a:pPr>
            <a:r>
              <a:rPr lang="en-AU" sz="4000"/>
              <a:t>Message Padding</a:t>
            </a:r>
          </a:p>
        </p:txBody>
      </p:sp>
      <p:sp>
        <p:nvSpPr>
          <p:cNvPr id="91139" name="Rectangle 3">
            <a:extLst>
              <a:ext uri="{FF2B5EF4-FFF2-40B4-BE49-F238E27FC236}">
                <a16:creationId xmlns:a16="http://schemas.microsoft.com/office/drawing/2014/main" id="{384A7B5D-3A4C-482D-9CF3-949A3F37A40A}"/>
              </a:ext>
            </a:extLst>
          </p:cNvPr>
          <p:cNvSpPr>
            <a:spLocks noGrp="1" noChangeArrowheads="1"/>
          </p:cNvSpPr>
          <p:nvPr>
            <p:ph type="body" idx="1"/>
          </p:nvPr>
        </p:nvSpPr>
        <p:spPr>
          <a:xfrm>
            <a:off x="457200" y="1676400"/>
            <a:ext cx="8458200" cy="4953000"/>
          </a:xfrm>
        </p:spPr>
        <p:txBody>
          <a:bodyPr/>
          <a:lstStyle/>
          <a:p>
            <a:pPr eaLnBrk="1" hangingPunct="1">
              <a:lnSpc>
                <a:spcPct val="90000"/>
              </a:lnSpc>
              <a:defRPr/>
            </a:pPr>
            <a:r>
              <a:rPr lang="en-AU"/>
              <a:t>at end of message must handle a possible last short block </a:t>
            </a:r>
          </a:p>
          <a:p>
            <a:pPr lvl="1" eaLnBrk="1" hangingPunct="1">
              <a:lnSpc>
                <a:spcPct val="90000"/>
              </a:lnSpc>
              <a:defRPr/>
            </a:pPr>
            <a:r>
              <a:rPr lang="en-US"/>
              <a:t>which is not as large as blocksize of cipher</a:t>
            </a:r>
          </a:p>
          <a:p>
            <a:pPr lvl="1" eaLnBrk="1" hangingPunct="1">
              <a:lnSpc>
                <a:spcPct val="90000"/>
              </a:lnSpc>
              <a:defRPr/>
            </a:pPr>
            <a:r>
              <a:rPr lang="en-US"/>
              <a:t>pad either with known non-data value (eg nulls)</a:t>
            </a:r>
            <a:endParaRPr lang="en-AU"/>
          </a:p>
          <a:p>
            <a:pPr lvl="1" eaLnBrk="1" hangingPunct="1">
              <a:lnSpc>
                <a:spcPct val="90000"/>
              </a:lnSpc>
              <a:defRPr/>
            </a:pPr>
            <a:r>
              <a:rPr lang="en-AU"/>
              <a:t>or pad last block along with count of pad size</a:t>
            </a:r>
            <a:r>
              <a:rPr lang="en-AU" sz="2400"/>
              <a:t> </a:t>
            </a:r>
          </a:p>
          <a:p>
            <a:pPr lvl="2" eaLnBrk="1" hangingPunct="1">
              <a:lnSpc>
                <a:spcPct val="90000"/>
              </a:lnSpc>
              <a:defRPr/>
            </a:pPr>
            <a:r>
              <a:rPr lang="en-AU" sz="2000"/>
              <a:t>eg. [ b1 b2 b3 0 0 0 0 5] </a:t>
            </a:r>
          </a:p>
          <a:p>
            <a:pPr lvl="2" eaLnBrk="1" hangingPunct="1">
              <a:lnSpc>
                <a:spcPct val="90000"/>
              </a:lnSpc>
              <a:defRPr/>
            </a:pPr>
            <a:r>
              <a:rPr lang="en-AU" sz="2000"/>
              <a:t>means have 3 data bytes, then 5 bytes pad+count</a:t>
            </a:r>
          </a:p>
          <a:p>
            <a:pPr lvl="1" eaLnBrk="1" hangingPunct="1">
              <a:lnSpc>
                <a:spcPct val="90000"/>
              </a:lnSpc>
              <a:defRPr/>
            </a:pPr>
            <a:r>
              <a:rPr lang="en-AU"/>
              <a:t>this may require an extra entire block over those in message</a:t>
            </a:r>
          </a:p>
          <a:p>
            <a:pPr eaLnBrk="1" hangingPunct="1">
              <a:lnSpc>
                <a:spcPct val="90000"/>
              </a:lnSpc>
              <a:defRPr/>
            </a:pPr>
            <a:r>
              <a:rPr lang="en-AU"/>
              <a:t>there are other, more esoteric modes, which avoid the need for an extra block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00387AB1-A7DF-424C-8F83-AE711CE7306F}"/>
              </a:ext>
            </a:extLst>
          </p:cNvPr>
          <p:cNvSpPr>
            <a:spLocks noGrp="1" noChangeArrowheads="1"/>
          </p:cNvSpPr>
          <p:nvPr>
            <p:ph type="title"/>
          </p:nvPr>
        </p:nvSpPr>
        <p:spPr/>
        <p:txBody>
          <a:bodyPr/>
          <a:lstStyle/>
          <a:p>
            <a:pPr eaLnBrk="1" hangingPunct="1">
              <a:defRPr/>
            </a:pPr>
            <a:r>
              <a:rPr lang="en-AU" sz="4000"/>
              <a:t>Advantages and Limitations of CBC</a:t>
            </a:r>
          </a:p>
        </p:txBody>
      </p:sp>
      <p:sp>
        <p:nvSpPr>
          <p:cNvPr id="109571" name="Rectangle 3">
            <a:extLst>
              <a:ext uri="{FF2B5EF4-FFF2-40B4-BE49-F238E27FC236}">
                <a16:creationId xmlns:a16="http://schemas.microsoft.com/office/drawing/2014/main" id="{9C927E99-2C03-49B3-94AD-943AA98A68F2}"/>
              </a:ext>
            </a:extLst>
          </p:cNvPr>
          <p:cNvSpPr>
            <a:spLocks noGrp="1" noChangeArrowheads="1"/>
          </p:cNvSpPr>
          <p:nvPr>
            <p:ph type="body" idx="1"/>
          </p:nvPr>
        </p:nvSpPr>
        <p:spPr>
          <a:xfrm>
            <a:off x="457200" y="1676400"/>
            <a:ext cx="8458200" cy="4953000"/>
          </a:xfrm>
        </p:spPr>
        <p:txBody>
          <a:bodyPr/>
          <a:lstStyle/>
          <a:p>
            <a:pPr eaLnBrk="1" hangingPunct="1">
              <a:lnSpc>
                <a:spcPct val="90000"/>
              </a:lnSpc>
              <a:defRPr/>
            </a:pPr>
            <a:r>
              <a:rPr lang="en-AU"/>
              <a:t>a ciphertext block depends on </a:t>
            </a:r>
            <a:r>
              <a:rPr lang="en-AU" b="1"/>
              <a:t>all</a:t>
            </a:r>
            <a:r>
              <a:rPr lang="en-AU"/>
              <a:t> blocks before it</a:t>
            </a:r>
          </a:p>
          <a:p>
            <a:pPr eaLnBrk="1" hangingPunct="1">
              <a:lnSpc>
                <a:spcPct val="90000"/>
              </a:lnSpc>
              <a:defRPr/>
            </a:pPr>
            <a:r>
              <a:rPr lang="en-AU"/>
              <a:t>any change to a block affects all following ciphertext blocks</a:t>
            </a:r>
          </a:p>
          <a:p>
            <a:pPr eaLnBrk="1" hangingPunct="1">
              <a:lnSpc>
                <a:spcPct val="90000"/>
              </a:lnSpc>
              <a:defRPr/>
            </a:pPr>
            <a:r>
              <a:rPr lang="en-AU"/>
              <a:t>need </a:t>
            </a:r>
            <a:r>
              <a:rPr lang="en-AU" b="1"/>
              <a:t>Initialization Vector</a:t>
            </a:r>
            <a:r>
              <a:rPr lang="en-AU"/>
              <a:t> (IV) </a:t>
            </a:r>
          </a:p>
          <a:p>
            <a:pPr lvl="1" eaLnBrk="1" hangingPunct="1">
              <a:lnSpc>
                <a:spcPct val="90000"/>
              </a:lnSpc>
              <a:defRPr/>
            </a:pPr>
            <a:r>
              <a:rPr lang="en-AU" sz="2400"/>
              <a:t>which must be known to sender &amp; receiver </a:t>
            </a:r>
          </a:p>
          <a:p>
            <a:pPr lvl="1" eaLnBrk="1" hangingPunct="1">
              <a:lnSpc>
                <a:spcPct val="90000"/>
              </a:lnSpc>
              <a:defRPr/>
            </a:pPr>
            <a:r>
              <a:rPr lang="en-AU" sz="2400"/>
              <a:t>if sent in clear, attacker can change bits of first block, and change IV to compensate </a:t>
            </a:r>
          </a:p>
          <a:p>
            <a:pPr lvl="1" eaLnBrk="1" hangingPunct="1">
              <a:lnSpc>
                <a:spcPct val="90000"/>
              </a:lnSpc>
              <a:defRPr/>
            </a:pPr>
            <a:r>
              <a:rPr lang="en-AU" sz="2400"/>
              <a:t>hence IV must either be a fixed value (as in EFTPOS) </a:t>
            </a:r>
          </a:p>
          <a:p>
            <a:pPr lvl="1" eaLnBrk="1" hangingPunct="1">
              <a:lnSpc>
                <a:spcPct val="90000"/>
              </a:lnSpc>
              <a:defRPr/>
            </a:pPr>
            <a:r>
              <a:rPr lang="en-AU" sz="2400"/>
              <a:t>or must be sent encrypted in ECB mode before rest of message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4784FD8D-BF81-4C62-8B83-83329E6D23B7}"/>
              </a:ext>
            </a:extLst>
          </p:cNvPr>
          <p:cNvSpPr>
            <a:spLocks noGrp="1" noChangeArrowheads="1"/>
          </p:cNvSpPr>
          <p:nvPr>
            <p:ph type="title"/>
          </p:nvPr>
        </p:nvSpPr>
        <p:spPr/>
        <p:txBody>
          <a:bodyPr/>
          <a:lstStyle/>
          <a:p>
            <a:pPr eaLnBrk="1" hangingPunct="1">
              <a:defRPr/>
            </a:pPr>
            <a:r>
              <a:rPr lang="en-AU"/>
              <a:t>Cipher FeedBack (CFB)</a:t>
            </a:r>
          </a:p>
        </p:txBody>
      </p:sp>
      <p:sp>
        <p:nvSpPr>
          <p:cNvPr id="93187" name="Rectangle 3">
            <a:extLst>
              <a:ext uri="{FF2B5EF4-FFF2-40B4-BE49-F238E27FC236}">
                <a16:creationId xmlns:a16="http://schemas.microsoft.com/office/drawing/2014/main" id="{126B21F7-DB1A-4F5C-B569-72C80405104F}"/>
              </a:ext>
            </a:extLst>
          </p:cNvPr>
          <p:cNvSpPr>
            <a:spLocks noGrp="1" noChangeArrowheads="1"/>
          </p:cNvSpPr>
          <p:nvPr>
            <p:ph type="body" idx="1"/>
          </p:nvPr>
        </p:nvSpPr>
        <p:spPr/>
        <p:txBody>
          <a:bodyPr/>
          <a:lstStyle/>
          <a:p>
            <a:pPr eaLnBrk="1" hangingPunct="1">
              <a:lnSpc>
                <a:spcPct val="90000"/>
              </a:lnSpc>
              <a:defRPr/>
            </a:pPr>
            <a:r>
              <a:rPr lang="en-AU" sz="2800"/>
              <a:t>message is treated as a stream of bits </a:t>
            </a:r>
          </a:p>
          <a:p>
            <a:pPr eaLnBrk="1" hangingPunct="1">
              <a:lnSpc>
                <a:spcPct val="90000"/>
              </a:lnSpc>
              <a:defRPr/>
            </a:pPr>
            <a:r>
              <a:rPr lang="en-AU" sz="2800"/>
              <a:t>added to the output of the block cipher </a:t>
            </a:r>
          </a:p>
          <a:p>
            <a:pPr eaLnBrk="1" hangingPunct="1">
              <a:lnSpc>
                <a:spcPct val="90000"/>
              </a:lnSpc>
              <a:defRPr/>
            </a:pPr>
            <a:r>
              <a:rPr lang="en-AU" sz="2800"/>
              <a:t>result is feed back for next stage (hence name) </a:t>
            </a:r>
          </a:p>
          <a:p>
            <a:pPr eaLnBrk="1" hangingPunct="1">
              <a:lnSpc>
                <a:spcPct val="90000"/>
              </a:lnSpc>
              <a:defRPr/>
            </a:pPr>
            <a:r>
              <a:rPr lang="en-AU" sz="2800"/>
              <a:t>standard allows any number of bit (1,8, 64 or 128 etc) to be feed back </a:t>
            </a:r>
          </a:p>
          <a:p>
            <a:pPr lvl="1" eaLnBrk="1" hangingPunct="1">
              <a:lnSpc>
                <a:spcPct val="90000"/>
              </a:lnSpc>
              <a:defRPr/>
            </a:pPr>
            <a:r>
              <a:rPr lang="en-AU" sz="2400"/>
              <a:t>denoted CFB-1, CFB-8, CFB-64, CFB-128 etc </a:t>
            </a:r>
          </a:p>
          <a:p>
            <a:pPr eaLnBrk="1" hangingPunct="1">
              <a:lnSpc>
                <a:spcPct val="90000"/>
              </a:lnSpc>
              <a:defRPr/>
            </a:pPr>
            <a:r>
              <a:rPr lang="en-AU" sz="2800"/>
              <a:t>most efficient to use all bits in block (64 or 128)</a:t>
            </a:r>
          </a:p>
          <a:p>
            <a:pPr lvl="1" eaLnBrk="1" hangingPunct="1">
              <a:lnSpc>
                <a:spcPct val="90000"/>
              </a:lnSpc>
              <a:buFont typeface="Wingdings" panose="05000000000000000000" pitchFamily="2" charset="2"/>
              <a:buNone/>
              <a:defRPr/>
            </a:pPr>
            <a:r>
              <a:rPr lang="en-AU" sz="2400">
                <a:latin typeface="Courier New" pitchFamily="49" charset="0"/>
              </a:rPr>
              <a:t>C</a:t>
            </a:r>
            <a:r>
              <a:rPr lang="en-AU" sz="2400" baseline="-25000">
                <a:latin typeface="Courier New" pitchFamily="49" charset="0"/>
              </a:rPr>
              <a:t>i</a:t>
            </a:r>
            <a:r>
              <a:rPr lang="en-AU" sz="2400">
                <a:latin typeface="Courier New" pitchFamily="49" charset="0"/>
              </a:rPr>
              <a:t> = P</a:t>
            </a:r>
            <a:r>
              <a:rPr lang="en-AU" sz="2400" baseline="-25000">
                <a:latin typeface="Courier New" pitchFamily="49" charset="0"/>
              </a:rPr>
              <a:t>i</a:t>
            </a:r>
            <a:r>
              <a:rPr lang="en-AU" sz="2400">
                <a:latin typeface="Courier New" pitchFamily="49" charset="0"/>
              </a:rPr>
              <a:t> XOR DES</a:t>
            </a:r>
            <a:r>
              <a:rPr lang="en-AU" sz="2400" baseline="-25000">
                <a:latin typeface="Courier New" pitchFamily="49" charset="0"/>
              </a:rPr>
              <a:t>K1</a:t>
            </a:r>
            <a:r>
              <a:rPr lang="en-AU" sz="2400">
                <a:latin typeface="Courier New" pitchFamily="49" charset="0"/>
              </a:rPr>
              <a:t>(C</a:t>
            </a:r>
            <a:r>
              <a:rPr lang="en-AU" sz="2400" baseline="-25000">
                <a:latin typeface="Courier New" pitchFamily="49" charset="0"/>
              </a:rPr>
              <a:t>i-1</a:t>
            </a:r>
            <a:r>
              <a:rPr lang="en-AU" sz="2400">
                <a:latin typeface="Courier New" pitchFamily="49" charset="0"/>
              </a:rPr>
              <a:t>)</a:t>
            </a:r>
          </a:p>
          <a:p>
            <a:pPr lvl="1" eaLnBrk="1" hangingPunct="1">
              <a:lnSpc>
                <a:spcPct val="90000"/>
              </a:lnSpc>
              <a:buFont typeface="Wingdings" panose="05000000000000000000" pitchFamily="2" charset="2"/>
              <a:buNone/>
              <a:defRPr/>
            </a:pPr>
            <a:r>
              <a:rPr lang="en-AU" sz="2400">
                <a:latin typeface="Courier New" pitchFamily="49" charset="0"/>
              </a:rPr>
              <a:t>C</a:t>
            </a:r>
            <a:r>
              <a:rPr lang="en-AU" sz="2400" baseline="-25000">
                <a:latin typeface="Courier New" pitchFamily="49" charset="0"/>
              </a:rPr>
              <a:t>-1</a:t>
            </a:r>
            <a:r>
              <a:rPr lang="en-AU" sz="2400">
                <a:latin typeface="Courier New" pitchFamily="49" charset="0"/>
              </a:rPr>
              <a:t> = IV</a:t>
            </a:r>
            <a:r>
              <a:rPr lang="en-AU" sz="2400"/>
              <a:t> </a:t>
            </a:r>
          </a:p>
          <a:p>
            <a:pPr eaLnBrk="1" hangingPunct="1">
              <a:lnSpc>
                <a:spcPct val="90000"/>
              </a:lnSpc>
              <a:defRPr/>
            </a:pPr>
            <a:r>
              <a:rPr lang="en-US" sz="2800"/>
              <a:t>uses: stream data encryption, authentication</a:t>
            </a:r>
            <a:endParaRPr lang="en-AU"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AAA441C-4E4F-4CA3-B8EE-5CD7EC09B3D1}"/>
              </a:ext>
            </a:extLst>
          </p:cNvPr>
          <p:cNvSpPr>
            <a:spLocks noGrp="1" noChangeArrowheads="1"/>
          </p:cNvSpPr>
          <p:nvPr>
            <p:ph type="title"/>
          </p:nvPr>
        </p:nvSpPr>
        <p:spPr/>
        <p:txBody>
          <a:bodyPr/>
          <a:lstStyle/>
          <a:p>
            <a:pPr eaLnBrk="1" hangingPunct="1">
              <a:defRPr/>
            </a:pPr>
            <a:r>
              <a:rPr lang="en-AU"/>
              <a:t>Cipher FeedBack (CFB)</a:t>
            </a:r>
          </a:p>
        </p:txBody>
      </p:sp>
      <p:pic>
        <p:nvPicPr>
          <p:cNvPr id="32771" name="Picture 5">
            <a:extLst>
              <a:ext uri="{FF2B5EF4-FFF2-40B4-BE49-F238E27FC236}">
                <a16:creationId xmlns:a16="http://schemas.microsoft.com/office/drawing/2014/main" id="{E2622776-1384-4DBF-9785-ACF8FAEB91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6956425"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EED85BA-FAE8-4C35-97F3-C53253E9B959}"/>
              </a:ext>
            </a:extLst>
          </p:cNvPr>
          <p:cNvSpPr>
            <a:spLocks noGrp="1" noChangeArrowheads="1"/>
          </p:cNvSpPr>
          <p:nvPr>
            <p:ph type="title"/>
          </p:nvPr>
        </p:nvSpPr>
        <p:spPr/>
        <p:txBody>
          <a:bodyPr/>
          <a:lstStyle/>
          <a:p>
            <a:pPr eaLnBrk="1" hangingPunct="1">
              <a:defRPr/>
            </a:pPr>
            <a:r>
              <a:rPr lang="en-AU" sz="4000"/>
              <a:t>Advantages and Limitations of CFB</a:t>
            </a:r>
          </a:p>
        </p:txBody>
      </p:sp>
      <p:sp>
        <p:nvSpPr>
          <p:cNvPr id="97283" name="Rectangle 3">
            <a:extLst>
              <a:ext uri="{FF2B5EF4-FFF2-40B4-BE49-F238E27FC236}">
                <a16:creationId xmlns:a16="http://schemas.microsoft.com/office/drawing/2014/main" id="{276F781F-0734-41D5-BD5B-879888F40CFB}"/>
              </a:ext>
            </a:extLst>
          </p:cNvPr>
          <p:cNvSpPr>
            <a:spLocks noGrp="1" noChangeArrowheads="1"/>
          </p:cNvSpPr>
          <p:nvPr>
            <p:ph type="body" idx="1"/>
          </p:nvPr>
        </p:nvSpPr>
        <p:spPr/>
        <p:txBody>
          <a:bodyPr/>
          <a:lstStyle/>
          <a:p>
            <a:pPr eaLnBrk="1" hangingPunct="1">
              <a:defRPr/>
            </a:pPr>
            <a:r>
              <a:rPr lang="en-AU"/>
              <a:t>appropriate when data arrives in bits/bytes </a:t>
            </a:r>
          </a:p>
          <a:p>
            <a:pPr eaLnBrk="1" hangingPunct="1">
              <a:defRPr/>
            </a:pPr>
            <a:r>
              <a:rPr lang="en-AU"/>
              <a:t>most common stream mode </a:t>
            </a:r>
          </a:p>
          <a:p>
            <a:pPr eaLnBrk="1" hangingPunct="1">
              <a:defRPr/>
            </a:pPr>
            <a:r>
              <a:rPr lang="en-AU"/>
              <a:t>limitation is need to stall while do block encryption after every n-bits </a:t>
            </a:r>
          </a:p>
          <a:p>
            <a:pPr eaLnBrk="1" hangingPunct="1">
              <a:defRPr/>
            </a:pPr>
            <a:r>
              <a:rPr lang="en-AU"/>
              <a:t>note that the block cipher is used in </a:t>
            </a:r>
            <a:r>
              <a:rPr lang="en-AU" b="1"/>
              <a:t>encryption</a:t>
            </a:r>
            <a:r>
              <a:rPr lang="en-AU"/>
              <a:t> mode at </a:t>
            </a:r>
            <a:r>
              <a:rPr lang="en-AU" b="1"/>
              <a:t>both</a:t>
            </a:r>
            <a:r>
              <a:rPr lang="en-AU"/>
              <a:t> ends </a:t>
            </a:r>
          </a:p>
          <a:p>
            <a:pPr eaLnBrk="1" hangingPunct="1">
              <a:defRPr/>
            </a:pPr>
            <a:r>
              <a:rPr lang="en-AU"/>
              <a:t>errors propogate for several blocks after the error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717B2BB2-79C8-4F8F-8B63-EB1187B27FC6}"/>
              </a:ext>
            </a:extLst>
          </p:cNvPr>
          <p:cNvSpPr>
            <a:spLocks noGrp="1" noChangeArrowheads="1"/>
          </p:cNvSpPr>
          <p:nvPr>
            <p:ph type="title"/>
          </p:nvPr>
        </p:nvSpPr>
        <p:spPr/>
        <p:txBody>
          <a:bodyPr/>
          <a:lstStyle/>
          <a:p>
            <a:pPr eaLnBrk="1" hangingPunct="1">
              <a:defRPr/>
            </a:pPr>
            <a:r>
              <a:rPr lang="en-AU"/>
              <a:t>Output FeedBack (OFB)</a:t>
            </a:r>
          </a:p>
        </p:txBody>
      </p:sp>
      <p:sp>
        <p:nvSpPr>
          <p:cNvPr id="99331" name="Rectangle 3">
            <a:extLst>
              <a:ext uri="{FF2B5EF4-FFF2-40B4-BE49-F238E27FC236}">
                <a16:creationId xmlns:a16="http://schemas.microsoft.com/office/drawing/2014/main" id="{5755736D-41D8-4126-B557-4E0C8203F88F}"/>
              </a:ext>
            </a:extLst>
          </p:cNvPr>
          <p:cNvSpPr>
            <a:spLocks noGrp="1" noChangeArrowheads="1"/>
          </p:cNvSpPr>
          <p:nvPr>
            <p:ph type="body" idx="1"/>
          </p:nvPr>
        </p:nvSpPr>
        <p:spPr>
          <a:xfrm>
            <a:off x="457200" y="1676400"/>
            <a:ext cx="8458200" cy="4800600"/>
          </a:xfrm>
        </p:spPr>
        <p:txBody>
          <a:bodyPr/>
          <a:lstStyle/>
          <a:p>
            <a:pPr eaLnBrk="1" hangingPunct="1">
              <a:lnSpc>
                <a:spcPct val="90000"/>
              </a:lnSpc>
              <a:defRPr/>
            </a:pPr>
            <a:r>
              <a:rPr lang="en-AU"/>
              <a:t>message is treated as a stream of bits </a:t>
            </a:r>
          </a:p>
          <a:p>
            <a:pPr eaLnBrk="1" hangingPunct="1">
              <a:lnSpc>
                <a:spcPct val="90000"/>
              </a:lnSpc>
              <a:defRPr/>
            </a:pPr>
            <a:r>
              <a:rPr lang="en-AU"/>
              <a:t>output of cipher is added to message </a:t>
            </a:r>
          </a:p>
          <a:p>
            <a:pPr eaLnBrk="1" hangingPunct="1">
              <a:lnSpc>
                <a:spcPct val="90000"/>
              </a:lnSpc>
              <a:defRPr/>
            </a:pPr>
            <a:r>
              <a:rPr lang="en-AU"/>
              <a:t>output is then feed back (hence name) </a:t>
            </a:r>
          </a:p>
          <a:p>
            <a:pPr eaLnBrk="1" hangingPunct="1">
              <a:lnSpc>
                <a:spcPct val="90000"/>
              </a:lnSpc>
              <a:defRPr/>
            </a:pPr>
            <a:r>
              <a:rPr lang="en-AU"/>
              <a:t>feedback is independent of message </a:t>
            </a:r>
          </a:p>
          <a:p>
            <a:pPr eaLnBrk="1" hangingPunct="1">
              <a:lnSpc>
                <a:spcPct val="90000"/>
              </a:lnSpc>
              <a:defRPr/>
            </a:pPr>
            <a:r>
              <a:rPr lang="en-AU"/>
              <a:t>can be computed in advance</a:t>
            </a:r>
          </a:p>
          <a:p>
            <a:pPr lvl="1" eaLnBrk="1" hangingPunct="1">
              <a:lnSpc>
                <a:spcPct val="90000"/>
              </a:lnSpc>
              <a:buFont typeface="Wingdings" panose="05000000000000000000" pitchFamily="2" charset="2"/>
              <a:buNone/>
              <a:defRPr/>
            </a:pPr>
            <a:r>
              <a:rPr lang="en-AU" sz="2400">
                <a:latin typeface="Courier New" pitchFamily="49" charset="0"/>
              </a:rPr>
              <a:t>C</a:t>
            </a:r>
            <a:r>
              <a:rPr lang="en-AU" sz="2400" baseline="-25000">
                <a:latin typeface="Courier New" pitchFamily="49" charset="0"/>
              </a:rPr>
              <a:t>i</a:t>
            </a:r>
            <a:r>
              <a:rPr lang="en-AU" sz="2400">
                <a:latin typeface="Courier New" pitchFamily="49" charset="0"/>
              </a:rPr>
              <a:t> = P</a:t>
            </a:r>
            <a:r>
              <a:rPr lang="en-AU" sz="2400" baseline="-25000">
                <a:latin typeface="Courier New" pitchFamily="49" charset="0"/>
              </a:rPr>
              <a:t>i</a:t>
            </a:r>
            <a:r>
              <a:rPr lang="en-AU" sz="2400">
                <a:latin typeface="Courier New" pitchFamily="49" charset="0"/>
              </a:rPr>
              <a:t> XOR O</a:t>
            </a:r>
            <a:r>
              <a:rPr lang="en-AU" sz="2400" baseline="-25000">
                <a:latin typeface="Courier New" pitchFamily="49" charset="0"/>
              </a:rPr>
              <a:t>i</a:t>
            </a:r>
            <a:r>
              <a:rPr lang="en-AU" sz="2400">
                <a:latin typeface="Courier New" pitchFamily="49" charset="0"/>
              </a:rPr>
              <a:t> </a:t>
            </a:r>
          </a:p>
          <a:p>
            <a:pPr lvl="1" eaLnBrk="1" hangingPunct="1">
              <a:lnSpc>
                <a:spcPct val="90000"/>
              </a:lnSpc>
              <a:buFont typeface="Wingdings" panose="05000000000000000000" pitchFamily="2" charset="2"/>
              <a:buNone/>
              <a:defRPr/>
            </a:pPr>
            <a:r>
              <a:rPr lang="en-AU" sz="2400">
                <a:latin typeface="Courier New" pitchFamily="49" charset="0"/>
              </a:rPr>
              <a:t>O</a:t>
            </a:r>
            <a:r>
              <a:rPr lang="en-AU" sz="2400" baseline="-25000">
                <a:latin typeface="Courier New" pitchFamily="49" charset="0"/>
              </a:rPr>
              <a:t>i</a:t>
            </a:r>
            <a:r>
              <a:rPr lang="en-AU" sz="2400">
                <a:latin typeface="Courier New" pitchFamily="49" charset="0"/>
              </a:rPr>
              <a:t> = DES</a:t>
            </a:r>
            <a:r>
              <a:rPr lang="en-AU" sz="2400" baseline="-25000">
                <a:latin typeface="Courier New" pitchFamily="49" charset="0"/>
              </a:rPr>
              <a:t>K1</a:t>
            </a:r>
            <a:r>
              <a:rPr lang="en-AU" sz="2400">
                <a:latin typeface="Courier New" pitchFamily="49" charset="0"/>
              </a:rPr>
              <a:t>(O</a:t>
            </a:r>
            <a:r>
              <a:rPr lang="en-AU" sz="2400" baseline="-25000">
                <a:latin typeface="Courier New" pitchFamily="49" charset="0"/>
              </a:rPr>
              <a:t>i-1</a:t>
            </a:r>
            <a:r>
              <a:rPr lang="en-AU" sz="2400">
                <a:latin typeface="Courier New" pitchFamily="49" charset="0"/>
              </a:rPr>
              <a:t>)</a:t>
            </a:r>
          </a:p>
          <a:p>
            <a:pPr lvl="1" eaLnBrk="1" hangingPunct="1">
              <a:lnSpc>
                <a:spcPct val="90000"/>
              </a:lnSpc>
              <a:buFont typeface="Wingdings" panose="05000000000000000000" pitchFamily="2" charset="2"/>
              <a:buNone/>
              <a:defRPr/>
            </a:pPr>
            <a:r>
              <a:rPr lang="en-AU" sz="2400">
                <a:latin typeface="Courier New" pitchFamily="49" charset="0"/>
              </a:rPr>
              <a:t>O</a:t>
            </a:r>
            <a:r>
              <a:rPr lang="en-AU" sz="2400" baseline="-25000">
                <a:latin typeface="Courier New" pitchFamily="49" charset="0"/>
              </a:rPr>
              <a:t>-1</a:t>
            </a:r>
            <a:r>
              <a:rPr lang="en-AU" sz="2400">
                <a:latin typeface="Courier New" pitchFamily="49" charset="0"/>
              </a:rPr>
              <a:t> = IV</a:t>
            </a:r>
          </a:p>
          <a:p>
            <a:pPr eaLnBrk="1" hangingPunct="1">
              <a:lnSpc>
                <a:spcPct val="90000"/>
              </a:lnSpc>
              <a:defRPr/>
            </a:pPr>
            <a:r>
              <a:rPr lang="en-US"/>
              <a:t>uses: stream encryption on noisy channels</a:t>
            </a:r>
            <a:endParaRPr lang="en-A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4824099-C8DF-4256-9B79-A22A231833C7}"/>
              </a:ext>
            </a:extLst>
          </p:cNvPr>
          <p:cNvSpPr>
            <a:spLocks noGrp="1" noChangeArrowheads="1"/>
          </p:cNvSpPr>
          <p:nvPr>
            <p:ph type="title"/>
          </p:nvPr>
        </p:nvSpPr>
        <p:spPr/>
        <p:txBody>
          <a:bodyPr/>
          <a:lstStyle/>
          <a:p>
            <a:pPr eaLnBrk="1" hangingPunct="1">
              <a:defRPr/>
            </a:pPr>
            <a:r>
              <a:rPr lang="en-AU"/>
              <a:t>Output FeedBack (OFB)</a:t>
            </a:r>
          </a:p>
        </p:txBody>
      </p:sp>
      <p:pic>
        <p:nvPicPr>
          <p:cNvPr id="38915" name="Picture 5">
            <a:extLst>
              <a:ext uri="{FF2B5EF4-FFF2-40B4-BE49-F238E27FC236}">
                <a16:creationId xmlns:a16="http://schemas.microsoft.com/office/drawing/2014/main" id="{7F53D5A1-7DD6-4C3C-B2B0-3173F079E5BF}"/>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143000" y="1447800"/>
            <a:ext cx="6888163" cy="5126038"/>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33E9F59-F67C-4F5F-BB17-1E504F176E5F}"/>
              </a:ext>
            </a:extLst>
          </p:cNvPr>
          <p:cNvSpPr>
            <a:spLocks noGrp="1" noChangeArrowheads="1"/>
          </p:cNvSpPr>
          <p:nvPr>
            <p:ph type="title"/>
          </p:nvPr>
        </p:nvSpPr>
        <p:spPr/>
        <p:txBody>
          <a:bodyPr/>
          <a:lstStyle/>
          <a:p>
            <a:pPr eaLnBrk="1" hangingPunct="1">
              <a:defRPr/>
            </a:pPr>
            <a:r>
              <a:rPr lang="en-AU" sz="4000"/>
              <a:t>Advantages and Limitations of OFB</a:t>
            </a:r>
          </a:p>
        </p:txBody>
      </p:sp>
      <p:sp>
        <p:nvSpPr>
          <p:cNvPr id="103427" name="Rectangle 3">
            <a:extLst>
              <a:ext uri="{FF2B5EF4-FFF2-40B4-BE49-F238E27FC236}">
                <a16:creationId xmlns:a16="http://schemas.microsoft.com/office/drawing/2014/main" id="{9859CEAA-52C7-4EFD-B454-D920A347C215}"/>
              </a:ext>
            </a:extLst>
          </p:cNvPr>
          <p:cNvSpPr>
            <a:spLocks noGrp="1" noChangeArrowheads="1"/>
          </p:cNvSpPr>
          <p:nvPr>
            <p:ph type="body" idx="1"/>
          </p:nvPr>
        </p:nvSpPr>
        <p:spPr/>
        <p:txBody>
          <a:bodyPr/>
          <a:lstStyle/>
          <a:p>
            <a:pPr eaLnBrk="1" hangingPunct="1">
              <a:lnSpc>
                <a:spcPct val="90000"/>
              </a:lnSpc>
              <a:defRPr/>
            </a:pPr>
            <a:r>
              <a:rPr lang="en-AU" sz="2800"/>
              <a:t>bit errors do not propagate </a:t>
            </a:r>
          </a:p>
          <a:p>
            <a:pPr eaLnBrk="1" hangingPunct="1">
              <a:lnSpc>
                <a:spcPct val="90000"/>
              </a:lnSpc>
              <a:defRPr/>
            </a:pPr>
            <a:r>
              <a:rPr lang="en-AU" sz="2800"/>
              <a:t>more vulnerable to message stream modification</a:t>
            </a:r>
          </a:p>
          <a:p>
            <a:pPr eaLnBrk="1" hangingPunct="1">
              <a:lnSpc>
                <a:spcPct val="90000"/>
              </a:lnSpc>
              <a:defRPr/>
            </a:pPr>
            <a:r>
              <a:rPr lang="en-AU" sz="2800"/>
              <a:t>a variation of a Vernam cipher </a:t>
            </a:r>
          </a:p>
          <a:p>
            <a:pPr lvl="1" eaLnBrk="1" hangingPunct="1">
              <a:lnSpc>
                <a:spcPct val="90000"/>
              </a:lnSpc>
              <a:defRPr/>
            </a:pPr>
            <a:r>
              <a:rPr lang="en-AU"/>
              <a:t>hence must </a:t>
            </a:r>
            <a:r>
              <a:rPr lang="en-AU" b="1"/>
              <a:t>never</a:t>
            </a:r>
            <a:r>
              <a:rPr lang="en-AU"/>
              <a:t> reuse the same sequence (key+IV) </a:t>
            </a:r>
          </a:p>
          <a:p>
            <a:pPr eaLnBrk="1" hangingPunct="1">
              <a:lnSpc>
                <a:spcPct val="90000"/>
              </a:lnSpc>
              <a:defRPr/>
            </a:pPr>
            <a:r>
              <a:rPr lang="en-AU" sz="2800"/>
              <a:t>sender &amp; receiver must remain in sync</a:t>
            </a:r>
          </a:p>
          <a:p>
            <a:pPr eaLnBrk="1" hangingPunct="1">
              <a:lnSpc>
                <a:spcPct val="90000"/>
              </a:lnSpc>
              <a:defRPr/>
            </a:pPr>
            <a:r>
              <a:rPr lang="en-AU" sz="2800"/>
              <a:t>originally specified with m-bit feedback</a:t>
            </a:r>
          </a:p>
          <a:p>
            <a:pPr eaLnBrk="1" hangingPunct="1">
              <a:lnSpc>
                <a:spcPct val="90000"/>
              </a:lnSpc>
              <a:defRPr/>
            </a:pPr>
            <a:r>
              <a:rPr lang="en-AU" sz="2800"/>
              <a:t>subsequent research has shown that only </a:t>
            </a:r>
            <a:r>
              <a:rPr lang="en-AU" sz="2800" b="1"/>
              <a:t>full block feedback</a:t>
            </a:r>
            <a:r>
              <a:rPr lang="en-AU" sz="2800"/>
              <a:t> (ie CFB-64 or CFB-128) should ever be used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8F135FFE-44DB-423B-B6BF-63C8DB18643E}"/>
              </a:ext>
            </a:extLst>
          </p:cNvPr>
          <p:cNvSpPr>
            <a:spLocks noGrp="1" noChangeArrowheads="1"/>
          </p:cNvSpPr>
          <p:nvPr>
            <p:ph type="title"/>
          </p:nvPr>
        </p:nvSpPr>
        <p:spPr/>
        <p:txBody>
          <a:bodyPr/>
          <a:lstStyle/>
          <a:p>
            <a:pPr eaLnBrk="1" hangingPunct="1">
              <a:defRPr/>
            </a:pPr>
            <a:r>
              <a:rPr lang="en-US"/>
              <a:t>Counter (CTR)</a:t>
            </a:r>
            <a:endParaRPr lang="en-AU"/>
          </a:p>
        </p:txBody>
      </p:sp>
      <p:sp>
        <p:nvSpPr>
          <p:cNvPr id="105475" name="Rectangle 3">
            <a:extLst>
              <a:ext uri="{FF2B5EF4-FFF2-40B4-BE49-F238E27FC236}">
                <a16:creationId xmlns:a16="http://schemas.microsoft.com/office/drawing/2014/main" id="{C144977F-3387-4558-8450-0F82E338FECC}"/>
              </a:ext>
            </a:extLst>
          </p:cNvPr>
          <p:cNvSpPr>
            <a:spLocks noGrp="1" noChangeArrowheads="1"/>
          </p:cNvSpPr>
          <p:nvPr>
            <p:ph type="body" idx="1"/>
          </p:nvPr>
        </p:nvSpPr>
        <p:spPr/>
        <p:txBody>
          <a:bodyPr/>
          <a:lstStyle/>
          <a:p>
            <a:pPr eaLnBrk="1" hangingPunct="1">
              <a:defRPr/>
            </a:pPr>
            <a:r>
              <a:rPr lang="en-US"/>
              <a:t>a “new” mode, though proposed early on</a:t>
            </a:r>
          </a:p>
          <a:p>
            <a:pPr eaLnBrk="1" hangingPunct="1">
              <a:defRPr/>
            </a:pPr>
            <a:r>
              <a:rPr lang="en-US"/>
              <a:t>similar to OFB but encrypts counter value rather than any feedback value</a:t>
            </a:r>
          </a:p>
          <a:p>
            <a:pPr eaLnBrk="1" hangingPunct="1">
              <a:defRPr/>
            </a:pPr>
            <a:r>
              <a:rPr lang="en-US"/>
              <a:t>must have a different key &amp; counter value for every plaintext block (never reused)</a:t>
            </a:r>
          </a:p>
          <a:p>
            <a:pPr lvl="1" eaLnBrk="1" hangingPunct="1">
              <a:buFont typeface="Wingdings" panose="05000000000000000000" pitchFamily="2" charset="2"/>
              <a:buNone/>
              <a:defRPr/>
            </a:pPr>
            <a:r>
              <a:rPr lang="en-AU">
                <a:latin typeface="Courier New" pitchFamily="49" charset="0"/>
              </a:rPr>
              <a:t>C</a:t>
            </a:r>
            <a:r>
              <a:rPr lang="en-AU" baseline="-25000">
                <a:latin typeface="Courier New" pitchFamily="49" charset="0"/>
              </a:rPr>
              <a:t>i</a:t>
            </a:r>
            <a:r>
              <a:rPr lang="en-AU">
                <a:latin typeface="Courier New" pitchFamily="49" charset="0"/>
              </a:rPr>
              <a:t> = P</a:t>
            </a:r>
            <a:r>
              <a:rPr lang="en-AU" baseline="-25000">
                <a:latin typeface="Courier New" pitchFamily="49" charset="0"/>
              </a:rPr>
              <a:t>i</a:t>
            </a:r>
            <a:r>
              <a:rPr lang="en-AU">
                <a:latin typeface="Courier New" pitchFamily="49" charset="0"/>
              </a:rPr>
              <a:t> XOR O</a:t>
            </a:r>
            <a:r>
              <a:rPr lang="en-AU" baseline="-25000">
                <a:latin typeface="Courier New" pitchFamily="49" charset="0"/>
              </a:rPr>
              <a:t>i</a:t>
            </a:r>
            <a:r>
              <a:rPr lang="en-AU">
                <a:latin typeface="Courier New" pitchFamily="49" charset="0"/>
              </a:rPr>
              <a:t> </a:t>
            </a:r>
          </a:p>
          <a:p>
            <a:pPr lvl="1" eaLnBrk="1" hangingPunct="1">
              <a:buFont typeface="Wingdings" panose="05000000000000000000" pitchFamily="2" charset="2"/>
              <a:buNone/>
              <a:defRPr/>
            </a:pPr>
            <a:r>
              <a:rPr lang="en-AU">
                <a:latin typeface="Courier New" pitchFamily="49" charset="0"/>
              </a:rPr>
              <a:t>O</a:t>
            </a:r>
            <a:r>
              <a:rPr lang="en-AU" baseline="-25000">
                <a:latin typeface="Courier New" pitchFamily="49" charset="0"/>
              </a:rPr>
              <a:t>i</a:t>
            </a:r>
            <a:r>
              <a:rPr lang="en-AU">
                <a:latin typeface="Courier New" pitchFamily="49" charset="0"/>
              </a:rPr>
              <a:t> = DES</a:t>
            </a:r>
            <a:r>
              <a:rPr lang="en-AU" baseline="-25000">
                <a:latin typeface="Courier New" pitchFamily="49" charset="0"/>
              </a:rPr>
              <a:t>K1</a:t>
            </a:r>
            <a:r>
              <a:rPr lang="en-AU">
                <a:latin typeface="Courier New" pitchFamily="49" charset="0"/>
              </a:rPr>
              <a:t>(i)</a:t>
            </a:r>
            <a:endParaRPr lang="en-US"/>
          </a:p>
          <a:p>
            <a:pPr eaLnBrk="1" hangingPunct="1">
              <a:defRPr/>
            </a:pPr>
            <a:r>
              <a:rPr lang="en-US"/>
              <a:t>uses: high-speed network encryptions</a:t>
            </a:r>
            <a:endParaRPr lang="en-A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026">
            <a:extLst>
              <a:ext uri="{FF2B5EF4-FFF2-40B4-BE49-F238E27FC236}">
                <a16:creationId xmlns:a16="http://schemas.microsoft.com/office/drawing/2014/main" id="{38A84DE3-A00A-48EF-9261-5F2A1E9C369A}"/>
              </a:ext>
            </a:extLst>
          </p:cNvPr>
          <p:cNvSpPr>
            <a:spLocks noGrp="1" noChangeArrowheads="1"/>
          </p:cNvSpPr>
          <p:nvPr>
            <p:ph type="title"/>
          </p:nvPr>
        </p:nvSpPr>
        <p:spPr/>
        <p:txBody>
          <a:bodyPr/>
          <a:lstStyle/>
          <a:p>
            <a:pPr eaLnBrk="1" hangingPunct="1">
              <a:defRPr/>
            </a:pPr>
            <a:r>
              <a:rPr lang="en-US"/>
              <a:t>Counter (CTR)</a:t>
            </a:r>
            <a:endParaRPr lang="en-AU"/>
          </a:p>
        </p:txBody>
      </p:sp>
      <p:pic>
        <p:nvPicPr>
          <p:cNvPr id="45059" name="Picture 1027">
            <a:extLst>
              <a:ext uri="{FF2B5EF4-FFF2-40B4-BE49-F238E27FC236}">
                <a16:creationId xmlns:a16="http://schemas.microsoft.com/office/drawing/2014/main" id="{126FA394-7A8E-4700-BC2B-FAF8B5A47BB9}"/>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825A8C99-8EE6-42C3-B332-F255028780F1}"/>
              </a:ext>
            </a:extLst>
          </p:cNvPr>
          <p:cNvSpPr>
            <a:spLocks noGrp="1" noChangeArrowheads="1"/>
          </p:cNvSpPr>
          <p:nvPr>
            <p:ph type="title"/>
          </p:nvPr>
        </p:nvSpPr>
        <p:spPr/>
        <p:txBody>
          <a:bodyPr/>
          <a:lstStyle/>
          <a:p>
            <a:pPr eaLnBrk="1" hangingPunct="1">
              <a:defRPr/>
            </a:pPr>
            <a:r>
              <a:rPr lang="en-AU" sz="4000"/>
              <a:t>Advantages and Limitations of CTR</a:t>
            </a:r>
          </a:p>
        </p:txBody>
      </p:sp>
      <p:sp>
        <p:nvSpPr>
          <p:cNvPr id="108547" name="Rectangle 3">
            <a:extLst>
              <a:ext uri="{FF2B5EF4-FFF2-40B4-BE49-F238E27FC236}">
                <a16:creationId xmlns:a16="http://schemas.microsoft.com/office/drawing/2014/main" id="{8913F645-4529-4506-B6F3-316C307ED3DF}"/>
              </a:ext>
            </a:extLst>
          </p:cNvPr>
          <p:cNvSpPr>
            <a:spLocks noGrp="1" noChangeArrowheads="1"/>
          </p:cNvSpPr>
          <p:nvPr>
            <p:ph type="body" idx="1"/>
          </p:nvPr>
        </p:nvSpPr>
        <p:spPr/>
        <p:txBody>
          <a:bodyPr/>
          <a:lstStyle/>
          <a:p>
            <a:pPr eaLnBrk="1" hangingPunct="1">
              <a:defRPr/>
            </a:pPr>
            <a:r>
              <a:rPr lang="en-US"/>
              <a:t>efficiency</a:t>
            </a:r>
          </a:p>
          <a:p>
            <a:pPr lvl="1" eaLnBrk="1" hangingPunct="1">
              <a:defRPr/>
            </a:pPr>
            <a:r>
              <a:rPr lang="en-US"/>
              <a:t>can do parallel encryptions in h/w or s/w</a:t>
            </a:r>
          </a:p>
          <a:p>
            <a:pPr lvl="1" eaLnBrk="1" hangingPunct="1">
              <a:defRPr/>
            </a:pPr>
            <a:r>
              <a:rPr lang="en-US"/>
              <a:t>can preprocess in advance of need</a:t>
            </a:r>
          </a:p>
          <a:p>
            <a:pPr lvl="1" eaLnBrk="1" hangingPunct="1">
              <a:defRPr/>
            </a:pPr>
            <a:r>
              <a:rPr lang="en-US"/>
              <a:t>good for bursty high speed links</a:t>
            </a:r>
          </a:p>
          <a:p>
            <a:pPr eaLnBrk="1" hangingPunct="1">
              <a:defRPr/>
            </a:pPr>
            <a:r>
              <a:rPr lang="en-US"/>
              <a:t>random access to encrypted data blocks</a:t>
            </a:r>
          </a:p>
          <a:p>
            <a:pPr eaLnBrk="1" hangingPunct="1">
              <a:defRPr/>
            </a:pPr>
            <a:r>
              <a:rPr lang="en-US"/>
              <a:t>provable security (good as other modes)</a:t>
            </a:r>
          </a:p>
          <a:p>
            <a:pPr eaLnBrk="1" hangingPunct="1">
              <a:defRPr/>
            </a:pPr>
            <a:r>
              <a:rPr lang="en-US"/>
              <a:t>but must ensure never reuse key/counter values, otherwise could break (cf OFB)</a:t>
            </a:r>
            <a:endParaRPr lang="en-A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5DF94-F8E0-4DBE-9B80-1215619201F2}"/>
              </a:ext>
            </a:extLst>
          </p:cNvPr>
          <p:cNvSpPr>
            <a:spLocks noGrp="1"/>
          </p:cNvSpPr>
          <p:nvPr>
            <p:ph type="title"/>
          </p:nvPr>
        </p:nvSpPr>
        <p:spPr/>
        <p:txBody>
          <a:bodyPr/>
          <a:lstStyle/>
          <a:p>
            <a:r>
              <a:rPr lang="en-US" dirty="0"/>
              <a:t>Demos</a:t>
            </a:r>
          </a:p>
        </p:txBody>
      </p:sp>
      <p:sp>
        <p:nvSpPr>
          <p:cNvPr id="3" name="Content Placeholder 2">
            <a:extLst>
              <a:ext uri="{FF2B5EF4-FFF2-40B4-BE49-F238E27FC236}">
                <a16:creationId xmlns:a16="http://schemas.microsoft.com/office/drawing/2014/main" id="{CE07142A-B06C-4FF4-9E37-5FAC9861B1BA}"/>
              </a:ext>
            </a:extLst>
          </p:cNvPr>
          <p:cNvSpPr>
            <a:spLocks noGrp="1"/>
          </p:cNvSpPr>
          <p:nvPr>
            <p:ph idx="1"/>
          </p:nvPr>
        </p:nvSpPr>
        <p:spPr/>
        <p:txBody>
          <a:bodyPr/>
          <a:lstStyle/>
          <a:p>
            <a:endParaRPr lang="en-US" sz="2000" dirty="0"/>
          </a:p>
          <a:p>
            <a:r>
              <a:rPr lang="en-US" sz="2000" dirty="0">
                <a:hlinkClick r:id="rId2"/>
              </a:rPr>
              <a:t>https://www.cisco.com/c/en/us/td/docs/wireless/asr_5000/20/CLI/books/I-Q/20_I-Q_CLI-Reference/20_I-Q_CLI-Reference_chapter_01000</a:t>
            </a:r>
            <a:r>
              <a:rPr lang="en-US" sz="2000">
                <a:hlinkClick r:id="rId2"/>
              </a:rPr>
              <a:t>.html</a:t>
            </a:r>
            <a:endParaRPr lang="en-US" sz="2000"/>
          </a:p>
          <a:p>
            <a:endParaRPr lang="en-US" sz="2000" dirty="0"/>
          </a:p>
          <a:p>
            <a:r>
              <a:rPr lang="en-US" sz="2000" dirty="0">
                <a:hlinkClick r:id="rId3"/>
              </a:rPr>
              <a:t>https://xilinx.github.io/Vitis_Libraries/security/2020.1/guide_L1/internals/cfb.html</a:t>
            </a:r>
            <a:endParaRPr lang="en-US" sz="2000" dirty="0"/>
          </a:p>
          <a:p>
            <a:endParaRPr lang="en-US" sz="2000" dirty="0"/>
          </a:p>
        </p:txBody>
      </p:sp>
    </p:spTree>
    <p:extLst>
      <p:ext uri="{BB962C8B-B14F-4D97-AF65-F5344CB8AC3E}">
        <p14:creationId xmlns:p14="http://schemas.microsoft.com/office/powerpoint/2010/main" val="853142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C4AB626-0094-4FB9-8E62-FF657B4F3843}"/>
              </a:ext>
            </a:extLst>
          </p:cNvPr>
          <p:cNvSpPr>
            <a:spLocks noGrp="1" noChangeArrowheads="1"/>
          </p:cNvSpPr>
          <p:nvPr>
            <p:ph type="title"/>
          </p:nvPr>
        </p:nvSpPr>
        <p:spPr/>
        <p:txBody>
          <a:bodyPr/>
          <a:lstStyle/>
          <a:p>
            <a:pPr eaLnBrk="1" hangingPunct="1">
              <a:defRPr/>
            </a:pPr>
            <a:r>
              <a:rPr lang="en-US"/>
              <a:t>Stream Ciphers</a:t>
            </a:r>
            <a:endParaRPr lang="en-AU"/>
          </a:p>
        </p:txBody>
      </p:sp>
      <p:sp>
        <p:nvSpPr>
          <p:cNvPr id="61443" name="Rectangle 3">
            <a:extLst>
              <a:ext uri="{FF2B5EF4-FFF2-40B4-BE49-F238E27FC236}">
                <a16:creationId xmlns:a16="http://schemas.microsoft.com/office/drawing/2014/main" id="{208B1669-ED65-4E5D-9981-3AE4527CE2DC}"/>
              </a:ext>
            </a:extLst>
          </p:cNvPr>
          <p:cNvSpPr>
            <a:spLocks noGrp="1" noChangeArrowheads="1"/>
          </p:cNvSpPr>
          <p:nvPr>
            <p:ph type="body" idx="1"/>
          </p:nvPr>
        </p:nvSpPr>
        <p:spPr>
          <a:xfrm>
            <a:off x="457200" y="1676400"/>
            <a:ext cx="8458200" cy="4454525"/>
          </a:xfrm>
        </p:spPr>
        <p:txBody>
          <a:bodyPr/>
          <a:lstStyle/>
          <a:p>
            <a:pPr eaLnBrk="1" hangingPunct="1">
              <a:lnSpc>
                <a:spcPct val="90000"/>
              </a:lnSpc>
              <a:defRPr/>
            </a:pPr>
            <a:r>
              <a:rPr lang="en-AU"/>
              <a:t>process message bit by bit (as a stream) </a:t>
            </a:r>
          </a:p>
          <a:p>
            <a:pPr eaLnBrk="1" hangingPunct="1">
              <a:lnSpc>
                <a:spcPct val="90000"/>
              </a:lnSpc>
              <a:defRPr/>
            </a:pPr>
            <a:r>
              <a:rPr lang="en-AU"/>
              <a:t>have a pseudo random </a:t>
            </a:r>
            <a:r>
              <a:rPr lang="en-AU" b="1"/>
              <a:t>keystream</a:t>
            </a:r>
            <a:endParaRPr lang="en-AU"/>
          </a:p>
          <a:p>
            <a:pPr eaLnBrk="1" hangingPunct="1">
              <a:lnSpc>
                <a:spcPct val="90000"/>
              </a:lnSpc>
              <a:defRPr/>
            </a:pPr>
            <a:r>
              <a:rPr lang="en-AU"/>
              <a:t>combined (XOR) with plaintext bit by bit </a:t>
            </a:r>
          </a:p>
          <a:p>
            <a:pPr eaLnBrk="1" hangingPunct="1">
              <a:lnSpc>
                <a:spcPct val="90000"/>
              </a:lnSpc>
              <a:defRPr/>
            </a:pPr>
            <a:r>
              <a:rPr lang="en-AU"/>
              <a:t>randomness of </a:t>
            </a:r>
            <a:r>
              <a:rPr lang="en-AU" b="1"/>
              <a:t>stream key</a:t>
            </a:r>
            <a:r>
              <a:rPr lang="en-AU"/>
              <a:t> completely destroys statistically properties in message</a:t>
            </a:r>
            <a:r>
              <a:rPr lang="en-AU" sz="2800"/>
              <a:t> </a:t>
            </a:r>
          </a:p>
          <a:p>
            <a:pPr lvl="1" eaLnBrk="1" hangingPunct="1">
              <a:lnSpc>
                <a:spcPct val="90000"/>
              </a:lnSpc>
              <a:defRPr/>
            </a:pPr>
            <a:r>
              <a:rPr lang="en-AU" sz="2400">
                <a:latin typeface="Courier New" pitchFamily="49" charset="0"/>
              </a:rPr>
              <a:t>C</a:t>
            </a:r>
            <a:r>
              <a:rPr lang="en-AU" sz="2400" baseline="-25000">
                <a:latin typeface="Courier New" pitchFamily="49" charset="0"/>
              </a:rPr>
              <a:t>i</a:t>
            </a:r>
            <a:r>
              <a:rPr lang="en-AU" sz="2400">
                <a:latin typeface="Courier New" pitchFamily="49" charset="0"/>
              </a:rPr>
              <a:t> = M</a:t>
            </a:r>
            <a:r>
              <a:rPr lang="en-AU" sz="2400" baseline="-25000">
                <a:latin typeface="Courier New" pitchFamily="49" charset="0"/>
              </a:rPr>
              <a:t>i</a:t>
            </a:r>
            <a:r>
              <a:rPr lang="en-AU" sz="2400">
                <a:latin typeface="Courier New" pitchFamily="49" charset="0"/>
              </a:rPr>
              <a:t> XOR StreamKey</a:t>
            </a:r>
            <a:r>
              <a:rPr lang="en-AU" sz="2400" baseline="-25000">
                <a:latin typeface="Courier New" pitchFamily="49" charset="0"/>
              </a:rPr>
              <a:t>i</a:t>
            </a:r>
            <a:r>
              <a:rPr lang="en-AU" sz="2400">
                <a:latin typeface="Courier New" pitchFamily="49" charset="0"/>
              </a:rPr>
              <a:t> </a:t>
            </a:r>
          </a:p>
          <a:p>
            <a:pPr eaLnBrk="1" hangingPunct="1">
              <a:lnSpc>
                <a:spcPct val="90000"/>
              </a:lnSpc>
              <a:defRPr/>
            </a:pPr>
            <a:r>
              <a:rPr lang="en-US"/>
              <a:t>but must never reuse stream key</a:t>
            </a:r>
            <a:endParaRPr lang="en-US" sz="2800"/>
          </a:p>
          <a:p>
            <a:pPr lvl="1" eaLnBrk="1" hangingPunct="1">
              <a:lnSpc>
                <a:spcPct val="90000"/>
              </a:lnSpc>
              <a:defRPr/>
            </a:pPr>
            <a:r>
              <a:rPr lang="en-US"/>
              <a:t>otherwise can recover messages (cf book cipher)</a:t>
            </a:r>
            <a:endParaRPr lang="en-AU"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664672A8-DEF3-4610-B89B-F892DE00BEA5}"/>
              </a:ext>
            </a:extLst>
          </p:cNvPr>
          <p:cNvSpPr>
            <a:spLocks noGrp="1" noChangeArrowheads="1"/>
          </p:cNvSpPr>
          <p:nvPr>
            <p:ph type="title"/>
          </p:nvPr>
        </p:nvSpPr>
        <p:spPr/>
        <p:txBody>
          <a:bodyPr/>
          <a:lstStyle/>
          <a:p>
            <a:pPr eaLnBrk="1" hangingPunct="1">
              <a:defRPr/>
            </a:pPr>
            <a:r>
              <a:rPr lang="en-US"/>
              <a:t>Stream Cipher Structure</a:t>
            </a:r>
            <a:endParaRPr lang="en-AU"/>
          </a:p>
        </p:txBody>
      </p:sp>
      <p:pic>
        <p:nvPicPr>
          <p:cNvPr id="51203" name="Picture 5">
            <a:extLst>
              <a:ext uri="{FF2B5EF4-FFF2-40B4-BE49-F238E27FC236}">
                <a16:creationId xmlns:a16="http://schemas.microsoft.com/office/drawing/2014/main" id="{31E9C1BA-E041-4ED7-AFAA-1F12E80EF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81200"/>
            <a:ext cx="82169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F4C7876-5568-4D4C-BF10-607A93389E19}"/>
              </a:ext>
            </a:extLst>
          </p:cNvPr>
          <p:cNvSpPr>
            <a:spLocks noGrp="1" noChangeArrowheads="1"/>
          </p:cNvSpPr>
          <p:nvPr>
            <p:ph type="title"/>
          </p:nvPr>
        </p:nvSpPr>
        <p:spPr/>
        <p:txBody>
          <a:bodyPr/>
          <a:lstStyle/>
          <a:p>
            <a:pPr eaLnBrk="1" hangingPunct="1">
              <a:defRPr/>
            </a:pPr>
            <a:r>
              <a:rPr lang="en-US"/>
              <a:t>Stream Cipher Properties</a:t>
            </a:r>
            <a:endParaRPr lang="en-AU"/>
          </a:p>
        </p:txBody>
      </p:sp>
      <p:sp>
        <p:nvSpPr>
          <p:cNvPr id="62467" name="Rectangle 3">
            <a:extLst>
              <a:ext uri="{FF2B5EF4-FFF2-40B4-BE49-F238E27FC236}">
                <a16:creationId xmlns:a16="http://schemas.microsoft.com/office/drawing/2014/main" id="{C6351325-616D-46EE-BD82-B89E27E208B7}"/>
              </a:ext>
            </a:extLst>
          </p:cNvPr>
          <p:cNvSpPr>
            <a:spLocks noGrp="1" noChangeArrowheads="1"/>
          </p:cNvSpPr>
          <p:nvPr>
            <p:ph type="body" idx="1"/>
          </p:nvPr>
        </p:nvSpPr>
        <p:spPr/>
        <p:txBody>
          <a:bodyPr/>
          <a:lstStyle/>
          <a:p>
            <a:pPr eaLnBrk="1" hangingPunct="1">
              <a:defRPr/>
            </a:pPr>
            <a:r>
              <a:rPr lang="en-US"/>
              <a:t>some design considerations are:</a:t>
            </a:r>
          </a:p>
          <a:p>
            <a:pPr lvl="1" eaLnBrk="1" hangingPunct="1">
              <a:defRPr/>
            </a:pPr>
            <a:r>
              <a:rPr lang="en-AU"/>
              <a:t>long period with no repetitions </a:t>
            </a:r>
          </a:p>
          <a:p>
            <a:pPr lvl="1" eaLnBrk="1" hangingPunct="1">
              <a:defRPr/>
            </a:pPr>
            <a:r>
              <a:rPr lang="en-AU"/>
              <a:t>statistically random </a:t>
            </a:r>
          </a:p>
          <a:p>
            <a:pPr lvl="1" eaLnBrk="1" hangingPunct="1">
              <a:defRPr/>
            </a:pPr>
            <a:r>
              <a:rPr lang="en-US"/>
              <a:t>depends on large enough key</a:t>
            </a:r>
            <a:endParaRPr lang="en-AU"/>
          </a:p>
          <a:p>
            <a:pPr lvl="1" eaLnBrk="1" hangingPunct="1">
              <a:defRPr/>
            </a:pPr>
            <a:r>
              <a:rPr lang="en-AU"/>
              <a:t>large linear complexity</a:t>
            </a:r>
          </a:p>
          <a:p>
            <a:pPr eaLnBrk="1" hangingPunct="1">
              <a:defRPr/>
            </a:pPr>
            <a:r>
              <a:rPr lang="en-AU"/>
              <a:t>properly designed, can be as secure as a block cipher with same size key</a:t>
            </a:r>
          </a:p>
          <a:p>
            <a:pPr eaLnBrk="1" hangingPunct="1">
              <a:defRPr/>
            </a:pPr>
            <a:r>
              <a:rPr lang="en-AU"/>
              <a:t>but usually simpler &amp; faster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CF59740-B6AC-4739-8A49-641B929D6C4B}"/>
              </a:ext>
            </a:extLst>
          </p:cNvPr>
          <p:cNvSpPr>
            <a:spLocks noGrp="1" noChangeArrowheads="1"/>
          </p:cNvSpPr>
          <p:nvPr>
            <p:ph type="title"/>
          </p:nvPr>
        </p:nvSpPr>
        <p:spPr/>
        <p:txBody>
          <a:bodyPr/>
          <a:lstStyle/>
          <a:p>
            <a:pPr eaLnBrk="1" hangingPunct="1">
              <a:defRPr/>
            </a:pPr>
            <a:r>
              <a:rPr lang="en-US"/>
              <a:t>RC4</a:t>
            </a:r>
            <a:endParaRPr lang="en-AU"/>
          </a:p>
        </p:txBody>
      </p:sp>
      <p:sp>
        <p:nvSpPr>
          <p:cNvPr id="64515" name="Rectangle 3">
            <a:extLst>
              <a:ext uri="{FF2B5EF4-FFF2-40B4-BE49-F238E27FC236}">
                <a16:creationId xmlns:a16="http://schemas.microsoft.com/office/drawing/2014/main" id="{07CC9650-9A0C-4E9A-A1BC-F121615D3F83}"/>
              </a:ext>
            </a:extLst>
          </p:cNvPr>
          <p:cNvSpPr>
            <a:spLocks noGrp="1" noChangeArrowheads="1"/>
          </p:cNvSpPr>
          <p:nvPr>
            <p:ph type="body" idx="1"/>
          </p:nvPr>
        </p:nvSpPr>
        <p:spPr/>
        <p:txBody>
          <a:bodyPr/>
          <a:lstStyle/>
          <a:p>
            <a:pPr eaLnBrk="1" hangingPunct="1">
              <a:defRPr/>
            </a:pPr>
            <a:r>
              <a:rPr lang="en-AU" sz="2800"/>
              <a:t>a proprietary cipher owned by RSA DSI </a:t>
            </a:r>
          </a:p>
          <a:p>
            <a:pPr eaLnBrk="1" hangingPunct="1">
              <a:defRPr/>
            </a:pPr>
            <a:r>
              <a:rPr lang="en-AU" sz="2800"/>
              <a:t>another Ron Rivest design, simple but effective</a:t>
            </a:r>
          </a:p>
          <a:p>
            <a:pPr eaLnBrk="1" hangingPunct="1">
              <a:defRPr/>
            </a:pPr>
            <a:r>
              <a:rPr lang="en-AU" sz="2800"/>
              <a:t>variable key size, byte-oriented stream cipher </a:t>
            </a:r>
          </a:p>
          <a:p>
            <a:pPr eaLnBrk="1" hangingPunct="1">
              <a:defRPr/>
            </a:pPr>
            <a:r>
              <a:rPr lang="en-AU" sz="2800"/>
              <a:t>widely used (web SSL/TLS, wireless WEP) </a:t>
            </a:r>
          </a:p>
          <a:p>
            <a:pPr eaLnBrk="1" hangingPunct="1">
              <a:defRPr/>
            </a:pPr>
            <a:r>
              <a:rPr lang="en-AU" sz="2800"/>
              <a:t>key forms random permutation of all 8-bit values </a:t>
            </a:r>
          </a:p>
          <a:p>
            <a:pPr eaLnBrk="1" hangingPunct="1">
              <a:defRPr/>
            </a:pPr>
            <a:r>
              <a:rPr lang="en-AU" sz="2800"/>
              <a:t>uses that permutation to scramble input info processed a byte at a time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6F27829-72BD-4447-9D8A-B936D0037A26}"/>
              </a:ext>
            </a:extLst>
          </p:cNvPr>
          <p:cNvSpPr>
            <a:spLocks noGrp="1" noChangeArrowheads="1"/>
          </p:cNvSpPr>
          <p:nvPr>
            <p:ph type="title"/>
          </p:nvPr>
        </p:nvSpPr>
        <p:spPr/>
        <p:txBody>
          <a:bodyPr/>
          <a:lstStyle/>
          <a:p>
            <a:pPr eaLnBrk="1" hangingPunct="1">
              <a:defRPr/>
            </a:pPr>
            <a:r>
              <a:rPr lang="en-AU"/>
              <a:t>RC4 Key Schedule </a:t>
            </a:r>
          </a:p>
        </p:txBody>
      </p:sp>
      <p:sp>
        <p:nvSpPr>
          <p:cNvPr id="65539" name="Rectangle 3">
            <a:extLst>
              <a:ext uri="{FF2B5EF4-FFF2-40B4-BE49-F238E27FC236}">
                <a16:creationId xmlns:a16="http://schemas.microsoft.com/office/drawing/2014/main" id="{7049674C-E9FE-4C17-9107-01463EEA4722}"/>
              </a:ext>
            </a:extLst>
          </p:cNvPr>
          <p:cNvSpPr>
            <a:spLocks noGrp="1" noChangeArrowheads="1"/>
          </p:cNvSpPr>
          <p:nvPr>
            <p:ph type="body" idx="1"/>
          </p:nvPr>
        </p:nvSpPr>
        <p:spPr/>
        <p:txBody>
          <a:bodyPr/>
          <a:lstStyle/>
          <a:p>
            <a:pPr eaLnBrk="1" hangingPunct="1">
              <a:lnSpc>
                <a:spcPct val="90000"/>
              </a:lnSpc>
              <a:defRPr/>
            </a:pPr>
            <a:r>
              <a:rPr lang="en-AU"/>
              <a:t>starts with an array S of numbers: 0..255 </a:t>
            </a:r>
          </a:p>
          <a:p>
            <a:pPr eaLnBrk="1" hangingPunct="1">
              <a:lnSpc>
                <a:spcPct val="90000"/>
              </a:lnSpc>
              <a:defRPr/>
            </a:pPr>
            <a:r>
              <a:rPr lang="en-AU"/>
              <a:t>use key to well and truly shuffle </a:t>
            </a:r>
          </a:p>
          <a:p>
            <a:pPr eaLnBrk="1" hangingPunct="1">
              <a:lnSpc>
                <a:spcPct val="90000"/>
              </a:lnSpc>
              <a:defRPr/>
            </a:pPr>
            <a:r>
              <a:rPr lang="en-AU"/>
              <a:t>S forms </a:t>
            </a:r>
            <a:r>
              <a:rPr lang="en-AU" b="1"/>
              <a:t>internal state</a:t>
            </a:r>
            <a:r>
              <a:rPr lang="en-AU"/>
              <a:t> of the cipher </a:t>
            </a:r>
            <a:endParaRPr lang="en-AU" sz="2800"/>
          </a:p>
          <a:p>
            <a:pPr lvl="1" eaLnBrk="1" hangingPunct="1">
              <a:lnSpc>
                <a:spcPct val="90000"/>
              </a:lnSpc>
              <a:buFont typeface="Wingdings" panose="05000000000000000000" pitchFamily="2" charset="2"/>
              <a:buNone/>
              <a:defRPr/>
            </a:pPr>
            <a:endParaRPr lang="en-AU" sz="2400">
              <a:latin typeface="Courier New" pitchFamily="49" charset="0"/>
            </a:endParaRPr>
          </a:p>
          <a:p>
            <a:pPr lvl="1" eaLnBrk="1" hangingPunct="1">
              <a:lnSpc>
                <a:spcPct val="90000"/>
              </a:lnSpc>
              <a:buFont typeface="Wingdings" panose="05000000000000000000" pitchFamily="2" charset="2"/>
              <a:buNone/>
              <a:defRPr/>
            </a:pPr>
            <a:r>
              <a:rPr lang="en-AU" sz="2400">
                <a:latin typeface="Courier New" pitchFamily="49" charset="0"/>
              </a:rPr>
              <a:t>for i = 0 to 255 do</a:t>
            </a:r>
          </a:p>
          <a:p>
            <a:pPr lvl="2" eaLnBrk="1" hangingPunct="1">
              <a:lnSpc>
                <a:spcPct val="90000"/>
              </a:lnSpc>
              <a:buFontTx/>
              <a:buNone/>
              <a:defRPr/>
            </a:pPr>
            <a:r>
              <a:rPr lang="en-AU">
                <a:latin typeface="Courier New" pitchFamily="49" charset="0"/>
              </a:rPr>
              <a:t>S[i] = i</a:t>
            </a:r>
          </a:p>
          <a:p>
            <a:pPr lvl="2" eaLnBrk="1" hangingPunct="1">
              <a:lnSpc>
                <a:spcPct val="90000"/>
              </a:lnSpc>
              <a:buFontTx/>
              <a:buNone/>
              <a:defRPr/>
            </a:pPr>
            <a:r>
              <a:rPr lang="en-AU">
                <a:latin typeface="Courier New" pitchFamily="49" charset="0"/>
              </a:rPr>
              <a:t>T[i] = K[i mod keylen])</a:t>
            </a:r>
          </a:p>
          <a:p>
            <a:pPr lvl="1" eaLnBrk="1" hangingPunct="1">
              <a:lnSpc>
                <a:spcPct val="90000"/>
              </a:lnSpc>
              <a:buFont typeface="Wingdings" panose="05000000000000000000" pitchFamily="2" charset="2"/>
              <a:buNone/>
              <a:defRPr/>
            </a:pPr>
            <a:r>
              <a:rPr lang="en-AU" sz="2400">
                <a:latin typeface="Courier New" pitchFamily="49" charset="0"/>
              </a:rPr>
              <a:t>j = 0</a:t>
            </a:r>
          </a:p>
          <a:p>
            <a:pPr lvl="1" eaLnBrk="1" hangingPunct="1">
              <a:lnSpc>
                <a:spcPct val="90000"/>
              </a:lnSpc>
              <a:buFont typeface="Wingdings" panose="05000000000000000000" pitchFamily="2" charset="2"/>
              <a:buNone/>
              <a:defRPr/>
            </a:pPr>
            <a:r>
              <a:rPr lang="en-AU" sz="2400">
                <a:latin typeface="Courier New" pitchFamily="49" charset="0"/>
              </a:rPr>
              <a:t>for i = 0 to 255 do </a:t>
            </a:r>
          </a:p>
          <a:p>
            <a:pPr lvl="2" eaLnBrk="1" hangingPunct="1">
              <a:lnSpc>
                <a:spcPct val="90000"/>
              </a:lnSpc>
              <a:buFontTx/>
              <a:buNone/>
              <a:defRPr/>
            </a:pPr>
            <a:r>
              <a:rPr lang="en-AU">
                <a:latin typeface="Courier New" pitchFamily="49" charset="0"/>
              </a:rPr>
              <a:t>j = (j + S[i] + T[i]) (mod 256) </a:t>
            </a:r>
          </a:p>
          <a:p>
            <a:pPr lvl="2" eaLnBrk="1" hangingPunct="1">
              <a:lnSpc>
                <a:spcPct val="90000"/>
              </a:lnSpc>
              <a:buFontTx/>
              <a:buNone/>
              <a:defRPr/>
            </a:pPr>
            <a:r>
              <a:rPr lang="en-AU">
                <a:latin typeface="Courier New" pitchFamily="49" charset="0"/>
              </a:rPr>
              <a:t>swap (S[i], S[j])</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CEBE6DE-2F77-4546-90A1-49D3E6C0007B}"/>
              </a:ext>
            </a:extLst>
          </p:cNvPr>
          <p:cNvSpPr>
            <a:spLocks noGrp="1" noChangeArrowheads="1"/>
          </p:cNvSpPr>
          <p:nvPr>
            <p:ph type="title"/>
          </p:nvPr>
        </p:nvSpPr>
        <p:spPr/>
        <p:txBody>
          <a:bodyPr/>
          <a:lstStyle/>
          <a:p>
            <a:pPr eaLnBrk="1" hangingPunct="1">
              <a:defRPr/>
            </a:pPr>
            <a:r>
              <a:rPr lang="en-AU"/>
              <a:t>RC4 Encryption</a:t>
            </a:r>
          </a:p>
        </p:txBody>
      </p:sp>
      <p:sp>
        <p:nvSpPr>
          <p:cNvPr id="67587" name="Rectangle 3">
            <a:extLst>
              <a:ext uri="{FF2B5EF4-FFF2-40B4-BE49-F238E27FC236}">
                <a16:creationId xmlns:a16="http://schemas.microsoft.com/office/drawing/2014/main" id="{208D28ED-4767-4934-B967-123231FF187D}"/>
              </a:ext>
            </a:extLst>
          </p:cNvPr>
          <p:cNvSpPr>
            <a:spLocks noGrp="1" noChangeArrowheads="1"/>
          </p:cNvSpPr>
          <p:nvPr>
            <p:ph type="body" idx="1"/>
          </p:nvPr>
        </p:nvSpPr>
        <p:spPr/>
        <p:txBody>
          <a:bodyPr/>
          <a:lstStyle/>
          <a:p>
            <a:pPr eaLnBrk="1" hangingPunct="1">
              <a:lnSpc>
                <a:spcPct val="90000"/>
              </a:lnSpc>
              <a:defRPr/>
            </a:pPr>
            <a:r>
              <a:rPr lang="en-AU"/>
              <a:t>encryption continues shuffling array values</a:t>
            </a:r>
          </a:p>
          <a:p>
            <a:pPr eaLnBrk="1" hangingPunct="1">
              <a:lnSpc>
                <a:spcPct val="90000"/>
              </a:lnSpc>
              <a:defRPr/>
            </a:pPr>
            <a:r>
              <a:rPr lang="en-AU"/>
              <a:t>sum of shuffled pair selects "stream key" value from permutation</a:t>
            </a:r>
          </a:p>
          <a:p>
            <a:pPr eaLnBrk="1" hangingPunct="1">
              <a:lnSpc>
                <a:spcPct val="90000"/>
              </a:lnSpc>
              <a:defRPr/>
            </a:pPr>
            <a:r>
              <a:rPr lang="en-AU"/>
              <a:t>XOR S[t] with next byte of message to en/decrypt</a:t>
            </a:r>
            <a:endParaRPr lang="en-AU" sz="2800"/>
          </a:p>
          <a:p>
            <a:pPr lvl="1" eaLnBrk="1" hangingPunct="1">
              <a:lnSpc>
                <a:spcPct val="90000"/>
              </a:lnSpc>
              <a:buFont typeface="Wingdings" panose="05000000000000000000" pitchFamily="2" charset="2"/>
              <a:buNone/>
              <a:defRPr/>
            </a:pPr>
            <a:r>
              <a:rPr lang="en-AU" sz="2000">
                <a:latin typeface="Courier New" pitchFamily="49" charset="0"/>
              </a:rPr>
              <a:t>i = j = 0 </a:t>
            </a:r>
          </a:p>
          <a:p>
            <a:pPr lvl="1" eaLnBrk="1" hangingPunct="1">
              <a:lnSpc>
                <a:spcPct val="90000"/>
              </a:lnSpc>
              <a:buFont typeface="Wingdings" panose="05000000000000000000" pitchFamily="2" charset="2"/>
              <a:buNone/>
              <a:defRPr/>
            </a:pPr>
            <a:r>
              <a:rPr lang="en-AU" sz="2000">
                <a:latin typeface="Courier New" pitchFamily="49" charset="0"/>
              </a:rPr>
              <a:t>for each message byte M</a:t>
            </a:r>
            <a:r>
              <a:rPr lang="en-AU" sz="2000" baseline="-25000">
                <a:latin typeface="Courier New" pitchFamily="49" charset="0"/>
              </a:rPr>
              <a:t>i</a:t>
            </a:r>
          </a:p>
          <a:p>
            <a:pPr lvl="2" eaLnBrk="1" hangingPunct="1">
              <a:lnSpc>
                <a:spcPct val="90000"/>
              </a:lnSpc>
              <a:buFontTx/>
              <a:buNone/>
              <a:defRPr/>
            </a:pPr>
            <a:r>
              <a:rPr lang="en-AU" sz="2000">
                <a:latin typeface="Courier New" pitchFamily="49" charset="0"/>
              </a:rPr>
              <a:t>i = (i + 1) (mod 256)</a:t>
            </a:r>
          </a:p>
          <a:p>
            <a:pPr lvl="2" eaLnBrk="1" hangingPunct="1">
              <a:lnSpc>
                <a:spcPct val="90000"/>
              </a:lnSpc>
              <a:buFontTx/>
              <a:buNone/>
              <a:defRPr/>
            </a:pPr>
            <a:r>
              <a:rPr lang="en-AU" sz="2000">
                <a:latin typeface="Courier New" pitchFamily="49" charset="0"/>
              </a:rPr>
              <a:t>j = (j + S[i]) (mod 256)</a:t>
            </a:r>
          </a:p>
          <a:p>
            <a:pPr lvl="2" eaLnBrk="1" hangingPunct="1">
              <a:lnSpc>
                <a:spcPct val="90000"/>
              </a:lnSpc>
              <a:buFontTx/>
              <a:buNone/>
              <a:defRPr/>
            </a:pPr>
            <a:r>
              <a:rPr lang="en-AU" sz="2000">
                <a:latin typeface="Courier New" pitchFamily="49" charset="0"/>
              </a:rPr>
              <a:t>swap(S[i], S[j])</a:t>
            </a:r>
          </a:p>
          <a:p>
            <a:pPr lvl="2" eaLnBrk="1" hangingPunct="1">
              <a:lnSpc>
                <a:spcPct val="90000"/>
              </a:lnSpc>
              <a:buFontTx/>
              <a:buNone/>
              <a:defRPr/>
            </a:pPr>
            <a:r>
              <a:rPr lang="en-AU" sz="2000">
                <a:latin typeface="Courier New" pitchFamily="49" charset="0"/>
              </a:rPr>
              <a:t>t = (S[i] + S[j]) (mod 256) </a:t>
            </a:r>
          </a:p>
          <a:p>
            <a:pPr lvl="2" eaLnBrk="1" hangingPunct="1">
              <a:lnSpc>
                <a:spcPct val="90000"/>
              </a:lnSpc>
              <a:buFontTx/>
              <a:buNone/>
              <a:defRPr/>
            </a:pPr>
            <a:r>
              <a:rPr lang="en-AU" sz="2000">
                <a:latin typeface="Courier New" pitchFamily="49" charset="0"/>
              </a:rPr>
              <a:t>C</a:t>
            </a:r>
            <a:r>
              <a:rPr lang="en-AU" sz="2000" baseline="-25000">
                <a:latin typeface="Courier New" pitchFamily="49" charset="0"/>
              </a:rPr>
              <a:t>i</a:t>
            </a:r>
            <a:r>
              <a:rPr lang="en-AU" sz="2000">
                <a:latin typeface="Courier New" pitchFamily="49" charset="0"/>
              </a:rPr>
              <a:t> = M</a:t>
            </a:r>
            <a:r>
              <a:rPr lang="en-AU" sz="2000" baseline="-25000">
                <a:latin typeface="Courier New" pitchFamily="49" charset="0"/>
              </a:rPr>
              <a:t>i</a:t>
            </a:r>
            <a:r>
              <a:rPr lang="en-AU" sz="2000">
                <a:latin typeface="Courier New" pitchFamily="49" charset="0"/>
              </a:rPr>
              <a:t> XOR S[t]</a:t>
            </a:r>
            <a:endParaRPr lang="en-AU"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FA0C7121-C557-4517-B042-218B11BC79C7}"/>
              </a:ext>
            </a:extLst>
          </p:cNvPr>
          <p:cNvSpPr>
            <a:spLocks noGrp="1" noChangeArrowheads="1"/>
          </p:cNvSpPr>
          <p:nvPr>
            <p:ph type="title"/>
          </p:nvPr>
        </p:nvSpPr>
        <p:spPr/>
        <p:txBody>
          <a:bodyPr/>
          <a:lstStyle/>
          <a:p>
            <a:pPr eaLnBrk="1" hangingPunct="1">
              <a:defRPr/>
            </a:pPr>
            <a:r>
              <a:rPr lang="en-AU"/>
              <a:t>RC4 Overview</a:t>
            </a:r>
          </a:p>
        </p:txBody>
      </p:sp>
      <p:pic>
        <p:nvPicPr>
          <p:cNvPr id="61443" name="Picture 5">
            <a:extLst>
              <a:ext uri="{FF2B5EF4-FFF2-40B4-BE49-F238E27FC236}">
                <a16:creationId xmlns:a16="http://schemas.microsoft.com/office/drawing/2014/main" id="{09975663-6FB9-4083-AD64-EFF02FEE5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7067550" cy="52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7703670-9591-4527-B4F0-3C032215DF5C}"/>
              </a:ext>
            </a:extLst>
          </p:cNvPr>
          <p:cNvSpPr>
            <a:spLocks noGrp="1" noChangeArrowheads="1"/>
          </p:cNvSpPr>
          <p:nvPr>
            <p:ph type="title"/>
          </p:nvPr>
        </p:nvSpPr>
        <p:spPr/>
        <p:txBody>
          <a:bodyPr/>
          <a:lstStyle/>
          <a:p>
            <a:pPr eaLnBrk="1" hangingPunct="1">
              <a:defRPr/>
            </a:pPr>
            <a:r>
              <a:rPr lang="en-AU"/>
              <a:t>RC4 Security</a:t>
            </a:r>
          </a:p>
        </p:txBody>
      </p:sp>
      <p:sp>
        <p:nvSpPr>
          <p:cNvPr id="69635" name="Rectangle 3">
            <a:extLst>
              <a:ext uri="{FF2B5EF4-FFF2-40B4-BE49-F238E27FC236}">
                <a16:creationId xmlns:a16="http://schemas.microsoft.com/office/drawing/2014/main" id="{610F5E00-B030-4B7E-9AE3-4B70836063EB}"/>
              </a:ext>
            </a:extLst>
          </p:cNvPr>
          <p:cNvSpPr>
            <a:spLocks noGrp="1" noChangeArrowheads="1"/>
          </p:cNvSpPr>
          <p:nvPr>
            <p:ph type="body" idx="1"/>
          </p:nvPr>
        </p:nvSpPr>
        <p:spPr/>
        <p:txBody>
          <a:bodyPr/>
          <a:lstStyle/>
          <a:p>
            <a:pPr eaLnBrk="1" hangingPunct="1">
              <a:defRPr/>
            </a:pPr>
            <a:r>
              <a:rPr lang="en-AU"/>
              <a:t>claimed secure against known attacks</a:t>
            </a:r>
          </a:p>
          <a:p>
            <a:pPr lvl="1" eaLnBrk="1" hangingPunct="1">
              <a:defRPr/>
            </a:pPr>
            <a:r>
              <a:rPr lang="en-AU"/>
              <a:t>have some analyses, none practical </a:t>
            </a:r>
          </a:p>
          <a:p>
            <a:pPr eaLnBrk="1" hangingPunct="1">
              <a:defRPr/>
            </a:pPr>
            <a:r>
              <a:rPr lang="en-AU"/>
              <a:t>result is very non-linear </a:t>
            </a:r>
          </a:p>
          <a:p>
            <a:pPr eaLnBrk="1" hangingPunct="1">
              <a:defRPr/>
            </a:pPr>
            <a:r>
              <a:rPr lang="en-AU"/>
              <a:t>since RC4 is a stream cipher, must </a:t>
            </a:r>
            <a:r>
              <a:rPr lang="en-AU" b="1"/>
              <a:t>never reuse a key</a:t>
            </a:r>
            <a:r>
              <a:rPr lang="en-AU"/>
              <a:t> </a:t>
            </a:r>
          </a:p>
          <a:p>
            <a:pPr eaLnBrk="1" hangingPunct="1">
              <a:defRPr/>
            </a:pPr>
            <a:r>
              <a:rPr lang="en-AU"/>
              <a:t>have a concern with WEP, but due to key handling rather than RC4 itself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43826CC-6169-40BE-82E7-245E5E335EB6}"/>
              </a:ext>
            </a:extLst>
          </p:cNvPr>
          <p:cNvSpPr>
            <a:spLocks noGrp="1" noChangeArrowheads="1"/>
          </p:cNvSpPr>
          <p:nvPr>
            <p:ph type="title"/>
          </p:nvPr>
        </p:nvSpPr>
        <p:spPr/>
        <p:txBody>
          <a:bodyPr/>
          <a:lstStyle/>
          <a:p>
            <a:pPr eaLnBrk="1" hangingPunct="1">
              <a:defRPr/>
            </a:pPr>
            <a:r>
              <a:rPr lang="en-US"/>
              <a:t>Summary</a:t>
            </a:r>
            <a:endParaRPr lang="en-AU"/>
          </a:p>
        </p:txBody>
      </p:sp>
      <p:sp>
        <p:nvSpPr>
          <p:cNvPr id="45059" name="Rectangle 3">
            <a:extLst>
              <a:ext uri="{FF2B5EF4-FFF2-40B4-BE49-F238E27FC236}">
                <a16:creationId xmlns:a16="http://schemas.microsoft.com/office/drawing/2014/main" id="{F7E02A7E-C7D7-4A89-84F9-95AF7AFBC526}"/>
              </a:ext>
            </a:extLst>
          </p:cNvPr>
          <p:cNvSpPr>
            <a:spLocks noGrp="1" noChangeArrowheads="1"/>
          </p:cNvSpPr>
          <p:nvPr>
            <p:ph type="body" idx="1"/>
          </p:nvPr>
        </p:nvSpPr>
        <p:spPr/>
        <p:txBody>
          <a:bodyPr/>
          <a:lstStyle/>
          <a:p>
            <a:pPr eaLnBrk="1" hangingPunct="1">
              <a:defRPr/>
            </a:pPr>
            <a:r>
              <a:rPr lang="en-US"/>
              <a:t>Triple-DES</a:t>
            </a:r>
          </a:p>
          <a:p>
            <a:pPr eaLnBrk="1" hangingPunct="1">
              <a:defRPr/>
            </a:pPr>
            <a:r>
              <a:rPr lang="en-US"/>
              <a:t>Modes of Operation </a:t>
            </a:r>
          </a:p>
          <a:p>
            <a:pPr lvl="1" eaLnBrk="1" hangingPunct="1">
              <a:defRPr/>
            </a:pPr>
            <a:r>
              <a:rPr lang="en-US"/>
              <a:t>ECB, CBC, CFB, OFB, CTR</a:t>
            </a:r>
          </a:p>
          <a:p>
            <a:pPr eaLnBrk="1" hangingPunct="1">
              <a:defRPr/>
            </a:pPr>
            <a:r>
              <a:rPr lang="en-US"/>
              <a:t>stream ciphers</a:t>
            </a:r>
          </a:p>
          <a:p>
            <a:pPr eaLnBrk="1" hangingPunct="1">
              <a:defRPr/>
            </a:pPr>
            <a:r>
              <a:rPr lang="en-US"/>
              <a:t>RC4</a:t>
            </a:r>
          </a:p>
          <a:p>
            <a:pPr lvl="1" eaLnBrk="1" hangingPunct="1">
              <a:defRPr/>
            </a:pPr>
            <a:endParaRPr lang="en-US"/>
          </a:p>
          <a:p>
            <a:pPr lvl="1" eaLnBrk="1" hangingPunct="1">
              <a:defRPr/>
            </a:pPr>
            <a:endParaRPr lang="en-AU"/>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EFC69801-F737-47A7-A4A2-D914A2C7B0EF}"/>
</file>

<file path=customXml/itemProps2.xml><?xml version="1.0" encoding="utf-8"?>
<ds:datastoreItem xmlns:ds="http://schemas.openxmlformats.org/officeDocument/2006/customXml" ds:itemID="{913D6407-3CB8-432C-874C-FDEF2B4002D6}"/>
</file>

<file path=customXml/itemProps3.xml><?xml version="1.0" encoding="utf-8"?>
<ds:datastoreItem xmlns:ds="http://schemas.openxmlformats.org/officeDocument/2006/customXml" ds:itemID="{F84A05DA-6804-4B3A-953B-ACBDCF882937}"/>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119</TotalTime>
  <Words>4074</Words>
  <Application>Microsoft Office PowerPoint</Application>
  <PresentationFormat>On-screen Show (4:3)</PresentationFormat>
  <Paragraphs>269</Paragraphs>
  <Slides>32</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Courier New</vt:lpstr>
      <vt:lpstr>Helvetica</vt:lpstr>
      <vt:lpstr>Times</vt:lpstr>
      <vt:lpstr>Times-Roman</vt:lpstr>
      <vt:lpstr>Wingdings</vt:lpstr>
      <vt:lpstr>ch01</vt:lpstr>
      <vt:lpstr>Cryptography and Network Security Chapter 6</vt:lpstr>
      <vt:lpstr>Multiple Encryption &amp; DES</vt:lpstr>
      <vt:lpstr>Double-DES?</vt:lpstr>
      <vt:lpstr>Triple-DES with Two-Keys</vt:lpstr>
      <vt:lpstr>Triple-DES with Three-Keys</vt:lpstr>
      <vt:lpstr>Modes of Operation</vt:lpstr>
      <vt:lpstr>Electronic Codebook Book (ECB)</vt:lpstr>
      <vt:lpstr>Electronic Codebook (ECB)</vt:lpstr>
      <vt:lpstr>Advantages and Limitations of ECB</vt:lpstr>
      <vt:lpstr>Cipher Block Chaining (CBC) </vt:lpstr>
      <vt:lpstr>Cipher Block Chaining (CBC)</vt:lpstr>
      <vt:lpstr>Message Padding</vt:lpstr>
      <vt:lpstr>Advantages and Limitations of CBC</vt:lpstr>
      <vt:lpstr>Cipher FeedBack (CFB)</vt:lpstr>
      <vt:lpstr>Cipher FeedBack (CFB)</vt:lpstr>
      <vt:lpstr>Advantages and Limitations of CFB</vt:lpstr>
      <vt:lpstr>Output FeedBack (OFB)</vt:lpstr>
      <vt:lpstr>Output FeedBack (OFB)</vt:lpstr>
      <vt:lpstr>Advantages and Limitations of OFB</vt:lpstr>
      <vt:lpstr>Counter (CTR)</vt:lpstr>
      <vt:lpstr>Counter (CTR)</vt:lpstr>
      <vt:lpstr>Advantages and Limitations of CTR</vt:lpstr>
      <vt:lpstr>Demos</vt:lpstr>
      <vt:lpstr>Stream Ciphers</vt:lpstr>
      <vt:lpstr>Stream Cipher Structure</vt:lpstr>
      <vt:lpstr>Stream Cipher Properties</vt:lpstr>
      <vt:lpstr>RC4</vt:lpstr>
      <vt:lpstr>RC4 Key Schedule </vt:lpstr>
      <vt:lpstr>RC4 Encryption</vt:lpstr>
      <vt:lpstr>RC4 Overview</vt:lpstr>
      <vt:lpstr>RC4 Security</vt:lpstr>
      <vt:lpstr>Summary</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28</cp:revision>
  <dcterms:created xsi:type="dcterms:W3CDTF">2002-03-28T02:06:54Z</dcterms:created>
  <dcterms:modified xsi:type="dcterms:W3CDTF">2024-02-15T03:59:59Z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